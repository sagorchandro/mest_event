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bookmarkIdSeed="2">
  <p:sldMasterIdLst>
    <p:sldMasterId id="2147483648" r:id="rId4"/>
    <p:sldMasterId id="2147483668" r:id="rId5"/>
    <p:sldMasterId id="2147483678" r:id="rId6"/>
    <p:sldMasterId id="2147483683" r:id="rId7"/>
    <p:sldMasterId id="2147483686" r:id="rId8"/>
    <p:sldMasterId id="2147483692" r:id="rId9"/>
  </p:sldMasterIdLst>
  <p:notesMasterIdLst>
    <p:notesMasterId r:id="rId135"/>
  </p:notesMasterIdLst>
  <p:handoutMasterIdLst>
    <p:handoutMasterId r:id="rId136"/>
  </p:handoutMasterIdLst>
  <p:sldIdLst>
    <p:sldId id="1154" r:id="rId10"/>
    <p:sldId id="1058" r:id="rId11"/>
    <p:sldId id="263" r:id="rId12"/>
    <p:sldId id="258" r:id="rId13"/>
    <p:sldId id="256" r:id="rId14"/>
    <p:sldId id="1130" r:id="rId15"/>
    <p:sldId id="1159" r:id="rId16"/>
    <p:sldId id="1161" r:id="rId17"/>
    <p:sldId id="1162" r:id="rId18"/>
    <p:sldId id="1163" r:id="rId19"/>
    <p:sldId id="1164" r:id="rId20"/>
    <p:sldId id="1007" r:id="rId21"/>
    <p:sldId id="1036" r:id="rId22"/>
    <p:sldId id="1038" r:id="rId23"/>
    <p:sldId id="1037" r:id="rId24"/>
    <p:sldId id="1039" r:id="rId25"/>
    <p:sldId id="1040" r:id="rId26"/>
    <p:sldId id="1041" r:id="rId27"/>
    <p:sldId id="1042" r:id="rId28"/>
    <p:sldId id="1051" r:id="rId29"/>
    <p:sldId id="1043" r:id="rId30"/>
    <p:sldId id="1044" r:id="rId31"/>
    <p:sldId id="1045" r:id="rId32"/>
    <p:sldId id="1046" r:id="rId33"/>
    <p:sldId id="1047" r:id="rId34"/>
    <p:sldId id="1048" r:id="rId35"/>
    <p:sldId id="1049" r:id="rId36"/>
    <p:sldId id="1050" r:id="rId37"/>
    <p:sldId id="1052" r:id="rId38"/>
    <p:sldId id="1053" r:id="rId39"/>
    <p:sldId id="1054" r:id="rId40"/>
    <p:sldId id="1055" r:id="rId41"/>
    <p:sldId id="1056" r:id="rId42"/>
    <p:sldId id="1059" r:id="rId43"/>
    <p:sldId id="1145" r:id="rId44"/>
    <p:sldId id="1146" r:id="rId45"/>
    <p:sldId id="1147" r:id="rId46"/>
    <p:sldId id="1148" r:id="rId47"/>
    <p:sldId id="1149" r:id="rId48"/>
    <p:sldId id="1150" r:id="rId49"/>
    <p:sldId id="1151" r:id="rId50"/>
    <p:sldId id="1152" r:id="rId51"/>
    <p:sldId id="1144" r:id="rId52"/>
    <p:sldId id="1155" r:id="rId53"/>
    <p:sldId id="1134" r:id="rId54"/>
    <p:sldId id="1131" r:id="rId55"/>
    <p:sldId id="1060" r:id="rId56"/>
    <p:sldId id="1061" r:id="rId57"/>
    <p:sldId id="1062" r:id="rId58"/>
    <p:sldId id="1063" r:id="rId59"/>
    <p:sldId id="1064" r:id="rId60"/>
    <p:sldId id="1065" r:id="rId61"/>
    <p:sldId id="1066" r:id="rId62"/>
    <p:sldId id="1067" r:id="rId63"/>
    <p:sldId id="1068" r:id="rId64"/>
    <p:sldId id="1069" r:id="rId65"/>
    <p:sldId id="1070" r:id="rId66"/>
    <p:sldId id="1075" r:id="rId67"/>
    <p:sldId id="1076" r:id="rId68"/>
    <p:sldId id="1077" r:id="rId69"/>
    <p:sldId id="1078" r:id="rId70"/>
    <p:sldId id="1074" r:id="rId71"/>
    <p:sldId id="1079" r:id="rId72"/>
    <p:sldId id="1080" r:id="rId73"/>
    <p:sldId id="1071" r:id="rId74"/>
    <p:sldId id="1073" r:id="rId75"/>
    <p:sldId id="1072" r:id="rId76"/>
    <p:sldId id="1143" r:id="rId77"/>
    <p:sldId id="1156" r:id="rId78"/>
    <p:sldId id="1138" r:id="rId79"/>
    <p:sldId id="1132" r:id="rId80"/>
    <p:sldId id="1085" r:id="rId81"/>
    <p:sldId id="1086" r:id="rId82"/>
    <p:sldId id="1087" r:id="rId83"/>
    <p:sldId id="1088" r:id="rId84"/>
    <p:sldId id="1089" r:id="rId85"/>
    <p:sldId id="1090" r:id="rId86"/>
    <p:sldId id="1091" r:id="rId87"/>
    <p:sldId id="1092" r:id="rId88"/>
    <p:sldId id="1093" r:id="rId89"/>
    <p:sldId id="1094" r:id="rId90"/>
    <p:sldId id="1095" r:id="rId91"/>
    <p:sldId id="1096" r:id="rId92"/>
    <p:sldId id="1097" r:id="rId93"/>
    <p:sldId id="1098" r:id="rId94"/>
    <p:sldId id="1099" r:id="rId95"/>
    <p:sldId id="1100" r:id="rId96"/>
    <p:sldId id="1101" r:id="rId97"/>
    <p:sldId id="1102" r:id="rId98"/>
    <p:sldId id="1142" r:id="rId99"/>
    <p:sldId id="1157" r:id="rId100"/>
    <p:sldId id="1139" r:id="rId101"/>
    <p:sldId id="1133" r:id="rId102"/>
    <p:sldId id="439" r:id="rId103"/>
    <p:sldId id="1107" r:id="rId104"/>
    <p:sldId id="1108" r:id="rId105"/>
    <p:sldId id="1109" r:id="rId106"/>
    <p:sldId id="1110" r:id="rId107"/>
    <p:sldId id="1111" r:id="rId108"/>
    <p:sldId id="1112" r:id="rId109"/>
    <p:sldId id="1113" r:id="rId110"/>
    <p:sldId id="1114" r:id="rId111"/>
    <p:sldId id="1115" r:id="rId112"/>
    <p:sldId id="1116" r:id="rId113"/>
    <p:sldId id="1117" r:id="rId114"/>
    <p:sldId id="1118" r:id="rId115"/>
    <p:sldId id="1119" r:id="rId116"/>
    <p:sldId id="1120" r:id="rId117"/>
    <p:sldId id="1121" r:id="rId118"/>
    <p:sldId id="1122" r:id="rId119"/>
    <p:sldId id="1123" r:id="rId120"/>
    <p:sldId id="1124" r:id="rId121"/>
    <p:sldId id="1125" r:id="rId122"/>
    <p:sldId id="1126" r:id="rId123"/>
    <p:sldId id="1127" r:id="rId124"/>
    <p:sldId id="1141" r:id="rId125"/>
    <p:sldId id="1158" r:id="rId126"/>
    <p:sldId id="1140" r:id="rId127"/>
    <p:sldId id="1165" r:id="rId128"/>
    <p:sldId id="1166" r:id="rId129"/>
    <p:sldId id="1167" r:id="rId130"/>
    <p:sldId id="1168" r:id="rId131"/>
    <p:sldId id="1169" r:id="rId132"/>
    <p:sldId id="257" r:id="rId133"/>
    <p:sldId id="1160" r:id="rId134"/>
  </p:sldIdLst>
  <p:sldSz cx="12192000" cy="6858000"/>
  <p:notesSz cx="7010400" cy="9296400"/>
  <p:defaultTextStyle>
    <a:lvl1pPr defTabSz="321457">
      <a:defRPr sz="844">
        <a:latin typeface="Helvetica"/>
        <a:ea typeface="Helvetica"/>
        <a:cs typeface="Helvetica"/>
        <a:sym typeface="Helvetica"/>
      </a:defRPr>
    </a:lvl1pPr>
    <a:lvl2pPr indent="160729" defTabSz="321457">
      <a:defRPr sz="844">
        <a:latin typeface="Helvetica"/>
        <a:ea typeface="Helvetica"/>
        <a:cs typeface="Helvetica"/>
        <a:sym typeface="Helvetica"/>
      </a:defRPr>
    </a:lvl2pPr>
    <a:lvl3pPr indent="321457" defTabSz="321457">
      <a:defRPr sz="844">
        <a:latin typeface="Helvetica"/>
        <a:ea typeface="Helvetica"/>
        <a:cs typeface="Helvetica"/>
        <a:sym typeface="Helvetica"/>
      </a:defRPr>
    </a:lvl3pPr>
    <a:lvl4pPr indent="482186" defTabSz="321457">
      <a:defRPr sz="844">
        <a:latin typeface="Helvetica"/>
        <a:ea typeface="Helvetica"/>
        <a:cs typeface="Helvetica"/>
        <a:sym typeface="Helvetica"/>
      </a:defRPr>
    </a:lvl4pPr>
    <a:lvl5pPr indent="642915" defTabSz="321457">
      <a:defRPr sz="844">
        <a:latin typeface="Helvetica"/>
        <a:ea typeface="Helvetica"/>
        <a:cs typeface="Helvetica"/>
        <a:sym typeface="Helvetica"/>
      </a:defRPr>
    </a:lvl5pPr>
    <a:lvl6pPr indent="803643" defTabSz="321457">
      <a:defRPr sz="844">
        <a:latin typeface="Helvetica"/>
        <a:ea typeface="Helvetica"/>
        <a:cs typeface="Helvetica"/>
        <a:sym typeface="Helvetica"/>
      </a:defRPr>
    </a:lvl6pPr>
    <a:lvl7pPr indent="964372" defTabSz="321457">
      <a:defRPr sz="844">
        <a:latin typeface="Helvetica"/>
        <a:ea typeface="Helvetica"/>
        <a:cs typeface="Helvetica"/>
        <a:sym typeface="Helvetica"/>
      </a:defRPr>
    </a:lvl7pPr>
    <a:lvl8pPr indent="1125101" defTabSz="321457">
      <a:defRPr sz="844">
        <a:latin typeface="Helvetica"/>
        <a:ea typeface="Helvetica"/>
        <a:cs typeface="Helvetica"/>
        <a:sym typeface="Helvetica"/>
      </a:defRPr>
    </a:lvl8pPr>
    <a:lvl9pPr indent="1285829" defTabSz="321457">
      <a:defRPr sz="844"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1224" userDrawn="1">
          <p15:clr>
            <a:srgbClr val="A4A3A4"/>
          </p15:clr>
        </p15:guide>
        <p15:guide id="2" pos="6240" userDrawn="1">
          <p15:clr>
            <a:srgbClr val="A4A3A4"/>
          </p15:clr>
        </p15:guide>
        <p15:guide id="3" orient="horz" pos="4176" userDrawn="1">
          <p15:clr>
            <a:srgbClr val="A4A3A4"/>
          </p15:clr>
        </p15:guide>
        <p15:guide id="5" orient="horz" pos="1920" userDrawn="1">
          <p15:clr>
            <a:srgbClr val="A4A3A4"/>
          </p15:clr>
        </p15:guide>
        <p15:guide id="7" orient="horz" pos="3984" userDrawn="1">
          <p15:clr>
            <a:srgbClr val="A4A3A4"/>
          </p15:clr>
        </p15:guide>
        <p15:guide id="9" orient="horz" pos="3288" userDrawn="1">
          <p15:clr>
            <a:srgbClr val="A4A3A4"/>
          </p15:clr>
        </p15:guide>
        <p15:guide id="11" orient="horz" pos="1296" userDrawn="1">
          <p15:clr>
            <a:srgbClr val="A4A3A4"/>
          </p15:clr>
        </p15:guide>
        <p15:guide id="16" orient="horz" pos="3624" userDrawn="1">
          <p15:clr>
            <a:srgbClr val="A4A3A4"/>
          </p15:clr>
        </p15:guide>
        <p15:guide id="19" orient="horz" pos="3912" userDrawn="1">
          <p15:clr>
            <a:srgbClr val="A4A3A4"/>
          </p15:clr>
        </p15:guide>
        <p15:guide id="23" orient="horz" pos="4224" userDrawn="1">
          <p15:clr>
            <a:srgbClr val="A4A3A4"/>
          </p15:clr>
        </p15:guide>
        <p15:guide id="24" orient="horz" pos="408" userDrawn="1">
          <p15:clr>
            <a:srgbClr val="A4A3A4"/>
          </p15:clr>
        </p15:guide>
        <p15:guide id="27" pos="4032" userDrawn="1">
          <p15:clr>
            <a:srgbClr val="A4A3A4"/>
          </p15:clr>
        </p15:guide>
        <p15:guide id="28" pos="4104" userDrawn="1">
          <p15:clr>
            <a:srgbClr val="A4A3A4"/>
          </p15:clr>
        </p15:guide>
        <p15:guide id="29" pos="4200" userDrawn="1">
          <p15:clr>
            <a:srgbClr val="A4A3A4"/>
          </p15:clr>
        </p15:guide>
        <p15:guide id="30" pos="6936" userDrawn="1">
          <p15:clr>
            <a:srgbClr val="A4A3A4"/>
          </p15:clr>
        </p15:guide>
        <p15:guide id="31" pos="4992" userDrawn="1">
          <p15:clr>
            <a:srgbClr val="A4A3A4"/>
          </p15:clr>
        </p15:guide>
        <p15:guide id="32" pos="3816" userDrawn="1">
          <p15:clr>
            <a:srgbClr val="A4A3A4"/>
          </p15:clr>
        </p15:guide>
        <p15:guide id="35" pos="7248" userDrawn="1">
          <p15:clr>
            <a:srgbClr val="A4A3A4"/>
          </p15:clr>
        </p15:guide>
        <p15:guide id="40" pos="5376" userDrawn="1">
          <p15:clr>
            <a:srgbClr val="A4A3A4"/>
          </p15:clr>
        </p15:guide>
        <p15:guide id="42" pos="3456" userDrawn="1">
          <p15:clr>
            <a:srgbClr val="A4A3A4"/>
          </p15:clr>
        </p15:guide>
        <p15:guide id="43" pos="5832" userDrawn="1">
          <p15:clr>
            <a:srgbClr val="A4A3A4"/>
          </p15:clr>
        </p15:guide>
        <p15:guide id="45" pos="768" userDrawn="1">
          <p15:clr>
            <a:srgbClr val="A4A3A4"/>
          </p15:clr>
        </p15:guide>
        <p15:guide id="47" pos="6024" userDrawn="1">
          <p15:clr>
            <a:srgbClr val="A4A3A4"/>
          </p15:clr>
        </p15:guide>
        <p15:guide id="48" pos="6048" userDrawn="1">
          <p15:clr>
            <a:srgbClr val="A4A3A4"/>
          </p15:clr>
        </p15:guide>
        <p15:guide id="49" pos="5328" userDrawn="1">
          <p15:clr>
            <a:srgbClr val="A4A3A4"/>
          </p15:clr>
        </p15:guide>
        <p15:guide id="52" pos="6432" userDrawn="1">
          <p15:clr>
            <a:srgbClr val="A4A3A4"/>
          </p15:clr>
        </p15:guide>
        <p15:guide id="54" pos="6792" userDrawn="1">
          <p15:clr>
            <a:srgbClr val="A4A3A4"/>
          </p15:clr>
        </p15:guide>
        <p15:guide id="60" pos="7368" userDrawn="1">
          <p15:clr>
            <a:srgbClr val="A4A3A4"/>
          </p15:clr>
        </p15:guide>
        <p15:guide id="61" pos="7416" userDrawn="1">
          <p15:clr>
            <a:srgbClr val="A4A3A4"/>
          </p15:clr>
        </p15:guide>
        <p15:guide id="62" pos="7560" userDrawn="1">
          <p15:clr>
            <a:srgbClr val="A4A3A4"/>
          </p15:clr>
        </p15:guide>
        <p15:guide id="63" pos="7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3893"/>
    <a:srgbClr val="FFFFCC"/>
    <a:srgbClr val="DBEEF4"/>
    <a:srgbClr val="33CCCC"/>
    <a:srgbClr val="0000B7"/>
    <a:srgbClr val="99FF99"/>
    <a:srgbClr val="006666"/>
    <a:srgbClr val="006699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8C5700-B0BC-4AC2-84D6-75D743F4586B}" v="8" dt="2026-10-27T03:40:56.339"/>
  </p1510:revLst>
</p1510:revInfo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</a:tcStyle>
    </a:firstCol>
    <a:la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</a:tcStyle>
    </a:lastRow>
    <a:fir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7" autoAdjust="0"/>
  </p:normalViewPr>
  <p:slideViewPr>
    <p:cSldViewPr snapToGrid="0">
      <p:cViewPr varScale="1">
        <p:scale>
          <a:sx n="75" d="100"/>
          <a:sy n="75" d="100"/>
        </p:scale>
        <p:origin x="874" y="58"/>
      </p:cViewPr>
      <p:guideLst>
        <p:guide orient="horz" pos="1224"/>
        <p:guide pos="6240"/>
        <p:guide orient="horz" pos="4176"/>
        <p:guide orient="horz" pos="1920"/>
        <p:guide orient="horz" pos="3984"/>
        <p:guide orient="horz" pos="3288"/>
        <p:guide orient="horz" pos="1296"/>
        <p:guide orient="horz" pos="3624"/>
        <p:guide orient="horz" pos="3912"/>
        <p:guide orient="horz" pos="4224"/>
        <p:guide orient="horz" pos="408"/>
        <p:guide pos="4032"/>
        <p:guide pos="4104"/>
        <p:guide pos="4200"/>
        <p:guide pos="6936"/>
        <p:guide pos="4992"/>
        <p:guide pos="3816"/>
        <p:guide pos="7248"/>
        <p:guide pos="5376"/>
        <p:guide pos="3456"/>
        <p:guide pos="5832"/>
        <p:guide pos="768"/>
        <p:guide pos="6024"/>
        <p:guide pos="6048"/>
        <p:guide pos="5328"/>
        <p:guide pos="6432"/>
        <p:guide pos="6792"/>
        <p:guide pos="7368"/>
        <p:guide pos="7416"/>
        <p:guide pos="7560"/>
        <p:guide pos="76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8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63" Type="http://schemas.openxmlformats.org/officeDocument/2006/relationships/slide" Target="slides/slide54.xml"/><Relationship Id="rId84" Type="http://schemas.openxmlformats.org/officeDocument/2006/relationships/slide" Target="slides/slide75.xml"/><Relationship Id="rId138" Type="http://schemas.openxmlformats.org/officeDocument/2006/relationships/viewProps" Target="viewProps.xml"/><Relationship Id="rId107" Type="http://schemas.openxmlformats.org/officeDocument/2006/relationships/slide" Target="slides/slide98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slide" Target="slides/slide65.xml"/><Relationship Id="rId79" Type="http://schemas.openxmlformats.org/officeDocument/2006/relationships/slide" Target="slides/slide70.xml"/><Relationship Id="rId102" Type="http://schemas.openxmlformats.org/officeDocument/2006/relationships/slide" Target="slides/slide93.xml"/><Relationship Id="rId123" Type="http://schemas.openxmlformats.org/officeDocument/2006/relationships/slide" Target="slides/slide114.xml"/><Relationship Id="rId128" Type="http://schemas.openxmlformats.org/officeDocument/2006/relationships/slide" Target="slides/slide119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1.xml"/><Relationship Id="rId95" Type="http://schemas.openxmlformats.org/officeDocument/2006/relationships/slide" Target="slides/slide86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113" Type="http://schemas.openxmlformats.org/officeDocument/2006/relationships/slide" Target="slides/slide104.xml"/><Relationship Id="rId118" Type="http://schemas.openxmlformats.org/officeDocument/2006/relationships/slide" Target="slides/slide109.xml"/><Relationship Id="rId134" Type="http://schemas.openxmlformats.org/officeDocument/2006/relationships/slide" Target="slides/slide125.xml"/><Relationship Id="rId139" Type="http://schemas.openxmlformats.org/officeDocument/2006/relationships/theme" Target="theme/theme1.xml"/><Relationship Id="rId80" Type="http://schemas.openxmlformats.org/officeDocument/2006/relationships/slide" Target="slides/slide71.xml"/><Relationship Id="rId85" Type="http://schemas.openxmlformats.org/officeDocument/2006/relationships/slide" Target="slides/slide76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59" Type="http://schemas.openxmlformats.org/officeDocument/2006/relationships/slide" Target="slides/slide50.xml"/><Relationship Id="rId103" Type="http://schemas.openxmlformats.org/officeDocument/2006/relationships/slide" Target="slides/slide94.xml"/><Relationship Id="rId108" Type="http://schemas.openxmlformats.org/officeDocument/2006/relationships/slide" Target="slides/slide99.xml"/><Relationship Id="rId124" Type="http://schemas.openxmlformats.org/officeDocument/2006/relationships/slide" Target="slides/slide115.xml"/><Relationship Id="rId129" Type="http://schemas.openxmlformats.org/officeDocument/2006/relationships/slide" Target="slides/slide120.xml"/><Relationship Id="rId54" Type="http://schemas.openxmlformats.org/officeDocument/2006/relationships/slide" Target="slides/slide45.xml"/><Relationship Id="rId70" Type="http://schemas.openxmlformats.org/officeDocument/2006/relationships/slide" Target="slides/slide61.xml"/><Relationship Id="rId75" Type="http://schemas.openxmlformats.org/officeDocument/2006/relationships/slide" Target="slides/slide66.xml"/><Relationship Id="rId91" Type="http://schemas.openxmlformats.org/officeDocument/2006/relationships/slide" Target="slides/slide82.xml"/><Relationship Id="rId96" Type="http://schemas.openxmlformats.org/officeDocument/2006/relationships/slide" Target="slides/slide87.xml"/><Relationship Id="rId14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49" Type="http://schemas.openxmlformats.org/officeDocument/2006/relationships/slide" Target="slides/slide40.xml"/><Relationship Id="rId114" Type="http://schemas.openxmlformats.org/officeDocument/2006/relationships/slide" Target="slides/slide105.xml"/><Relationship Id="rId119" Type="http://schemas.openxmlformats.org/officeDocument/2006/relationships/slide" Target="slides/slide110.xml"/><Relationship Id="rId44" Type="http://schemas.openxmlformats.org/officeDocument/2006/relationships/slide" Target="slides/slide35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81" Type="http://schemas.openxmlformats.org/officeDocument/2006/relationships/slide" Target="slides/slide72.xml"/><Relationship Id="rId86" Type="http://schemas.openxmlformats.org/officeDocument/2006/relationships/slide" Target="slides/slide77.xml"/><Relationship Id="rId130" Type="http://schemas.openxmlformats.org/officeDocument/2006/relationships/slide" Target="slides/slide121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109" Type="http://schemas.openxmlformats.org/officeDocument/2006/relationships/slide" Target="slides/slide10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slide" Target="slides/slide67.xml"/><Relationship Id="rId97" Type="http://schemas.openxmlformats.org/officeDocument/2006/relationships/slide" Target="slides/slide88.xml"/><Relationship Id="rId104" Type="http://schemas.openxmlformats.org/officeDocument/2006/relationships/slide" Target="slides/slide95.xml"/><Relationship Id="rId120" Type="http://schemas.openxmlformats.org/officeDocument/2006/relationships/slide" Target="slides/slide111.xml"/><Relationship Id="rId125" Type="http://schemas.openxmlformats.org/officeDocument/2006/relationships/slide" Target="slides/slide116.xml"/><Relationship Id="rId141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2.xml"/><Relationship Id="rId92" Type="http://schemas.openxmlformats.org/officeDocument/2006/relationships/slide" Target="slides/slide83.xml"/><Relationship Id="rId2" Type="http://schemas.openxmlformats.org/officeDocument/2006/relationships/customXml" Target="../customXml/item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87" Type="http://schemas.openxmlformats.org/officeDocument/2006/relationships/slide" Target="slides/slide78.xml"/><Relationship Id="rId110" Type="http://schemas.openxmlformats.org/officeDocument/2006/relationships/slide" Target="slides/slide101.xml"/><Relationship Id="rId115" Type="http://schemas.openxmlformats.org/officeDocument/2006/relationships/slide" Target="slides/slide106.xml"/><Relationship Id="rId131" Type="http://schemas.openxmlformats.org/officeDocument/2006/relationships/slide" Target="slides/slide122.xml"/><Relationship Id="rId136" Type="http://schemas.openxmlformats.org/officeDocument/2006/relationships/handoutMaster" Target="handoutMasters/handoutMaster1.xml"/><Relationship Id="rId61" Type="http://schemas.openxmlformats.org/officeDocument/2006/relationships/slide" Target="slides/slide52.xml"/><Relationship Id="rId82" Type="http://schemas.openxmlformats.org/officeDocument/2006/relationships/slide" Target="slides/slide73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56" Type="http://schemas.openxmlformats.org/officeDocument/2006/relationships/slide" Target="slides/slide47.xml"/><Relationship Id="rId77" Type="http://schemas.openxmlformats.org/officeDocument/2006/relationships/slide" Target="slides/slide68.xml"/><Relationship Id="rId100" Type="http://schemas.openxmlformats.org/officeDocument/2006/relationships/slide" Target="slides/slide91.xml"/><Relationship Id="rId105" Type="http://schemas.openxmlformats.org/officeDocument/2006/relationships/slide" Target="slides/slide96.xml"/><Relationship Id="rId126" Type="http://schemas.openxmlformats.org/officeDocument/2006/relationships/slide" Target="slides/slide117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93" Type="http://schemas.openxmlformats.org/officeDocument/2006/relationships/slide" Target="slides/slide84.xml"/><Relationship Id="rId98" Type="http://schemas.openxmlformats.org/officeDocument/2006/relationships/slide" Target="slides/slide89.xml"/><Relationship Id="rId121" Type="http://schemas.openxmlformats.org/officeDocument/2006/relationships/slide" Target="slides/slide112.xml"/><Relationship Id="rId142" Type="http://schemas.microsoft.com/office/2015/10/relationships/revisionInfo" Target="revisionInfo.xml"/><Relationship Id="rId3" Type="http://schemas.openxmlformats.org/officeDocument/2006/relationships/customXml" Target="../customXml/item3.xml"/><Relationship Id="rId25" Type="http://schemas.openxmlformats.org/officeDocument/2006/relationships/slide" Target="slides/slide16.xml"/><Relationship Id="rId46" Type="http://schemas.openxmlformats.org/officeDocument/2006/relationships/slide" Target="slides/slide37.xml"/><Relationship Id="rId67" Type="http://schemas.openxmlformats.org/officeDocument/2006/relationships/slide" Target="slides/slide58.xml"/><Relationship Id="rId116" Type="http://schemas.openxmlformats.org/officeDocument/2006/relationships/slide" Target="slides/slide107.xml"/><Relationship Id="rId137" Type="http://schemas.openxmlformats.org/officeDocument/2006/relationships/presProps" Target="presProps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62" Type="http://schemas.openxmlformats.org/officeDocument/2006/relationships/slide" Target="slides/slide53.xml"/><Relationship Id="rId83" Type="http://schemas.openxmlformats.org/officeDocument/2006/relationships/slide" Target="slides/slide74.xml"/><Relationship Id="rId88" Type="http://schemas.openxmlformats.org/officeDocument/2006/relationships/slide" Target="slides/slide79.xml"/><Relationship Id="rId111" Type="http://schemas.openxmlformats.org/officeDocument/2006/relationships/slide" Target="slides/slide102.xml"/><Relationship Id="rId132" Type="http://schemas.openxmlformats.org/officeDocument/2006/relationships/slide" Target="slides/slide123.xml"/><Relationship Id="rId15" Type="http://schemas.openxmlformats.org/officeDocument/2006/relationships/slide" Target="slides/slide6.xml"/><Relationship Id="rId36" Type="http://schemas.openxmlformats.org/officeDocument/2006/relationships/slide" Target="slides/slide27.xml"/><Relationship Id="rId57" Type="http://schemas.openxmlformats.org/officeDocument/2006/relationships/slide" Target="slides/slide48.xml"/><Relationship Id="rId106" Type="http://schemas.openxmlformats.org/officeDocument/2006/relationships/slide" Target="slides/slide97.xml"/><Relationship Id="rId127" Type="http://schemas.openxmlformats.org/officeDocument/2006/relationships/slide" Target="slides/slide11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52" Type="http://schemas.openxmlformats.org/officeDocument/2006/relationships/slide" Target="slides/slide43.xml"/><Relationship Id="rId73" Type="http://schemas.openxmlformats.org/officeDocument/2006/relationships/slide" Target="slides/slide64.xml"/><Relationship Id="rId78" Type="http://schemas.openxmlformats.org/officeDocument/2006/relationships/slide" Target="slides/slide69.xml"/><Relationship Id="rId94" Type="http://schemas.openxmlformats.org/officeDocument/2006/relationships/slide" Target="slides/slide85.xml"/><Relationship Id="rId99" Type="http://schemas.openxmlformats.org/officeDocument/2006/relationships/slide" Target="slides/slide90.xml"/><Relationship Id="rId101" Type="http://schemas.openxmlformats.org/officeDocument/2006/relationships/slide" Target="slides/slide92.xml"/><Relationship Id="rId122" Type="http://schemas.openxmlformats.org/officeDocument/2006/relationships/slide" Target="slides/slide113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7.xml"/><Relationship Id="rId47" Type="http://schemas.openxmlformats.org/officeDocument/2006/relationships/slide" Target="slides/slide38.xml"/><Relationship Id="rId68" Type="http://schemas.openxmlformats.org/officeDocument/2006/relationships/slide" Target="slides/slide59.xml"/><Relationship Id="rId89" Type="http://schemas.openxmlformats.org/officeDocument/2006/relationships/slide" Target="slides/slide80.xml"/><Relationship Id="rId112" Type="http://schemas.openxmlformats.org/officeDocument/2006/relationships/slide" Target="slides/slide103.xml"/><Relationship Id="rId133" Type="http://schemas.openxmlformats.org/officeDocument/2006/relationships/slide" Target="slides/slide124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or Chandro Bakchy" userId="8a9abfdb-a1c2-45f8-85c0-2b29d3748ad0" providerId="ADAL" clId="{B65CF18E-C500-4EF2-AF42-336A8904D511}"/>
    <pc:docChg chg="undo custSel addSld delSld modSld sldOrd delMainMaster">
      <pc:chgData name="Sagor Chandro Bakchy" userId="8a9abfdb-a1c2-45f8-85c0-2b29d3748ad0" providerId="ADAL" clId="{B65CF18E-C500-4EF2-AF42-336A8904D511}" dt="2026-10-27T03:41:07.806" v="1363" actId="20577"/>
      <pc:docMkLst>
        <pc:docMk/>
      </pc:docMkLst>
      <pc:sldChg chg="modSp mod">
        <pc:chgData name="Sagor Chandro Bakchy" userId="8a9abfdb-a1c2-45f8-85c0-2b29d3748ad0" providerId="ADAL" clId="{B65CF18E-C500-4EF2-AF42-336A8904D511}" dt="2026-09-28T06:46:28.873" v="0" actId="1076"/>
        <pc:sldMkLst>
          <pc:docMk/>
          <pc:sldMk cId="1403775237" sldId="1056"/>
        </pc:sldMkLst>
        <pc:picChg chg="mod">
          <ac:chgData name="Sagor Chandro Bakchy" userId="8a9abfdb-a1c2-45f8-85c0-2b29d3748ad0" providerId="ADAL" clId="{B65CF18E-C500-4EF2-AF42-336A8904D511}" dt="2026-09-28T06:46:28.873" v="0" actId="1076"/>
          <ac:picMkLst>
            <pc:docMk/>
            <pc:sldMk cId="1403775237" sldId="1056"/>
            <ac:picMk id="18" creationId="{7E6B5C99-B02C-7C99-061F-48E42F84253C}"/>
          </ac:picMkLst>
        </pc:picChg>
      </pc:sldChg>
      <pc:sldChg chg="addSp delSp modSp add mod modNotesTx">
        <pc:chgData name="Sagor Chandro Bakchy" userId="8a9abfdb-a1c2-45f8-85c0-2b29d3748ad0" providerId="ADAL" clId="{B65CF18E-C500-4EF2-AF42-336A8904D511}" dt="2026-10-22T05:45:47.352" v="31" actId="6549"/>
        <pc:sldMkLst>
          <pc:docMk/>
          <pc:sldMk cId="0" sldId="1059"/>
        </pc:sldMkLst>
      </pc:sldChg>
      <pc:sldChg chg="modSp add mod">
        <pc:chgData name="Sagor Chandro Bakchy" userId="8a9abfdb-a1c2-45f8-85c0-2b29d3748ad0" providerId="ADAL" clId="{B65CF18E-C500-4EF2-AF42-336A8904D511}" dt="2026-10-23T01:51:28.179" v="50" actId="20577"/>
        <pc:sldMkLst>
          <pc:docMk/>
          <pc:sldMk cId="0" sldId="1145"/>
        </pc:sldMkLst>
        <pc:spChg chg="mod">
          <ac:chgData name="Sagor Chandro Bakchy" userId="8a9abfdb-a1c2-45f8-85c0-2b29d3748ad0" providerId="ADAL" clId="{B65CF18E-C500-4EF2-AF42-336A8904D511}" dt="2026-10-23T01:51:28.179" v="50" actId="20577"/>
          <ac:spMkLst>
            <pc:docMk/>
            <pc:sldMk cId="0" sldId="1145"/>
            <ac:spMk id="8" creationId="{00000000-0000-0000-0000-000000000000}"/>
          </ac:spMkLst>
        </pc:spChg>
      </pc:sldChg>
      <pc:sldChg chg="add">
        <pc:chgData name="Sagor Chandro Bakchy" userId="8a9abfdb-a1c2-45f8-85c0-2b29d3748ad0" providerId="ADAL" clId="{B65CF18E-C500-4EF2-AF42-336A8904D511}" dt="2026-10-22T04:51:04.757" v="1"/>
        <pc:sldMkLst>
          <pc:docMk/>
          <pc:sldMk cId="0" sldId="1146"/>
        </pc:sldMkLst>
      </pc:sldChg>
      <pc:sldChg chg="add">
        <pc:chgData name="Sagor Chandro Bakchy" userId="8a9abfdb-a1c2-45f8-85c0-2b29d3748ad0" providerId="ADAL" clId="{B65CF18E-C500-4EF2-AF42-336A8904D511}" dt="2026-10-22T04:51:04.757" v="1"/>
        <pc:sldMkLst>
          <pc:docMk/>
          <pc:sldMk cId="0" sldId="1147"/>
        </pc:sldMkLst>
      </pc:sldChg>
      <pc:sldChg chg="add">
        <pc:chgData name="Sagor Chandro Bakchy" userId="8a9abfdb-a1c2-45f8-85c0-2b29d3748ad0" providerId="ADAL" clId="{B65CF18E-C500-4EF2-AF42-336A8904D511}" dt="2026-10-22T04:51:04.757" v="1"/>
        <pc:sldMkLst>
          <pc:docMk/>
          <pc:sldMk cId="0" sldId="1148"/>
        </pc:sldMkLst>
      </pc:sldChg>
      <pc:sldChg chg="add">
        <pc:chgData name="Sagor Chandro Bakchy" userId="8a9abfdb-a1c2-45f8-85c0-2b29d3748ad0" providerId="ADAL" clId="{B65CF18E-C500-4EF2-AF42-336A8904D511}" dt="2026-10-22T04:51:04.757" v="1"/>
        <pc:sldMkLst>
          <pc:docMk/>
          <pc:sldMk cId="0" sldId="1149"/>
        </pc:sldMkLst>
      </pc:sldChg>
      <pc:sldChg chg="add">
        <pc:chgData name="Sagor Chandro Bakchy" userId="8a9abfdb-a1c2-45f8-85c0-2b29d3748ad0" providerId="ADAL" clId="{B65CF18E-C500-4EF2-AF42-336A8904D511}" dt="2026-10-22T04:51:04.757" v="1"/>
        <pc:sldMkLst>
          <pc:docMk/>
          <pc:sldMk cId="0" sldId="1150"/>
        </pc:sldMkLst>
      </pc:sldChg>
      <pc:sldChg chg="add">
        <pc:chgData name="Sagor Chandro Bakchy" userId="8a9abfdb-a1c2-45f8-85c0-2b29d3748ad0" providerId="ADAL" clId="{B65CF18E-C500-4EF2-AF42-336A8904D511}" dt="2026-10-22T04:51:04.757" v="1"/>
        <pc:sldMkLst>
          <pc:docMk/>
          <pc:sldMk cId="0" sldId="1151"/>
        </pc:sldMkLst>
      </pc:sldChg>
      <pc:sldChg chg="add">
        <pc:chgData name="Sagor Chandro Bakchy" userId="8a9abfdb-a1c2-45f8-85c0-2b29d3748ad0" providerId="ADAL" clId="{B65CF18E-C500-4EF2-AF42-336A8904D511}" dt="2026-10-22T04:51:04.757" v="1"/>
        <pc:sldMkLst>
          <pc:docMk/>
          <pc:sldMk cId="0" sldId="1152"/>
        </pc:sldMkLst>
      </pc:sldChg>
      <pc:sldChg chg="addSp modSp add mod">
        <pc:chgData name="Sagor Chandro Bakchy" userId="8a9abfdb-a1c2-45f8-85c0-2b29d3748ad0" providerId="ADAL" clId="{B65CF18E-C500-4EF2-AF42-336A8904D511}" dt="2026-10-22T05:22:55.416" v="19" actId="1076"/>
        <pc:sldMkLst>
          <pc:docMk/>
          <pc:sldMk cId="0" sldId="1154"/>
        </pc:sldMkLst>
        <pc:spChg chg="mod">
          <ac:chgData name="Sagor Chandro Bakchy" userId="8a9abfdb-a1c2-45f8-85c0-2b29d3748ad0" providerId="ADAL" clId="{B65CF18E-C500-4EF2-AF42-336A8904D511}" dt="2026-10-22T05:21:28.958" v="13" actId="2711"/>
          <ac:spMkLst>
            <pc:docMk/>
            <pc:sldMk cId="0" sldId="1154"/>
            <ac:spMk id="5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1:28.958" v="13" actId="2711"/>
          <ac:spMkLst>
            <pc:docMk/>
            <pc:sldMk cId="0" sldId="1154"/>
            <ac:spMk id="41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1:28.958" v="13" actId="2711"/>
          <ac:spMkLst>
            <pc:docMk/>
            <pc:sldMk cId="0" sldId="1154"/>
            <ac:spMk id="58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1:28.958" v="13" actId="2711"/>
          <ac:spMkLst>
            <pc:docMk/>
            <pc:sldMk cId="0" sldId="1154"/>
            <ac:spMk id="71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1:28.958" v="13" actId="2711"/>
          <ac:spMkLst>
            <pc:docMk/>
            <pc:sldMk cId="0" sldId="1154"/>
            <ac:spMk id="111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1:28.958" v="13" actId="2711"/>
          <ac:spMkLst>
            <pc:docMk/>
            <pc:sldMk cId="0" sldId="1154"/>
            <ac:spMk id="131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1:28.958" v="13" actId="2711"/>
          <ac:spMkLst>
            <pc:docMk/>
            <pc:sldMk cId="0" sldId="1154"/>
            <ac:spMk id="158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1:28.958" v="13" actId="2711"/>
          <ac:spMkLst>
            <pc:docMk/>
            <pc:sldMk cId="0" sldId="1154"/>
            <ac:spMk id="171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1:28.958" v="13" actId="2711"/>
          <ac:spMkLst>
            <pc:docMk/>
            <pc:sldMk cId="0" sldId="1154"/>
            <ac:spMk id="209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1:28.958" v="13" actId="2711"/>
          <ac:spMkLst>
            <pc:docMk/>
            <pc:sldMk cId="0" sldId="1154"/>
            <ac:spMk id="216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0:15.771" v="4" actId="164"/>
          <ac:spMkLst>
            <pc:docMk/>
            <pc:sldMk cId="0" sldId="1154"/>
            <ac:spMk id="222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0:15.771" v="4" actId="164"/>
          <ac:spMkLst>
            <pc:docMk/>
            <pc:sldMk cId="0" sldId="1154"/>
            <ac:spMk id="225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0:15.771" v="4" actId="164"/>
          <ac:spMkLst>
            <pc:docMk/>
            <pc:sldMk cId="0" sldId="1154"/>
            <ac:spMk id="226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0:15.771" v="4" actId="164"/>
          <ac:spMkLst>
            <pc:docMk/>
            <pc:sldMk cId="0" sldId="1154"/>
            <ac:spMk id="230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0:15.771" v="4" actId="164"/>
          <ac:spMkLst>
            <pc:docMk/>
            <pc:sldMk cId="0" sldId="1154"/>
            <ac:spMk id="232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0:15.771" v="4" actId="164"/>
          <ac:spMkLst>
            <pc:docMk/>
            <pc:sldMk cId="0" sldId="1154"/>
            <ac:spMk id="236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0:15.771" v="4" actId="164"/>
          <ac:spMkLst>
            <pc:docMk/>
            <pc:sldMk cId="0" sldId="1154"/>
            <ac:spMk id="240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0:15.771" v="4" actId="164"/>
          <ac:spMkLst>
            <pc:docMk/>
            <pc:sldMk cId="0" sldId="1154"/>
            <ac:spMk id="242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0:15.771" v="4" actId="164"/>
          <ac:spMkLst>
            <pc:docMk/>
            <pc:sldMk cId="0" sldId="1154"/>
            <ac:spMk id="244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0:15.771" v="4" actId="164"/>
          <ac:spMkLst>
            <pc:docMk/>
            <pc:sldMk cId="0" sldId="1154"/>
            <ac:spMk id="246" creationId="{00000000-0000-0000-0000-000000000000}"/>
          </ac:spMkLst>
        </pc:spChg>
        <pc:spChg chg="mod">
          <ac:chgData name="Sagor Chandro Bakchy" userId="8a9abfdb-a1c2-45f8-85c0-2b29d3748ad0" providerId="ADAL" clId="{B65CF18E-C500-4EF2-AF42-336A8904D511}" dt="2026-10-22T05:21:17.922" v="12" actId="207"/>
          <ac:spMkLst>
            <pc:docMk/>
            <pc:sldMk cId="0" sldId="1154"/>
            <ac:spMk id="255" creationId="{00000000-0000-0000-0000-000000000000}"/>
          </ac:spMkLst>
        </pc:spChg>
        <pc:grpChg chg="mod">
          <ac:chgData name="Sagor Chandro Bakchy" userId="8a9abfdb-a1c2-45f8-85c0-2b29d3748ad0" providerId="ADAL" clId="{B65CF18E-C500-4EF2-AF42-336A8904D511}" dt="2026-10-22T05:22:55.416" v="19" actId="1076"/>
          <ac:grpSpMkLst>
            <pc:docMk/>
            <pc:sldMk cId="0" sldId="1154"/>
            <ac:grpSpMk id="266" creationId="{9EEF296A-0E76-47F4-3F85-0E194B5318EF}"/>
          </ac:grpSpMkLst>
        </pc:grpChg>
        <pc:grpChg chg="mod">
          <ac:chgData name="Sagor Chandro Bakchy" userId="8a9abfdb-a1c2-45f8-85c0-2b29d3748ad0" providerId="ADAL" clId="{B65CF18E-C500-4EF2-AF42-336A8904D511}" dt="2026-10-22T05:22:11.964" v="15" actId="1076"/>
          <ac:grpSpMkLst>
            <pc:docMk/>
            <pc:sldMk cId="0" sldId="1154"/>
            <ac:grpSpMk id="267" creationId="{E102BA36-4E95-E950-A26C-1D96921F4C92}"/>
          </ac:grpSpMkLst>
        </pc:grpChg>
      </pc:sldChg>
      <pc:sldChg chg="add">
        <pc:chgData name="Sagor Chandro Bakchy" userId="8a9abfdb-a1c2-45f8-85c0-2b29d3748ad0" providerId="ADAL" clId="{B65CF18E-C500-4EF2-AF42-336A8904D511}" dt="2026-10-22T05:24:34.239" v="22"/>
        <pc:sldMkLst>
          <pc:docMk/>
          <pc:sldMk cId="374694470" sldId="1155"/>
        </pc:sldMkLst>
      </pc:sldChg>
      <pc:sldChg chg="add">
        <pc:chgData name="Sagor Chandro Bakchy" userId="8a9abfdb-a1c2-45f8-85c0-2b29d3748ad0" providerId="ADAL" clId="{B65CF18E-C500-4EF2-AF42-336A8904D511}" dt="2026-10-22T05:25:33.446" v="25"/>
        <pc:sldMkLst>
          <pc:docMk/>
          <pc:sldMk cId="2979779660" sldId="1156"/>
        </pc:sldMkLst>
      </pc:sldChg>
      <pc:sldChg chg="add">
        <pc:chgData name="Sagor Chandro Bakchy" userId="8a9abfdb-a1c2-45f8-85c0-2b29d3748ad0" providerId="ADAL" clId="{B65CF18E-C500-4EF2-AF42-336A8904D511}" dt="2026-10-22T05:25:45.491" v="26"/>
        <pc:sldMkLst>
          <pc:docMk/>
          <pc:sldMk cId="1104573231" sldId="1157"/>
        </pc:sldMkLst>
      </pc:sldChg>
      <pc:sldChg chg="add">
        <pc:chgData name="Sagor Chandro Bakchy" userId="8a9abfdb-a1c2-45f8-85c0-2b29d3748ad0" providerId="ADAL" clId="{B65CF18E-C500-4EF2-AF42-336A8904D511}" dt="2026-10-22T05:25:57.704" v="27"/>
        <pc:sldMkLst>
          <pc:docMk/>
          <pc:sldMk cId="4188092416" sldId="1158"/>
        </pc:sldMkLst>
      </pc:sldChg>
      <pc:sldChg chg="addSp delSp modSp add mod modAnim">
        <pc:chgData name="Sagor Chandro Bakchy" userId="8a9abfdb-a1c2-45f8-85c0-2b29d3748ad0" providerId="ADAL" clId="{B65CF18E-C500-4EF2-AF42-336A8904D511}" dt="2026-10-23T01:50:14.978" v="49" actId="404"/>
        <pc:sldMkLst>
          <pc:docMk/>
          <pc:sldMk cId="2257957375" sldId="1159"/>
        </pc:sldMkLst>
        <pc:spChg chg="mod">
          <ac:chgData name="Sagor Chandro Bakchy" userId="8a9abfdb-a1c2-45f8-85c0-2b29d3748ad0" providerId="ADAL" clId="{B65CF18E-C500-4EF2-AF42-336A8904D511}" dt="2026-10-23T01:50:14.978" v="49" actId="404"/>
          <ac:spMkLst>
            <pc:docMk/>
            <pc:sldMk cId="2257957375" sldId="1159"/>
            <ac:spMk id="11" creationId="{5FFEAC12-CB93-6419-8CB0-F1E9B9D390F3}"/>
          </ac:spMkLst>
        </pc:spChg>
        <pc:picChg chg="add mod">
          <ac:chgData name="Sagor Chandro Bakchy" userId="8a9abfdb-a1c2-45f8-85c0-2b29d3748ad0" providerId="ADAL" clId="{B65CF18E-C500-4EF2-AF42-336A8904D511}" dt="2026-10-23T01:48:08.370" v="39" actId="14100"/>
          <ac:picMkLst>
            <pc:docMk/>
            <pc:sldMk cId="2257957375" sldId="1159"/>
            <ac:picMk id="2" creationId="{1346CD4F-C618-C69F-D053-8F5945897166}"/>
          </ac:picMkLst>
        </pc:picChg>
      </pc:sldChg>
      <pc:sldChg chg="addSp delSp modSp add mod">
        <pc:chgData name="Sagor Chandro Bakchy" userId="8a9abfdb-a1c2-45f8-85c0-2b29d3748ad0" providerId="ADAL" clId="{B65CF18E-C500-4EF2-AF42-336A8904D511}" dt="2026-10-27T02:37:54.030" v="954" actId="1076"/>
        <pc:sldMkLst>
          <pc:docMk/>
          <pc:sldMk cId="2424332050" sldId="1160"/>
        </pc:sldMkLst>
        <pc:spChg chg="add mod">
          <ac:chgData name="Sagor Chandro Bakchy" userId="8a9abfdb-a1c2-45f8-85c0-2b29d3748ad0" providerId="ADAL" clId="{B65CF18E-C500-4EF2-AF42-336A8904D511}" dt="2026-10-27T02:37:54.030" v="954" actId="1076"/>
          <ac:spMkLst>
            <pc:docMk/>
            <pc:sldMk cId="2424332050" sldId="1160"/>
            <ac:spMk id="268" creationId="{06E825ED-D78B-4E4D-050C-9F22964434F9}"/>
          </ac:spMkLst>
        </pc:spChg>
      </pc:sldChg>
      <pc:sldChg chg="addSp delSp modSp add mod ord">
        <pc:chgData name="Sagor Chandro Bakchy" userId="8a9abfdb-a1c2-45f8-85c0-2b29d3748ad0" providerId="ADAL" clId="{B65CF18E-C500-4EF2-AF42-336A8904D511}" dt="2026-10-27T01:55:43.411" v="389" actId="14100"/>
        <pc:sldMkLst>
          <pc:docMk/>
          <pc:sldMk cId="2920722251" sldId="1161"/>
        </pc:sldMkLst>
        <pc:spChg chg="del">
          <ac:chgData name="Sagor Chandro Bakchy" userId="8a9abfdb-a1c2-45f8-85c0-2b29d3748ad0" providerId="ADAL" clId="{B65CF18E-C500-4EF2-AF42-336A8904D511}" dt="2026-10-27T01:40:31.091" v="101" actId="478"/>
          <ac:spMkLst>
            <pc:docMk/>
            <pc:sldMk cId="2920722251" sldId="1161"/>
            <ac:spMk id="6" creationId="{61218013-5063-92C9-0151-5BAE684BAD24}"/>
          </ac:spMkLst>
        </pc:spChg>
        <pc:spChg chg="del">
          <ac:chgData name="Sagor Chandro Bakchy" userId="8a9abfdb-a1c2-45f8-85c0-2b29d3748ad0" providerId="ADAL" clId="{B65CF18E-C500-4EF2-AF42-336A8904D511}" dt="2026-10-27T01:40:28.183" v="99" actId="478"/>
          <ac:spMkLst>
            <pc:docMk/>
            <pc:sldMk cId="2920722251" sldId="1161"/>
            <ac:spMk id="8" creationId="{79E1B4B7-8407-98DA-F961-F83CD60E6408}"/>
          </ac:spMkLst>
        </pc:spChg>
        <pc:spChg chg="mod">
          <ac:chgData name="Sagor Chandro Bakchy" userId="8a9abfdb-a1c2-45f8-85c0-2b29d3748ad0" providerId="ADAL" clId="{B65CF18E-C500-4EF2-AF42-336A8904D511}" dt="2026-10-27T01:49:09.755" v="172" actId="27636"/>
          <ac:spMkLst>
            <pc:docMk/>
            <pc:sldMk cId="2920722251" sldId="1161"/>
            <ac:spMk id="9" creationId="{DECE2854-CFA0-379C-1643-945FB57366C3}"/>
          </ac:spMkLst>
        </pc:spChg>
        <pc:spChg chg="del">
          <ac:chgData name="Sagor Chandro Bakchy" userId="8a9abfdb-a1c2-45f8-85c0-2b29d3748ad0" providerId="ADAL" clId="{B65CF18E-C500-4EF2-AF42-336A8904D511}" dt="2026-10-27T01:40:49.771" v="129" actId="478"/>
          <ac:spMkLst>
            <pc:docMk/>
            <pc:sldMk cId="2920722251" sldId="1161"/>
            <ac:spMk id="10" creationId="{F28F12F4-E16D-446D-FDE2-68667779FB40}"/>
          </ac:spMkLst>
        </pc:spChg>
        <pc:spChg chg="del">
          <ac:chgData name="Sagor Chandro Bakchy" userId="8a9abfdb-a1c2-45f8-85c0-2b29d3748ad0" providerId="ADAL" clId="{B65CF18E-C500-4EF2-AF42-336A8904D511}" dt="2026-10-27T01:40:52.821" v="131" actId="478"/>
          <ac:spMkLst>
            <pc:docMk/>
            <pc:sldMk cId="2920722251" sldId="1161"/>
            <ac:spMk id="11" creationId="{EC552B26-38F4-E10F-D361-CEC5A525C68C}"/>
          </ac:spMkLst>
        </pc:spChg>
        <pc:spChg chg="del">
          <ac:chgData name="Sagor Chandro Bakchy" userId="8a9abfdb-a1c2-45f8-85c0-2b29d3748ad0" providerId="ADAL" clId="{B65CF18E-C500-4EF2-AF42-336A8904D511}" dt="2026-10-27T01:40:51.256" v="130" actId="478"/>
          <ac:spMkLst>
            <pc:docMk/>
            <pc:sldMk cId="2920722251" sldId="1161"/>
            <ac:spMk id="12" creationId="{40F6FE4C-5972-5272-60F6-59DE62A7ED15}"/>
          </ac:spMkLst>
        </pc:spChg>
        <pc:spChg chg="mod">
          <ac:chgData name="Sagor Chandro Bakchy" userId="8a9abfdb-a1c2-45f8-85c0-2b29d3748ad0" providerId="ADAL" clId="{B65CF18E-C500-4EF2-AF42-336A8904D511}" dt="2026-10-27T01:49:58.678" v="238" actId="20577"/>
          <ac:spMkLst>
            <pc:docMk/>
            <pc:sldMk cId="2920722251" sldId="1161"/>
            <ac:spMk id="13" creationId="{9FB060B9-07E8-9DB9-DB88-7CFF261F9412}"/>
          </ac:spMkLst>
        </pc:spChg>
        <pc:picChg chg="del">
          <ac:chgData name="Sagor Chandro Bakchy" userId="8a9abfdb-a1c2-45f8-85c0-2b29d3748ad0" providerId="ADAL" clId="{B65CF18E-C500-4EF2-AF42-336A8904D511}" dt="2026-10-27T01:40:29.921" v="100" actId="478"/>
          <ac:picMkLst>
            <pc:docMk/>
            <pc:sldMk cId="2920722251" sldId="1161"/>
            <ac:picMk id="5" creationId="{03DD7266-4B21-7D68-C19C-221FCC8E5D37}"/>
          </ac:picMkLst>
        </pc:picChg>
        <pc:picChg chg="del">
          <ac:chgData name="Sagor Chandro Bakchy" userId="8a9abfdb-a1c2-45f8-85c0-2b29d3748ad0" providerId="ADAL" clId="{B65CF18E-C500-4EF2-AF42-336A8904D511}" dt="2026-10-27T01:40:31.785" v="102" actId="478"/>
          <ac:picMkLst>
            <pc:docMk/>
            <pc:sldMk cId="2920722251" sldId="1161"/>
            <ac:picMk id="7" creationId="{50C08627-D32C-8BE7-8C1F-31F8AEB1911D}"/>
          </ac:picMkLst>
        </pc:picChg>
        <pc:picChg chg="add mod">
          <ac:chgData name="Sagor Chandro Bakchy" userId="8a9abfdb-a1c2-45f8-85c0-2b29d3748ad0" providerId="ADAL" clId="{B65CF18E-C500-4EF2-AF42-336A8904D511}" dt="2026-10-27T01:55:43.411" v="389" actId="14100"/>
          <ac:picMkLst>
            <pc:docMk/>
            <pc:sldMk cId="2920722251" sldId="1161"/>
            <ac:picMk id="16" creationId="{AE24949B-66D1-02A3-9C6D-5133BA5644CD}"/>
          </ac:picMkLst>
        </pc:picChg>
      </pc:sldChg>
      <pc:sldChg chg="addSp delSp modSp add mod">
        <pc:chgData name="Sagor Chandro Bakchy" userId="8a9abfdb-a1c2-45f8-85c0-2b29d3748ad0" providerId="ADAL" clId="{B65CF18E-C500-4EF2-AF42-336A8904D511}" dt="2026-10-27T01:55:30.204" v="388" actId="207"/>
        <pc:sldMkLst>
          <pc:docMk/>
          <pc:sldMk cId="439838053" sldId="1162"/>
        </pc:sldMkLst>
        <pc:spChg chg="mod">
          <ac:chgData name="Sagor Chandro Bakchy" userId="8a9abfdb-a1c2-45f8-85c0-2b29d3748ad0" providerId="ADAL" clId="{B65CF18E-C500-4EF2-AF42-336A8904D511}" dt="2026-10-27T01:55:30.204" v="388" actId="207"/>
          <ac:spMkLst>
            <pc:docMk/>
            <pc:sldMk cId="439838053" sldId="1162"/>
            <ac:spMk id="13" creationId="{D1B1928B-DD84-750C-F376-671F0B752637}"/>
          </ac:spMkLst>
        </pc:spChg>
        <pc:picChg chg="add mod">
          <ac:chgData name="Sagor Chandro Bakchy" userId="8a9abfdb-a1c2-45f8-85c0-2b29d3748ad0" providerId="ADAL" clId="{B65CF18E-C500-4EF2-AF42-336A8904D511}" dt="2026-10-27T01:54:42.148" v="335" actId="1076"/>
          <ac:picMkLst>
            <pc:docMk/>
            <pc:sldMk cId="439838053" sldId="1162"/>
            <ac:picMk id="6" creationId="{D5ECC51E-BE01-C1A1-34F1-404718A30B5C}"/>
          </ac:picMkLst>
        </pc:picChg>
        <pc:picChg chg="del">
          <ac:chgData name="Sagor Chandro Bakchy" userId="8a9abfdb-a1c2-45f8-85c0-2b29d3748ad0" providerId="ADAL" clId="{B65CF18E-C500-4EF2-AF42-336A8904D511}" dt="2026-10-27T01:52:23.430" v="243" actId="478"/>
          <ac:picMkLst>
            <pc:docMk/>
            <pc:sldMk cId="439838053" sldId="1162"/>
            <ac:picMk id="16" creationId="{F4761B75-F291-CB8D-DA85-2B705FE5D742}"/>
          </ac:picMkLst>
        </pc:picChg>
        <pc:cxnChg chg="add mod">
          <ac:chgData name="Sagor Chandro Bakchy" userId="8a9abfdb-a1c2-45f8-85c0-2b29d3748ad0" providerId="ADAL" clId="{B65CF18E-C500-4EF2-AF42-336A8904D511}" dt="2026-10-27T01:54:48.690" v="336" actId="1076"/>
          <ac:cxnSpMkLst>
            <pc:docMk/>
            <pc:sldMk cId="439838053" sldId="1162"/>
            <ac:cxnSpMk id="8" creationId="{89FD7163-7E3A-B08A-03F4-6665FF24D73C}"/>
          </ac:cxnSpMkLst>
        </pc:cxnChg>
      </pc:sldChg>
      <pc:sldChg chg="addSp delSp modSp add mod">
        <pc:chgData name="Sagor Chandro Bakchy" userId="8a9abfdb-a1c2-45f8-85c0-2b29d3748ad0" providerId="ADAL" clId="{B65CF18E-C500-4EF2-AF42-336A8904D511}" dt="2026-10-27T02:09:15.054" v="811" actId="14100"/>
        <pc:sldMkLst>
          <pc:docMk/>
          <pc:sldMk cId="3920194827" sldId="1163"/>
        </pc:sldMkLst>
        <pc:spChg chg="mod">
          <ac:chgData name="Sagor Chandro Bakchy" userId="8a9abfdb-a1c2-45f8-85c0-2b29d3748ad0" providerId="ADAL" clId="{B65CF18E-C500-4EF2-AF42-336A8904D511}" dt="2026-10-27T01:59:11.896" v="444" actId="14100"/>
          <ac:spMkLst>
            <pc:docMk/>
            <pc:sldMk cId="3920194827" sldId="1163"/>
            <ac:spMk id="2" creationId="{C8A6D85C-FE8D-9FC2-F2C3-17AE951C2B71}"/>
          </ac:spMkLst>
        </pc:spChg>
        <pc:spChg chg="mod">
          <ac:chgData name="Sagor Chandro Bakchy" userId="8a9abfdb-a1c2-45f8-85c0-2b29d3748ad0" providerId="ADAL" clId="{B65CF18E-C500-4EF2-AF42-336A8904D511}" dt="2026-10-27T02:09:15.054" v="811" actId="14100"/>
          <ac:spMkLst>
            <pc:docMk/>
            <pc:sldMk cId="3920194827" sldId="1163"/>
            <ac:spMk id="13" creationId="{A7A3DF0C-1705-A926-877E-845F3DE2C824}"/>
          </ac:spMkLst>
        </pc:spChg>
        <pc:picChg chg="mod">
          <ac:chgData name="Sagor Chandro Bakchy" userId="8a9abfdb-a1c2-45f8-85c0-2b29d3748ad0" providerId="ADAL" clId="{B65CF18E-C500-4EF2-AF42-336A8904D511}" dt="2026-10-27T01:59:04.659" v="442" actId="14100"/>
          <ac:picMkLst>
            <pc:docMk/>
            <pc:sldMk cId="3920194827" sldId="1163"/>
            <ac:picMk id="3" creationId="{0C6F6812-4DB0-ADD3-06D7-101B99DEBFA7}"/>
          </ac:picMkLst>
        </pc:picChg>
        <pc:picChg chg="del">
          <ac:chgData name="Sagor Chandro Bakchy" userId="8a9abfdb-a1c2-45f8-85c0-2b29d3748ad0" providerId="ADAL" clId="{B65CF18E-C500-4EF2-AF42-336A8904D511}" dt="2026-10-27T01:58:19.580" v="391" actId="478"/>
          <ac:picMkLst>
            <pc:docMk/>
            <pc:sldMk cId="3920194827" sldId="1163"/>
            <ac:picMk id="6" creationId="{FF0E6D21-C962-5998-CAA1-04E7C3CA4506}"/>
          </ac:picMkLst>
        </pc:picChg>
        <pc:picChg chg="add mod">
          <ac:chgData name="Sagor Chandro Bakchy" userId="8a9abfdb-a1c2-45f8-85c0-2b29d3748ad0" providerId="ADAL" clId="{B65CF18E-C500-4EF2-AF42-336A8904D511}" dt="2026-10-27T02:00:01.683" v="453" actId="14100"/>
          <ac:picMkLst>
            <pc:docMk/>
            <pc:sldMk cId="3920194827" sldId="1163"/>
            <ac:picMk id="7" creationId="{38F8F61C-EC33-F9E6-3D2A-37A4522E7C65}"/>
          </ac:picMkLst>
        </pc:picChg>
        <pc:picChg chg="mod">
          <ac:chgData name="Sagor Chandro Bakchy" userId="8a9abfdb-a1c2-45f8-85c0-2b29d3748ad0" providerId="ADAL" clId="{B65CF18E-C500-4EF2-AF42-336A8904D511}" dt="2026-10-27T01:59:22.890" v="446" actId="1076"/>
          <ac:picMkLst>
            <pc:docMk/>
            <pc:sldMk cId="3920194827" sldId="1163"/>
            <ac:picMk id="14" creationId="{D9363585-37E0-7800-68FB-8050F8B19D75}"/>
          </ac:picMkLst>
        </pc:picChg>
        <pc:cxnChg chg="del">
          <ac:chgData name="Sagor Chandro Bakchy" userId="8a9abfdb-a1c2-45f8-85c0-2b29d3748ad0" providerId="ADAL" clId="{B65CF18E-C500-4EF2-AF42-336A8904D511}" dt="2026-10-27T01:58:23.938" v="394" actId="478"/>
          <ac:cxnSpMkLst>
            <pc:docMk/>
            <pc:sldMk cId="3920194827" sldId="1163"/>
            <ac:cxnSpMk id="8" creationId="{5FFBB6E5-8F76-8CEF-EF40-D949F171D199}"/>
          </ac:cxnSpMkLst>
        </pc:cxnChg>
        <pc:cxnChg chg="add mod">
          <ac:chgData name="Sagor Chandro Bakchy" userId="8a9abfdb-a1c2-45f8-85c0-2b29d3748ad0" providerId="ADAL" clId="{B65CF18E-C500-4EF2-AF42-336A8904D511}" dt="2026-10-27T02:08:31.027" v="724" actId="1076"/>
          <ac:cxnSpMkLst>
            <pc:docMk/>
            <pc:sldMk cId="3920194827" sldId="1163"/>
            <ac:cxnSpMk id="11" creationId="{1538A0CE-7ADC-A811-93B8-5CF978A5E765}"/>
          </ac:cxnSpMkLst>
        </pc:cxnChg>
      </pc:sldChg>
      <pc:sldChg chg="addSp delSp modSp add mod">
        <pc:chgData name="Sagor Chandro Bakchy" userId="8a9abfdb-a1c2-45f8-85c0-2b29d3748ad0" providerId="ADAL" clId="{B65CF18E-C500-4EF2-AF42-336A8904D511}" dt="2026-10-27T02:12:48.941" v="951" actId="1076"/>
        <pc:sldMkLst>
          <pc:docMk/>
          <pc:sldMk cId="282885614" sldId="1164"/>
        </pc:sldMkLst>
        <pc:spChg chg="mod">
          <ac:chgData name="Sagor Chandro Bakchy" userId="8a9abfdb-a1c2-45f8-85c0-2b29d3748ad0" providerId="ADAL" clId="{B65CF18E-C500-4EF2-AF42-336A8904D511}" dt="2026-10-27T02:12:36.800" v="948" actId="20577"/>
          <ac:spMkLst>
            <pc:docMk/>
            <pc:sldMk cId="282885614" sldId="1164"/>
            <ac:spMk id="13" creationId="{AD277A97-521C-5BDA-735E-AA4616BB3FDB}"/>
          </ac:spMkLst>
        </pc:spChg>
        <pc:picChg chg="add mod">
          <ac:chgData name="Sagor Chandro Bakchy" userId="8a9abfdb-a1c2-45f8-85c0-2b29d3748ad0" providerId="ADAL" clId="{B65CF18E-C500-4EF2-AF42-336A8904D511}" dt="2026-10-27T02:12:48.941" v="951" actId="1076"/>
          <ac:picMkLst>
            <pc:docMk/>
            <pc:sldMk cId="282885614" sldId="1164"/>
            <ac:picMk id="6" creationId="{809E07ED-A55F-FE21-AE75-CB585FA5DE7D}"/>
          </ac:picMkLst>
        </pc:picChg>
        <pc:picChg chg="del">
          <ac:chgData name="Sagor Chandro Bakchy" userId="8a9abfdb-a1c2-45f8-85c0-2b29d3748ad0" providerId="ADAL" clId="{B65CF18E-C500-4EF2-AF42-336A8904D511}" dt="2026-10-27T02:11:09.209" v="813" actId="478"/>
          <ac:picMkLst>
            <pc:docMk/>
            <pc:sldMk cId="282885614" sldId="1164"/>
            <ac:picMk id="7" creationId="{17F3C8FF-9ED0-C3CB-9D67-57537B13C8D6}"/>
          </ac:picMkLst>
        </pc:picChg>
      </pc:sldChg>
      <pc:sldChg chg="addSp delSp modSp add mod ord">
        <pc:chgData name="Sagor Chandro Bakchy" userId="8a9abfdb-a1c2-45f8-85c0-2b29d3748ad0" providerId="ADAL" clId="{B65CF18E-C500-4EF2-AF42-336A8904D511}" dt="2026-10-27T03:34:42.159" v="1049" actId="1076"/>
        <pc:sldMkLst>
          <pc:docMk/>
          <pc:sldMk cId="3549787574" sldId="1165"/>
        </pc:sldMkLst>
        <pc:spChg chg="mod">
          <ac:chgData name="Sagor Chandro Bakchy" userId="8a9abfdb-a1c2-45f8-85c0-2b29d3748ad0" providerId="ADAL" clId="{B65CF18E-C500-4EF2-AF42-336A8904D511}" dt="2026-10-27T02:43:31.975" v="984" actId="20577"/>
          <ac:spMkLst>
            <pc:docMk/>
            <pc:sldMk cId="3549787574" sldId="1165"/>
            <ac:spMk id="3" creationId="{AA4C10C5-2E40-0224-860C-0706BCF39AE5}"/>
          </ac:spMkLst>
        </pc:spChg>
        <pc:spChg chg="add mod">
          <ac:chgData name="Sagor Chandro Bakchy" userId="8a9abfdb-a1c2-45f8-85c0-2b29d3748ad0" providerId="ADAL" clId="{B65CF18E-C500-4EF2-AF42-336A8904D511}" dt="2026-10-27T03:34:42.159" v="1049" actId="1076"/>
          <ac:spMkLst>
            <pc:docMk/>
            <pc:sldMk cId="3549787574" sldId="1165"/>
            <ac:spMk id="8" creationId="{6733A6B7-AE51-079F-7179-46381EF8A6E3}"/>
          </ac:spMkLst>
        </pc:spChg>
        <pc:picChg chg="del">
          <ac:chgData name="Sagor Chandro Bakchy" userId="8a9abfdb-a1c2-45f8-85c0-2b29d3748ad0" providerId="ADAL" clId="{B65CF18E-C500-4EF2-AF42-336A8904D511}" dt="2026-10-27T02:42:19.565" v="958" actId="478"/>
          <ac:picMkLst>
            <pc:docMk/>
            <pc:sldMk cId="3549787574" sldId="1165"/>
            <ac:picMk id="5" creationId="{1C3AC7EA-0E1A-6672-1517-41FD64D6E585}"/>
          </ac:picMkLst>
        </pc:picChg>
        <pc:picChg chg="add mod">
          <ac:chgData name="Sagor Chandro Bakchy" userId="8a9abfdb-a1c2-45f8-85c0-2b29d3748ad0" providerId="ADAL" clId="{B65CF18E-C500-4EF2-AF42-336A8904D511}" dt="2026-10-27T02:42:33.304" v="961" actId="1076"/>
          <ac:picMkLst>
            <pc:docMk/>
            <pc:sldMk cId="3549787574" sldId="1165"/>
            <ac:picMk id="6" creationId="{C69C699A-FD92-E164-E907-4645301900F9}"/>
          </ac:picMkLst>
        </pc:picChg>
      </pc:sldChg>
      <pc:sldChg chg="addSp delSp modSp add mod">
        <pc:chgData name="Sagor Chandro Bakchy" userId="8a9abfdb-a1c2-45f8-85c0-2b29d3748ad0" providerId="ADAL" clId="{B65CF18E-C500-4EF2-AF42-336A8904D511}" dt="2026-10-27T03:36:33.916" v="1156" actId="20577"/>
        <pc:sldMkLst>
          <pc:docMk/>
          <pc:sldMk cId="4183785213" sldId="1166"/>
        </pc:sldMkLst>
        <pc:spChg chg="del">
          <ac:chgData name="Sagor Chandro Bakchy" userId="8a9abfdb-a1c2-45f8-85c0-2b29d3748ad0" providerId="ADAL" clId="{B65CF18E-C500-4EF2-AF42-336A8904D511}" dt="2026-10-27T03:34:50.796" v="1050" actId="478"/>
          <ac:spMkLst>
            <pc:docMk/>
            <pc:sldMk cId="4183785213" sldId="1166"/>
            <ac:spMk id="8" creationId="{4545B750-3729-6590-C7BE-240AA37D8FE1}"/>
          </ac:spMkLst>
        </pc:spChg>
        <pc:spChg chg="add mod">
          <ac:chgData name="Sagor Chandro Bakchy" userId="8a9abfdb-a1c2-45f8-85c0-2b29d3748ad0" providerId="ADAL" clId="{B65CF18E-C500-4EF2-AF42-336A8904D511}" dt="2026-10-27T03:36:33.916" v="1156" actId="20577"/>
          <ac:spMkLst>
            <pc:docMk/>
            <pc:sldMk cId="4183785213" sldId="1166"/>
            <ac:spMk id="9" creationId="{F0741E78-3DD4-F668-AC88-C15AE54D0C2B}"/>
          </ac:spMkLst>
        </pc:spChg>
        <pc:picChg chg="add mod">
          <ac:chgData name="Sagor Chandro Bakchy" userId="8a9abfdb-a1c2-45f8-85c0-2b29d3748ad0" providerId="ADAL" clId="{B65CF18E-C500-4EF2-AF42-336A8904D511}" dt="2026-10-27T02:45:38.150" v="996" actId="1076"/>
          <ac:picMkLst>
            <pc:docMk/>
            <pc:sldMk cId="4183785213" sldId="1166"/>
            <ac:picMk id="5" creationId="{884887AA-43F2-3EA1-20FD-4A357085C810}"/>
          </ac:picMkLst>
        </pc:picChg>
        <pc:picChg chg="del">
          <ac:chgData name="Sagor Chandro Bakchy" userId="8a9abfdb-a1c2-45f8-85c0-2b29d3748ad0" providerId="ADAL" clId="{B65CF18E-C500-4EF2-AF42-336A8904D511}" dt="2026-10-27T02:45:30.461" v="993" actId="478"/>
          <ac:picMkLst>
            <pc:docMk/>
            <pc:sldMk cId="4183785213" sldId="1166"/>
            <ac:picMk id="6" creationId="{00C66BBF-0652-BCDF-85D6-CA9E7FD8F63D}"/>
          </ac:picMkLst>
        </pc:picChg>
      </pc:sldChg>
      <pc:sldChg chg="addSp delSp modSp add mod">
        <pc:chgData name="Sagor Chandro Bakchy" userId="8a9abfdb-a1c2-45f8-85c0-2b29d3748ad0" providerId="ADAL" clId="{B65CF18E-C500-4EF2-AF42-336A8904D511}" dt="2026-10-27T03:37:09.070" v="1206" actId="20577"/>
        <pc:sldMkLst>
          <pc:docMk/>
          <pc:sldMk cId="1455530889" sldId="1167"/>
        </pc:sldMkLst>
        <pc:spChg chg="del">
          <ac:chgData name="Sagor Chandro Bakchy" userId="8a9abfdb-a1c2-45f8-85c0-2b29d3748ad0" providerId="ADAL" clId="{B65CF18E-C500-4EF2-AF42-336A8904D511}" dt="2026-10-27T03:36:46.285" v="1158" actId="478"/>
          <ac:spMkLst>
            <pc:docMk/>
            <pc:sldMk cId="1455530889" sldId="1167"/>
            <ac:spMk id="8" creationId="{E4B630BA-0DA0-1446-7121-89A6CEDD9B21}"/>
          </ac:spMkLst>
        </pc:spChg>
        <pc:spChg chg="add mod">
          <ac:chgData name="Sagor Chandro Bakchy" userId="8a9abfdb-a1c2-45f8-85c0-2b29d3748ad0" providerId="ADAL" clId="{B65CF18E-C500-4EF2-AF42-336A8904D511}" dt="2026-10-27T03:37:09.070" v="1206" actId="20577"/>
          <ac:spMkLst>
            <pc:docMk/>
            <pc:sldMk cId="1455530889" sldId="1167"/>
            <ac:spMk id="9" creationId="{C253DDB4-6B7F-C9DD-5ABB-BDAEF1AF18FD}"/>
          </ac:spMkLst>
        </pc:spChg>
        <pc:picChg chg="del">
          <ac:chgData name="Sagor Chandro Bakchy" userId="8a9abfdb-a1c2-45f8-85c0-2b29d3748ad0" providerId="ADAL" clId="{B65CF18E-C500-4EF2-AF42-336A8904D511}" dt="2026-10-27T02:46:43.737" v="998" actId="478"/>
          <ac:picMkLst>
            <pc:docMk/>
            <pc:sldMk cId="1455530889" sldId="1167"/>
            <ac:picMk id="5" creationId="{430C2F7B-0BCB-B539-4489-5469AA175497}"/>
          </ac:picMkLst>
        </pc:picChg>
        <pc:picChg chg="add mod">
          <ac:chgData name="Sagor Chandro Bakchy" userId="8a9abfdb-a1c2-45f8-85c0-2b29d3748ad0" providerId="ADAL" clId="{B65CF18E-C500-4EF2-AF42-336A8904D511}" dt="2026-10-27T03:36:42.747" v="1157" actId="1076"/>
          <ac:picMkLst>
            <pc:docMk/>
            <pc:sldMk cId="1455530889" sldId="1167"/>
            <ac:picMk id="6" creationId="{EEC96DBB-AB11-2C43-E6CF-88439CB77B72}"/>
          </ac:picMkLst>
        </pc:picChg>
      </pc:sldChg>
      <pc:sldChg chg="addSp delSp modSp add mod">
        <pc:chgData name="Sagor Chandro Bakchy" userId="8a9abfdb-a1c2-45f8-85c0-2b29d3748ad0" providerId="ADAL" clId="{B65CF18E-C500-4EF2-AF42-336A8904D511}" dt="2026-10-27T03:38:04.409" v="1264" actId="1076"/>
        <pc:sldMkLst>
          <pc:docMk/>
          <pc:sldMk cId="3163810030" sldId="1168"/>
        </pc:sldMkLst>
        <pc:spChg chg="del">
          <ac:chgData name="Sagor Chandro Bakchy" userId="8a9abfdb-a1c2-45f8-85c0-2b29d3748ad0" providerId="ADAL" clId="{B65CF18E-C500-4EF2-AF42-336A8904D511}" dt="2026-10-27T03:37:16.346" v="1207" actId="478"/>
          <ac:spMkLst>
            <pc:docMk/>
            <pc:sldMk cId="3163810030" sldId="1168"/>
            <ac:spMk id="8" creationId="{1C1B13E1-3EF0-EBF8-F152-756DD8977E3B}"/>
          </ac:spMkLst>
        </pc:spChg>
        <pc:spChg chg="add mod">
          <ac:chgData name="Sagor Chandro Bakchy" userId="8a9abfdb-a1c2-45f8-85c0-2b29d3748ad0" providerId="ADAL" clId="{B65CF18E-C500-4EF2-AF42-336A8904D511}" dt="2026-10-27T03:38:00.188" v="1263" actId="20577"/>
          <ac:spMkLst>
            <pc:docMk/>
            <pc:sldMk cId="3163810030" sldId="1168"/>
            <ac:spMk id="9" creationId="{7AFCF96D-2ECB-2F59-C2D7-303B94040D28}"/>
          </ac:spMkLst>
        </pc:spChg>
        <pc:picChg chg="add mod">
          <ac:chgData name="Sagor Chandro Bakchy" userId="8a9abfdb-a1c2-45f8-85c0-2b29d3748ad0" providerId="ADAL" clId="{B65CF18E-C500-4EF2-AF42-336A8904D511}" dt="2026-10-27T03:38:04.409" v="1264" actId="1076"/>
          <ac:picMkLst>
            <pc:docMk/>
            <pc:sldMk cId="3163810030" sldId="1168"/>
            <ac:picMk id="5" creationId="{5B1D4A07-6D3D-B3A5-2B74-D096D11CC953}"/>
          </ac:picMkLst>
        </pc:picChg>
        <pc:picChg chg="del">
          <ac:chgData name="Sagor Chandro Bakchy" userId="8a9abfdb-a1c2-45f8-85c0-2b29d3748ad0" providerId="ADAL" clId="{B65CF18E-C500-4EF2-AF42-336A8904D511}" dt="2026-10-27T02:48:09.221" v="1003" actId="478"/>
          <ac:picMkLst>
            <pc:docMk/>
            <pc:sldMk cId="3163810030" sldId="1168"/>
            <ac:picMk id="6" creationId="{3F5A298D-5DF7-AAAB-82ED-4238085B14B2}"/>
          </ac:picMkLst>
        </pc:picChg>
      </pc:sldChg>
      <pc:sldChg chg="addSp delSp modSp add mod">
        <pc:chgData name="Sagor Chandro Bakchy" userId="8a9abfdb-a1c2-45f8-85c0-2b29d3748ad0" providerId="ADAL" clId="{B65CF18E-C500-4EF2-AF42-336A8904D511}" dt="2026-10-27T03:41:07.806" v="1363" actId="20577"/>
        <pc:sldMkLst>
          <pc:docMk/>
          <pc:sldMk cId="3412864565" sldId="1169"/>
        </pc:sldMkLst>
        <pc:spChg chg="del">
          <ac:chgData name="Sagor Chandro Bakchy" userId="8a9abfdb-a1c2-45f8-85c0-2b29d3748ad0" providerId="ADAL" clId="{B65CF18E-C500-4EF2-AF42-336A8904D511}" dt="2026-10-27T03:38:20.605" v="1265" actId="478"/>
          <ac:spMkLst>
            <pc:docMk/>
            <pc:sldMk cId="3412864565" sldId="1169"/>
            <ac:spMk id="8" creationId="{A19C2A1D-AED6-FAC5-0C1D-886885EE3C48}"/>
          </ac:spMkLst>
        </pc:spChg>
        <pc:spChg chg="add mod">
          <ac:chgData name="Sagor Chandro Bakchy" userId="8a9abfdb-a1c2-45f8-85c0-2b29d3748ad0" providerId="ADAL" clId="{B65CF18E-C500-4EF2-AF42-336A8904D511}" dt="2026-10-27T03:41:07.806" v="1363" actId="20577"/>
          <ac:spMkLst>
            <pc:docMk/>
            <pc:sldMk cId="3412864565" sldId="1169"/>
            <ac:spMk id="9" creationId="{B7786A45-970F-484A-E27E-3000E5877C0E}"/>
          </ac:spMkLst>
        </pc:spChg>
        <pc:picChg chg="del">
          <ac:chgData name="Sagor Chandro Bakchy" userId="8a9abfdb-a1c2-45f8-85c0-2b29d3748ad0" providerId="ADAL" clId="{B65CF18E-C500-4EF2-AF42-336A8904D511}" dt="2026-10-27T02:48:52.857" v="1007" actId="478"/>
          <ac:picMkLst>
            <pc:docMk/>
            <pc:sldMk cId="3412864565" sldId="1169"/>
            <ac:picMk id="5" creationId="{FD73B765-7372-5745-F2D3-455A070176A2}"/>
          </ac:picMkLst>
        </pc:picChg>
        <pc:picChg chg="add mod">
          <ac:chgData name="Sagor Chandro Bakchy" userId="8a9abfdb-a1c2-45f8-85c0-2b29d3748ad0" providerId="ADAL" clId="{B65CF18E-C500-4EF2-AF42-336A8904D511}" dt="2026-10-27T02:49:03.750" v="1011" actId="14100"/>
          <ac:picMkLst>
            <pc:docMk/>
            <pc:sldMk cId="3412864565" sldId="1169"/>
            <ac:picMk id="6" creationId="{3A870AAE-E6CF-6828-28D8-A00A804A7764}"/>
          </ac:picMkLst>
        </pc:picChg>
      </pc:sldChg>
    </pc:docChg>
  </pc:docChgLst>
  <pc:docChgLst>
    <pc:chgData name="Sagor Chandro Bakchy" userId="8a9abfdb-a1c2-45f8-85c0-2b29d3748ad0" providerId="ADAL" clId="{234EBD4A-4D80-4A0A-93D2-8CD587F15292}"/>
    <pc:docChg chg="undo custSel addSld delSld modSld sldOrd">
      <pc:chgData name="Sagor Chandro Bakchy" userId="8a9abfdb-a1c2-45f8-85c0-2b29d3748ad0" providerId="ADAL" clId="{234EBD4A-4D80-4A0A-93D2-8CD587F15292}" dt="2026-10-27T22:20:37.138" v="700" actId="20577"/>
      <pc:docMkLst>
        <pc:docMk/>
      </pc:docMkLst>
      <pc:sldChg chg="modSp add mod">
        <pc:chgData name="Sagor Chandro Bakchy" userId="8a9abfdb-a1c2-45f8-85c0-2b29d3748ad0" providerId="ADAL" clId="{234EBD4A-4D80-4A0A-93D2-8CD587F15292}" dt="2026-10-16T14:24:58.106" v="567" actId="14100"/>
        <pc:sldMkLst>
          <pc:docMk/>
          <pc:sldMk cId="0" sldId="256"/>
        </pc:sldMkLst>
        <pc:spChg chg="mod">
          <ac:chgData name="Sagor Chandro Bakchy" userId="8a9abfdb-a1c2-45f8-85c0-2b29d3748ad0" providerId="ADAL" clId="{234EBD4A-4D80-4A0A-93D2-8CD587F15292}" dt="2026-10-16T14:24:47.967" v="566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6T14:24:47.967" v="566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6T14:24:47.967" v="566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6T14:24:47.967" v="566" actId="2711"/>
          <ac:spMkLst>
            <pc:docMk/>
            <pc:sldMk cId="0" sldId="256"/>
            <ac:spMk id="8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6T14:24:47.967" v="566" actId="2711"/>
          <ac:spMkLst>
            <pc:docMk/>
            <pc:sldMk cId="0" sldId="256"/>
            <ac:spMk id="9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6T14:24:58.106" v="567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6T14:24:47.967" v="566" actId="2711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6T14:24:47.967" v="566" actId="2711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6T14:24:47.967" v="566" actId="2711"/>
          <ac:spMkLst>
            <pc:docMk/>
            <pc:sldMk cId="0" sldId="256"/>
            <ac:spMk id="13" creationId="{00000000-0000-0000-0000-000000000000}"/>
          </ac:spMkLst>
        </pc:spChg>
      </pc:sldChg>
      <pc:sldChg chg="addSp delSp modSp add mod">
        <pc:chgData name="Sagor Chandro Bakchy" userId="8a9abfdb-a1c2-45f8-85c0-2b29d3748ad0" providerId="ADAL" clId="{234EBD4A-4D80-4A0A-93D2-8CD587F15292}" dt="2026-10-16T18:30:43.167" v="631" actId="478"/>
        <pc:sldMkLst>
          <pc:docMk/>
          <pc:sldMk cId="0" sldId="257"/>
        </pc:sldMkLst>
        <pc:spChg chg="add del mod">
          <ac:chgData name="Sagor Chandro Bakchy" userId="8a9abfdb-a1c2-45f8-85c0-2b29d3748ad0" providerId="ADAL" clId="{234EBD4A-4D80-4A0A-93D2-8CD587F15292}" dt="2026-10-16T18:30:40.315" v="630" actId="478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Sagor Chandro Bakchy" userId="8a9abfdb-a1c2-45f8-85c0-2b29d3748ad0" providerId="ADAL" clId="{234EBD4A-4D80-4A0A-93D2-8CD587F15292}" dt="2026-10-16T18:30:40.315" v="630" actId="478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Sagor Chandro Bakchy" userId="8a9abfdb-a1c2-45f8-85c0-2b29d3748ad0" providerId="ADAL" clId="{234EBD4A-4D80-4A0A-93D2-8CD587F15292}" dt="2026-10-16T18:30:40.315" v="630" actId="478"/>
          <ac:spMkLst>
            <pc:docMk/>
            <pc:sldMk cId="0" sldId="257"/>
            <ac:spMk id="6" creationId="{00000000-0000-0000-0000-000000000000}"/>
          </ac:spMkLst>
        </pc:spChg>
        <pc:spChg chg="add del mod">
          <ac:chgData name="Sagor Chandro Bakchy" userId="8a9abfdb-a1c2-45f8-85c0-2b29d3748ad0" providerId="ADAL" clId="{234EBD4A-4D80-4A0A-93D2-8CD587F15292}" dt="2026-10-16T18:30:40.315" v="630" actId="478"/>
          <ac:spMkLst>
            <pc:docMk/>
            <pc:sldMk cId="0" sldId="257"/>
            <ac:spMk id="8" creationId="{00000000-0000-0000-0000-000000000000}"/>
          </ac:spMkLst>
        </pc:spChg>
        <pc:spChg chg="add del mod">
          <ac:chgData name="Sagor Chandro Bakchy" userId="8a9abfdb-a1c2-45f8-85c0-2b29d3748ad0" providerId="ADAL" clId="{234EBD4A-4D80-4A0A-93D2-8CD587F15292}" dt="2026-10-16T18:30:40.315" v="630" actId="478"/>
          <ac:spMkLst>
            <pc:docMk/>
            <pc:sldMk cId="0" sldId="257"/>
            <ac:spMk id="9" creationId="{00000000-0000-0000-0000-000000000000}"/>
          </ac:spMkLst>
        </pc:spChg>
        <pc:spChg chg="add del mod">
          <ac:chgData name="Sagor Chandro Bakchy" userId="8a9abfdb-a1c2-45f8-85c0-2b29d3748ad0" providerId="ADAL" clId="{234EBD4A-4D80-4A0A-93D2-8CD587F15292}" dt="2026-10-16T18:30:40.315" v="630" actId="47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6T18:30:26.914" v="627" actId="2711"/>
          <ac:spMkLst>
            <pc:docMk/>
            <pc:sldMk cId="0" sldId="257"/>
            <ac:spMk id="11" creationId="{00000000-0000-0000-0000-000000000000}"/>
          </ac:spMkLst>
        </pc:spChg>
        <pc:spChg chg="add del mod">
          <ac:chgData name="Sagor Chandro Bakchy" userId="8a9abfdb-a1c2-45f8-85c0-2b29d3748ad0" providerId="ADAL" clId="{234EBD4A-4D80-4A0A-93D2-8CD587F15292}" dt="2026-10-16T18:30:40.315" v="630" actId="478"/>
          <ac:spMkLst>
            <pc:docMk/>
            <pc:sldMk cId="0" sldId="257"/>
            <ac:spMk id="15" creationId="{00000000-0000-0000-0000-000000000000}"/>
          </ac:spMkLst>
        </pc:spChg>
        <pc:picChg chg="del">
          <ac:chgData name="Sagor Chandro Bakchy" userId="8a9abfdb-a1c2-45f8-85c0-2b29d3748ad0" providerId="ADAL" clId="{234EBD4A-4D80-4A0A-93D2-8CD587F15292}" dt="2026-10-16T18:30:38.946" v="629" actId="478"/>
          <ac:picMkLst>
            <pc:docMk/>
            <pc:sldMk cId="0" sldId="257"/>
            <ac:picMk id="3" creationId="{00000000-0000-0000-0000-000000000000}"/>
          </ac:picMkLst>
        </pc:picChg>
        <pc:picChg chg="add">
          <ac:chgData name="Sagor Chandro Bakchy" userId="8a9abfdb-a1c2-45f8-85c0-2b29d3748ad0" providerId="ADAL" clId="{234EBD4A-4D80-4A0A-93D2-8CD587F15292}" dt="2026-10-16T18:30:40.315" v="630" actId="478"/>
          <ac:picMkLst>
            <pc:docMk/>
            <pc:sldMk cId="0" sldId="257"/>
            <ac:picMk id="7" creationId="{00000000-0000-0000-0000-000000000000}"/>
          </ac:picMkLst>
        </pc:picChg>
        <pc:picChg chg="mod">
          <ac:chgData name="Sagor Chandro Bakchy" userId="8a9abfdb-a1c2-45f8-85c0-2b29d3748ad0" providerId="ADAL" clId="{234EBD4A-4D80-4A0A-93D2-8CD587F15292}" dt="2026-10-16T18:29:41.413" v="621" actId="1076"/>
          <ac:picMkLst>
            <pc:docMk/>
            <pc:sldMk cId="0" sldId="257"/>
            <ac:picMk id="13" creationId="{00000000-0000-0000-0000-000000000000}"/>
          </ac:picMkLst>
        </pc:picChg>
      </pc:sldChg>
      <pc:sldChg chg="addSp delSp modSp add mod modTransition setBg modAnim">
        <pc:chgData name="Sagor Chandro Bakchy" userId="8a9abfdb-a1c2-45f8-85c0-2b29d3748ad0" providerId="ADAL" clId="{234EBD4A-4D80-4A0A-93D2-8CD587F15292}" dt="2026-10-16T13:58:46.146" v="510" actId="2711"/>
        <pc:sldMkLst>
          <pc:docMk/>
          <pc:sldMk cId="0" sldId="258"/>
        </pc:sldMkLst>
        <pc:spChg chg="mod">
          <ac:chgData name="Sagor Chandro Bakchy" userId="8a9abfdb-a1c2-45f8-85c0-2b29d3748ad0" providerId="ADAL" clId="{234EBD4A-4D80-4A0A-93D2-8CD587F15292}" dt="2026-10-14T15:27:10.335" v="298" actId="404"/>
          <ac:spMkLst>
            <pc:docMk/>
            <pc:sldMk cId="0" sldId="258"/>
            <ac:spMk id="5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4T15:27:10.335" v="298" actId="404"/>
          <ac:spMkLst>
            <pc:docMk/>
            <pc:sldMk cId="0" sldId="258"/>
            <ac:spMk id="6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4T15:25:45.504" v="223" actId="571"/>
          <ac:spMkLst>
            <pc:docMk/>
            <pc:sldMk cId="0" sldId="258"/>
            <ac:spMk id="7" creationId="{1899CF81-4698-0D10-F5CF-3C479CBD8EC6}"/>
          </ac:spMkLst>
        </pc:spChg>
        <pc:spChg chg="mod">
          <ac:chgData name="Sagor Chandro Bakchy" userId="8a9abfdb-a1c2-45f8-85c0-2b29d3748ad0" providerId="ADAL" clId="{234EBD4A-4D80-4A0A-93D2-8CD587F15292}" dt="2026-10-14T15:27:10.335" v="298" actId="404"/>
          <ac:spMkLst>
            <pc:docMk/>
            <pc:sldMk cId="0" sldId="258"/>
            <ac:spMk id="8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4T15:27:10.335" v="298" actId="404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6T13:58:46.146" v="510" actId="2711"/>
          <ac:spMkLst>
            <pc:docMk/>
            <pc:sldMk cId="0" sldId="258"/>
            <ac:spMk id="11" creationId="{532EA119-5548-1E35-402C-2E67D43F34A2}"/>
          </ac:spMkLst>
        </pc:spChg>
        <pc:spChg chg="mod">
          <ac:chgData name="Sagor Chandro Bakchy" userId="8a9abfdb-a1c2-45f8-85c0-2b29d3748ad0" providerId="ADAL" clId="{234EBD4A-4D80-4A0A-93D2-8CD587F15292}" dt="2026-10-14T15:27:10.335" v="298" actId="404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4T15:27:10.335" v="298" actId="404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4T15:27:10.335" v="298" actId="404"/>
          <ac:spMkLst>
            <pc:docMk/>
            <pc:sldMk cId="0" sldId="258"/>
            <ac:spMk id="15" creationId="{F8255F75-0957-2A4F-B423-3E916FB399E4}"/>
          </ac:spMkLst>
        </pc:spChg>
        <pc:spChg chg="mod">
          <ac:chgData name="Sagor Chandro Bakchy" userId="8a9abfdb-a1c2-45f8-85c0-2b29d3748ad0" providerId="ADAL" clId="{234EBD4A-4D80-4A0A-93D2-8CD587F15292}" dt="2026-10-14T15:27:10.335" v="298" actId="404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4T15:27:10.335" v="298" actId="404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4T15:27:30.593" v="304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agor Chandro Bakchy" userId="8a9abfdb-a1c2-45f8-85c0-2b29d3748ad0" providerId="ADAL" clId="{234EBD4A-4D80-4A0A-93D2-8CD587F15292}" dt="2026-10-14T15:27:10.335" v="298" actId="404"/>
          <ac:spMkLst>
            <pc:docMk/>
            <pc:sldMk cId="0" sldId="258"/>
            <ac:spMk id="19" creationId="{8CC5FB86-E196-8F25-412D-1611ED911DED}"/>
          </ac:spMkLst>
        </pc:spChg>
        <pc:spChg chg="add">
          <ac:chgData name="Sagor Chandro Bakchy" userId="8a9abfdb-a1c2-45f8-85c0-2b29d3748ad0" providerId="ADAL" clId="{234EBD4A-4D80-4A0A-93D2-8CD587F15292}" dt="2026-10-14T15:31:38.329" v="316" actId="26606"/>
          <ac:spMkLst>
            <pc:docMk/>
            <pc:sldMk cId="0" sldId="258"/>
            <ac:spMk id="30" creationId="{6753252F-4873-4F63-801D-CC719279A7D5}"/>
          </ac:spMkLst>
        </pc:spChg>
        <pc:spChg chg="add">
          <ac:chgData name="Sagor Chandro Bakchy" userId="8a9abfdb-a1c2-45f8-85c0-2b29d3748ad0" providerId="ADAL" clId="{234EBD4A-4D80-4A0A-93D2-8CD587F15292}" dt="2026-10-14T15:31:38.329" v="316" actId="26606"/>
          <ac:spMkLst>
            <pc:docMk/>
            <pc:sldMk cId="0" sldId="258"/>
            <ac:spMk id="32" creationId="{047C8CCB-F95D-4249-92DD-651249D3535A}"/>
          </ac:spMkLst>
        </pc:spChg>
        <pc:grpChg chg="mod">
          <ac:chgData name="Sagor Chandro Bakchy" userId="8a9abfdb-a1c2-45f8-85c0-2b29d3748ad0" providerId="ADAL" clId="{234EBD4A-4D80-4A0A-93D2-8CD587F15292}" dt="2026-10-14T15:30:28.560" v="305" actId="164"/>
          <ac:grpSpMkLst>
            <pc:docMk/>
            <pc:sldMk cId="0" sldId="258"/>
            <ac:grpSpMk id="2" creationId="{3D23B4ED-BAFA-4E54-80E6-18AC9C207E11}"/>
          </ac:grpSpMkLst>
        </pc:grpChg>
        <pc:grpChg chg="add mod">
          <ac:chgData name="Sagor Chandro Bakchy" userId="8a9abfdb-a1c2-45f8-85c0-2b29d3748ad0" providerId="ADAL" clId="{234EBD4A-4D80-4A0A-93D2-8CD587F15292}" dt="2026-10-14T15:30:28.560" v="305" actId="164"/>
          <ac:grpSpMkLst>
            <pc:docMk/>
            <pc:sldMk cId="0" sldId="258"/>
            <ac:grpSpMk id="3" creationId="{DDA2F71C-8046-70EF-6159-758AFAF0BCC6}"/>
          </ac:grpSpMkLst>
        </pc:grpChg>
        <pc:grpChg chg="mod">
          <ac:chgData name="Sagor Chandro Bakchy" userId="8a9abfdb-a1c2-45f8-85c0-2b29d3748ad0" providerId="ADAL" clId="{234EBD4A-4D80-4A0A-93D2-8CD587F15292}" dt="2026-10-14T15:30:28.560" v="305" actId="164"/>
          <ac:grpSpMkLst>
            <pc:docMk/>
            <pc:sldMk cId="0" sldId="258"/>
            <ac:grpSpMk id="20" creationId="{30C21053-5BDC-F59E-36DC-772B05945723}"/>
          </ac:grpSpMkLst>
        </pc:grpChg>
        <pc:grpChg chg="mod">
          <ac:chgData name="Sagor Chandro Bakchy" userId="8a9abfdb-a1c2-45f8-85c0-2b29d3748ad0" providerId="ADAL" clId="{234EBD4A-4D80-4A0A-93D2-8CD587F15292}" dt="2026-10-14T15:30:28.560" v="305" actId="164"/>
          <ac:grpSpMkLst>
            <pc:docMk/>
            <pc:sldMk cId="0" sldId="258"/>
            <ac:grpSpMk id="21" creationId="{329A0BC4-3EAD-135D-4217-D64C277A9D17}"/>
          </ac:grpSpMkLst>
        </pc:grpChg>
        <pc:grpChg chg="mod">
          <ac:chgData name="Sagor Chandro Bakchy" userId="8a9abfdb-a1c2-45f8-85c0-2b29d3748ad0" providerId="ADAL" clId="{234EBD4A-4D80-4A0A-93D2-8CD587F15292}" dt="2026-10-14T15:30:28.560" v="305" actId="164"/>
          <ac:grpSpMkLst>
            <pc:docMk/>
            <pc:sldMk cId="0" sldId="258"/>
            <ac:grpSpMk id="22" creationId="{C198BBB2-653D-A726-B686-A8F5A7DCC0A2}"/>
          </ac:grpSpMkLst>
        </pc:grpChg>
        <pc:grpChg chg="add mod ord">
          <ac:chgData name="Sagor Chandro Bakchy" userId="8a9abfdb-a1c2-45f8-85c0-2b29d3748ad0" providerId="ADAL" clId="{234EBD4A-4D80-4A0A-93D2-8CD587F15292}" dt="2026-10-14T15:31:38.329" v="316" actId="26606"/>
          <ac:grpSpMkLst>
            <pc:docMk/>
            <pc:sldMk cId="0" sldId="258"/>
            <ac:grpSpMk id="23" creationId="{56206BEF-EA46-B012-6CF5-748C80ED0604}"/>
          </ac:grpSpMkLst>
        </pc:grpChg>
        <pc:picChg chg="add mod">
          <ac:chgData name="Sagor Chandro Bakchy" userId="8a9abfdb-a1c2-45f8-85c0-2b29d3748ad0" providerId="ADAL" clId="{234EBD4A-4D80-4A0A-93D2-8CD587F15292}" dt="2026-10-14T15:40:18.410" v="388" actId="1076"/>
          <ac:picMkLst>
            <pc:docMk/>
            <pc:sldMk cId="0" sldId="258"/>
            <ac:picMk id="25" creationId="{788CAD31-1C71-0AFE-06CA-A33CE3B18F97}"/>
          </ac:picMkLst>
        </pc:picChg>
      </pc:sldChg>
      <pc:sldChg chg="addSp add mo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0" sldId="263"/>
        </pc:sldMkLst>
        <pc:picChg chg="add">
          <ac:chgData name="Sagor Chandro Bakchy" userId="8a9abfdb-a1c2-45f8-85c0-2b29d3748ad0" providerId="ADAL" clId="{234EBD4A-4D80-4A0A-93D2-8CD587F15292}" dt="2026-10-14T15:31:19.645" v="312" actId="22"/>
          <ac:picMkLst>
            <pc:docMk/>
            <pc:sldMk cId="0" sldId="263"/>
            <ac:picMk id="25" creationId="{59D0EE73-7B7D-AAF8-3D7B-53D0D4195468}"/>
          </ac:picMkLst>
        </pc:picChg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357306884" sldId="439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945087001" sldId="1007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365556115" sldId="1036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748584817" sldId="1037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465674791" sldId="1038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862765086" sldId="1039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038578014" sldId="1040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4115374813" sldId="1041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332041973" sldId="1042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741210942" sldId="1043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796204773" sldId="1044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396093648" sldId="1045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439069166" sldId="1046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4293924901" sldId="1047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929037597" sldId="1048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462432478" sldId="1049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195911132" sldId="1050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118568110" sldId="1051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967171347" sldId="1052"/>
        </pc:sldMkLst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059456207" sldId="1053"/>
        </pc:sldMkLst>
      </pc:sldChg>
      <pc:sldChg chg="delSp modSp mod modTransition modAnim">
        <pc:chgData name="Sagor Chandro Bakchy" userId="8a9abfdb-a1c2-45f8-85c0-2b29d3748ad0" providerId="ADAL" clId="{234EBD4A-4D80-4A0A-93D2-8CD587F15292}" dt="2026-10-27T22:20:37.138" v="700" actId="20577"/>
        <pc:sldMkLst>
          <pc:docMk/>
          <pc:sldMk cId="3190872291" sldId="1054"/>
        </pc:sldMkLst>
        <pc:spChg chg="mod">
          <ac:chgData name="Sagor Chandro Bakchy" userId="8a9abfdb-a1c2-45f8-85c0-2b29d3748ad0" providerId="ADAL" clId="{234EBD4A-4D80-4A0A-93D2-8CD587F15292}" dt="2026-10-27T22:20:37.138" v="700" actId="20577"/>
          <ac:spMkLst>
            <pc:docMk/>
            <pc:sldMk cId="3190872291" sldId="1054"/>
            <ac:spMk id="9" creationId="{5E82E7EC-9069-C5BC-245C-7B926276F3C6}"/>
          </ac:spMkLst>
        </pc:spChg>
      </pc:sldChg>
      <pc:sldChg chg="delSp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714990268" sldId="1055"/>
        </pc:sldMkLst>
      </pc:sldChg>
      <pc:sldChg chg="addSp delSp modSp mo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403775237" sldId="1056"/>
        </pc:sldMkLst>
      </pc:sldChg>
      <pc:sldChg chg="addSp delSp modSp add mod modTransition">
        <pc:chgData name="Sagor Chandro Bakchy" userId="8a9abfdb-a1c2-45f8-85c0-2b29d3748ad0" providerId="ADAL" clId="{234EBD4A-4D80-4A0A-93D2-8CD587F15292}" dt="2026-10-14T16:14:15.504" v="488" actId="1076"/>
        <pc:sldMkLst>
          <pc:docMk/>
          <pc:sldMk cId="0" sldId="1058"/>
        </pc:sldMkLst>
        <pc:spChg chg="mod">
          <ac:chgData name="Sagor Chandro Bakchy" userId="8a9abfdb-a1c2-45f8-85c0-2b29d3748ad0" providerId="ADAL" clId="{234EBD4A-4D80-4A0A-93D2-8CD587F15292}" dt="2026-10-14T15:22:18.464" v="185" actId="14100"/>
          <ac:spMkLst>
            <pc:docMk/>
            <pc:sldMk cId="0" sldId="1058"/>
            <ac:spMk id="7" creationId="{26E2BA8C-84FE-1F0D-0FA9-2ED2C00AB095}"/>
          </ac:spMkLst>
        </pc:spChg>
        <pc:spChg chg="mod">
          <ac:chgData name="Sagor Chandro Bakchy" userId="8a9abfdb-a1c2-45f8-85c0-2b29d3748ad0" providerId="ADAL" clId="{234EBD4A-4D80-4A0A-93D2-8CD587F15292}" dt="2026-10-14T16:14:15.504" v="488" actId="1076"/>
          <ac:spMkLst>
            <pc:docMk/>
            <pc:sldMk cId="0" sldId="1058"/>
            <ac:spMk id="8" creationId="{3BABC744-4084-63C5-DBC7-673AAEA36A84}"/>
          </ac:spMkLst>
        </pc:spChg>
        <pc:spChg chg="mod">
          <ac:chgData name="Sagor Chandro Bakchy" userId="8a9abfdb-a1c2-45f8-85c0-2b29d3748ad0" providerId="ADAL" clId="{234EBD4A-4D80-4A0A-93D2-8CD587F15292}" dt="2026-10-14T15:11:19.611" v="167" actId="122"/>
          <ac:spMkLst>
            <pc:docMk/>
            <pc:sldMk cId="0" sldId="1058"/>
            <ac:spMk id="13" creationId="{31C8EDFD-9610-971F-1085-50B90799826C}"/>
          </ac:spMkLst>
        </pc:spChg>
        <pc:spChg chg="add mod">
          <ac:chgData name="Sagor Chandro Bakchy" userId="8a9abfdb-a1c2-45f8-85c0-2b29d3748ad0" providerId="ADAL" clId="{234EBD4A-4D80-4A0A-93D2-8CD587F15292}" dt="2026-10-14T15:21:45.250" v="180"/>
          <ac:spMkLst>
            <pc:docMk/>
            <pc:sldMk cId="0" sldId="1058"/>
            <ac:spMk id="36" creationId="{3A0212C7-77E7-5728-1A53-FF734A7187F1}"/>
          </ac:spMkLst>
        </pc:spChg>
        <pc:spChg chg="add mod">
          <ac:chgData name="Sagor Chandro Bakchy" userId="8a9abfdb-a1c2-45f8-85c0-2b29d3748ad0" providerId="ADAL" clId="{234EBD4A-4D80-4A0A-93D2-8CD587F15292}" dt="2026-10-14T15:22:47.039" v="195" actId="2711"/>
          <ac:spMkLst>
            <pc:docMk/>
            <pc:sldMk cId="0" sldId="1058"/>
            <ac:spMk id="38" creationId="{396A12DC-7A31-780A-8346-4549D272A45C}"/>
          </ac:spMkLst>
        </pc:spChg>
        <pc:spChg chg="add mod">
          <ac:chgData name="Sagor Chandro Bakchy" userId="8a9abfdb-a1c2-45f8-85c0-2b29d3748ad0" providerId="ADAL" clId="{234EBD4A-4D80-4A0A-93D2-8CD587F15292}" dt="2026-10-14T15:22:47.039" v="195" actId="2711"/>
          <ac:spMkLst>
            <pc:docMk/>
            <pc:sldMk cId="0" sldId="1058"/>
            <ac:spMk id="40" creationId="{7C9E681F-1C74-F781-5734-37AB125A75D8}"/>
          </ac:spMkLst>
        </pc:spChg>
        <pc:spChg chg="add mod">
          <ac:chgData name="Sagor Chandro Bakchy" userId="8a9abfdb-a1c2-45f8-85c0-2b29d3748ad0" providerId="ADAL" clId="{234EBD4A-4D80-4A0A-93D2-8CD587F15292}" dt="2026-10-14T15:22:47.039" v="195" actId="2711"/>
          <ac:spMkLst>
            <pc:docMk/>
            <pc:sldMk cId="0" sldId="1058"/>
            <ac:spMk id="42" creationId="{1C2E79A9-D269-C485-41C3-2933C8D643C7}"/>
          </ac:spMkLst>
        </pc:spChg>
        <pc:picChg chg="add mod">
          <ac:chgData name="Sagor Chandro Bakchy" userId="8a9abfdb-a1c2-45f8-85c0-2b29d3748ad0" providerId="ADAL" clId="{234EBD4A-4D80-4A0A-93D2-8CD587F15292}" dt="2026-10-14T15:21:45.250" v="180"/>
          <ac:picMkLst>
            <pc:docMk/>
            <pc:sldMk cId="0" sldId="1058"/>
            <ac:picMk id="37" creationId="{062D4552-97B2-1B0A-D3A8-C32173F60452}"/>
          </ac:picMkLst>
        </pc:picChg>
        <pc:picChg chg="add mod">
          <ac:chgData name="Sagor Chandro Bakchy" userId="8a9abfdb-a1c2-45f8-85c0-2b29d3748ad0" providerId="ADAL" clId="{234EBD4A-4D80-4A0A-93D2-8CD587F15292}" dt="2026-10-14T15:21:45.250" v="180"/>
          <ac:picMkLst>
            <pc:docMk/>
            <pc:sldMk cId="0" sldId="1058"/>
            <ac:picMk id="39" creationId="{5B61818F-952D-EA7B-62B6-4CBF97840665}"/>
          </ac:picMkLst>
        </pc:picChg>
        <pc:picChg chg="add mod">
          <ac:chgData name="Sagor Chandro Bakchy" userId="8a9abfdb-a1c2-45f8-85c0-2b29d3748ad0" providerId="ADAL" clId="{234EBD4A-4D80-4A0A-93D2-8CD587F15292}" dt="2026-10-14T15:21:45.250" v="180"/>
          <ac:picMkLst>
            <pc:docMk/>
            <pc:sldMk cId="0" sldId="1058"/>
            <ac:picMk id="41" creationId="{DC27C0B1-6FCE-95FB-E138-F68A2EF09781}"/>
          </ac:picMkLst>
        </pc:picChg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3842002053" sldId="1060"/>
        </pc:sldMkLst>
      </pc:sldChg>
      <pc:sldChg chg="delSp modSp add mod modTransition">
        <pc:chgData name="Sagor Chandro Bakchy" userId="8a9abfdb-a1c2-45f8-85c0-2b29d3748ad0" providerId="ADAL" clId="{234EBD4A-4D80-4A0A-93D2-8CD587F15292}" dt="2026-10-16T18:35:09.738" v="645" actId="478"/>
        <pc:sldMkLst>
          <pc:docMk/>
          <pc:sldMk cId="2798697437" sldId="1061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2626974725" sldId="1062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2639609483" sldId="1063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779199919" sldId="1064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2539129071" sldId="1065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3686372211" sldId="1066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318740991" sldId="1067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3761560396" sldId="1068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4191366528" sldId="1069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3480640011" sldId="1070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2002571623" sldId="1071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492112011" sldId="1072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3799212046" sldId="1073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2592016380" sldId="1074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817858040" sldId="1075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314904665" sldId="1076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3484772438" sldId="1077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4129122337" sldId="1078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473047054" sldId="1079"/>
        </pc:sldMkLst>
      </pc:sldChg>
      <pc:sldChg chg="add modTransition">
        <pc:chgData name="Sagor Chandro Bakchy" userId="8a9abfdb-a1c2-45f8-85c0-2b29d3748ad0" providerId="ADAL" clId="{234EBD4A-4D80-4A0A-93D2-8CD587F15292}" dt="2026-10-14T16:12:23.317" v="480"/>
        <pc:sldMkLst>
          <pc:docMk/>
          <pc:sldMk cId="2464038937" sldId="1080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433753066" sldId="1085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4276795718" sldId="1086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715019538" sldId="1087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040459103" sldId="1088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754377114" sldId="1089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908227975" sldId="1090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10192928" sldId="1091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4070412182" sldId="1092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841786987" sldId="1093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448413864" sldId="1094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645232055" sldId="1095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33102103" sldId="1096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558226366" sldId="1097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38931218" sldId="1098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357988085" sldId="1099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083057905" sldId="1100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77730279" sldId="1101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011324812" sldId="1102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625041392" sldId="1107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646237670" sldId="1108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255663698" sldId="1109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716144059" sldId="1110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824554710" sldId="1111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828963998" sldId="1112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543009825" sldId="1113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40193247" sldId="1114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817249013" sldId="1115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1815259219" sldId="1116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660644761" sldId="1117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028249735" sldId="1118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973424908" sldId="1119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253032140" sldId="1120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604159550" sldId="1121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930313748" sldId="1122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955871515" sldId="1123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3613529463" sldId="1124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808999906" sldId="1125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2875235377" sldId="1126"/>
        </pc:sldMkLst>
      </pc:sldChg>
      <pc:sldChg chg="delSp add modTransition modAnim">
        <pc:chgData name="Sagor Chandro Bakchy" userId="8a9abfdb-a1c2-45f8-85c0-2b29d3748ad0" providerId="ADAL" clId="{234EBD4A-4D80-4A0A-93D2-8CD587F15292}" dt="2026-10-14T16:12:23.317" v="480"/>
        <pc:sldMkLst>
          <pc:docMk/>
          <pc:sldMk cId="870285481" sldId="1127"/>
        </pc:sldMkLst>
      </pc:sldChg>
      <pc:sldChg chg="addSp delSp modSp add mod ord">
        <pc:chgData name="Sagor Chandro Bakchy" userId="8a9abfdb-a1c2-45f8-85c0-2b29d3748ad0" providerId="ADAL" clId="{234EBD4A-4D80-4A0A-93D2-8CD587F15292}" dt="2026-10-16T13:58:36.258" v="509" actId="2711"/>
        <pc:sldMkLst>
          <pc:docMk/>
          <pc:sldMk cId="2923001080" sldId="1130"/>
        </pc:sldMkLst>
        <pc:spChg chg="mod">
          <ac:chgData name="Sagor Chandro Bakchy" userId="8a9abfdb-a1c2-45f8-85c0-2b29d3748ad0" providerId="ADAL" clId="{234EBD4A-4D80-4A0A-93D2-8CD587F15292}" dt="2026-10-16T13:58:36.258" v="509" actId="2711"/>
          <ac:spMkLst>
            <pc:docMk/>
            <pc:sldMk cId="2923001080" sldId="1130"/>
            <ac:spMk id="11" creationId="{B1959801-9883-6CFA-C9CF-10E627F1B7FA}"/>
          </ac:spMkLst>
        </pc:spChg>
        <pc:spChg chg="add mod topLvl">
          <ac:chgData name="Sagor Chandro Bakchy" userId="8a9abfdb-a1c2-45f8-85c0-2b29d3748ad0" providerId="ADAL" clId="{234EBD4A-4D80-4A0A-93D2-8CD587F15292}" dt="2026-10-16T13:58:20.361" v="500" actId="1076"/>
          <ac:spMkLst>
            <pc:docMk/>
            <pc:sldMk cId="2923001080" sldId="1130"/>
            <ac:spMk id="26" creationId="{27FD469C-DBFF-E935-D942-A7CF5F00D4D4}"/>
          </ac:spMkLst>
        </pc:spChg>
        <pc:spChg chg="add mod topLvl">
          <ac:chgData name="Sagor Chandro Bakchy" userId="8a9abfdb-a1c2-45f8-85c0-2b29d3748ad0" providerId="ADAL" clId="{234EBD4A-4D80-4A0A-93D2-8CD587F15292}" dt="2026-10-16T13:58:20.361" v="500" actId="1076"/>
          <ac:spMkLst>
            <pc:docMk/>
            <pc:sldMk cId="2923001080" sldId="1130"/>
            <ac:spMk id="28" creationId="{AE708945-B690-C55A-9053-45DF471E8CCC}"/>
          </ac:spMkLst>
        </pc:spChg>
        <pc:spChg chg="add mod topLvl">
          <ac:chgData name="Sagor Chandro Bakchy" userId="8a9abfdb-a1c2-45f8-85c0-2b29d3748ad0" providerId="ADAL" clId="{234EBD4A-4D80-4A0A-93D2-8CD587F15292}" dt="2026-10-16T13:58:20.361" v="500" actId="1076"/>
          <ac:spMkLst>
            <pc:docMk/>
            <pc:sldMk cId="2923001080" sldId="1130"/>
            <ac:spMk id="31" creationId="{1F2383B8-F361-4D6A-7F37-713E96D10A98}"/>
          </ac:spMkLst>
        </pc:spChg>
        <pc:spChg chg="add mod topLvl">
          <ac:chgData name="Sagor Chandro Bakchy" userId="8a9abfdb-a1c2-45f8-85c0-2b29d3748ad0" providerId="ADAL" clId="{234EBD4A-4D80-4A0A-93D2-8CD587F15292}" dt="2026-10-16T13:58:20.361" v="500" actId="1076"/>
          <ac:spMkLst>
            <pc:docMk/>
            <pc:sldMk cId="2923001080" sldId="1130"/>
            <ac:spMk id="34" creationId="{5182E81D-BAFF-77FD-8DEE-76C640268BB3}"/>
          </ac:spMkLst>
        </pc:spChg>
        <pc:spChg chg="add mod topLvl">
          <ac:chgData name="Sagor Chandro Bakchy" userId="8a9abfdb-a1c2-45f8-85c0-2b29d3748ad0" providerId="ADAL" clId="{234EBD4A-4D80-4A0A-93D2-8CD587F15292}" dt="2026-10-16T13:58:20.361" v="500" actId="1076"/>
          <ac:spMkLst>
            <pc:docMk/>
            <pc:sldMk cId="2923001080" sldId="1130"/>
            <ac:spMk id="36" creationId="{24A0CD01-CE22-B9B8-F4BB-8012A639750D}"/>
          </ac:spMkLst>
        </pc:spChg>
      </pc:sldChg>
      <pc:sldChg chg="addSp delSp modSp add mod">
        <pc:chgData name="Sagor Chandro Bakchy" userId="8a9abfdb-a1c2-45f8-85c0-2b29d3748ad0" providerId="ADAL" clId="{234EBD4A-4D80-4A0A-93D2-8CD587F15292}" dt="2026-10-16T14:06:40.113" v="561" actId="20577"/>
        <pc:sldMkLst>
          <pc:docMk/>
          <pc:sldMk cId="2619583922" sldId="1131"/>
        </pc:sldMkLst>
        <pc:spChg chg="mod">
          <ac:chgData name="Sagor Chandro Bakchy" userId="8a9abfdb-a1c2-45f8-85c0-2b29d3748ad0" providerId="ADAL" clId="{234EBD4A-4D80-4A0A-93D2-8CD587F15292}" dt="2026-10-16T14:06:16.661" v="541"/>
          <ac:spMkLst>
            <pc:docMk/>
            <pc:sldMk cId="2619583922" sldId="1131"/>
            <ac:spMk id="3" creationId="{B2D7B3E0-6C12-FB4A-6DBA-77E740080843}"/>
          </ac:spMkLst>
        </pc:spChg>
        <pc:spChg chg="mod">
          <ac:chgData name="Sagor Chandro Bakchy" userId="8a9abfdb-a1c2-45f8-85c0-2b29d3748ad0" providerId="ADAL" clId="{234EBD4A-4D80-4A0A-93D2-8CD587F15292}" dt="2026-10-16T14:06:16.661" v="541"/>
          <ac:spMkLst>
            <pc:docMk/>
            <pc:sldMk cId="2619583922" sldId="1131"/>
            <ac:spMk id="4" creationId="{642E56E0-672B-760B-D306-4B6841FAE69B}"/>
          </ac:spMkLst>
        </pc:spChg>
        <pc:spChg chg="mod">
          <ac:chgData name="Sagor Chandro Bakchy" userId="8a9abfdb-a1c2-45f8-85c0-2b29d3748ad0" providerId="ADAL" clId="{234EBD4A-4D80-4A0A-93D2-8CD587F15292}" dt="2026-10-16T14:06:16.661" v="541"/>
          <ac:spMkLst>
            <pc:docMk/>
            <pc:sldMk cId="2619583922" sldId="1131"/>
            <ac:spMk id="5" creationId="{93AEB89B-9E13-F716-E23A-2BFBD55CC187}"/>
          </ac:spMkLst>
        </pc:spChg>
        <pc:spChg chg="mod">
          <ac:chgData name="Sagor Chandro Bakchy" userId="8a9abfdb-a1c2-45f8-85c0-2b29d3748ad0" providerId="ADAL" clId="{234EBD4A-4D80-4A0A-93D2-8CD587F15292}" dt="2026-10-16T14:06:40.113" v="561" actId="20577"/>
          <ac:spMkLst>
            <pc:docMk/>
            <pc:sldMk cId="2619583922" sldId="1131"/>
            <ac:spMk id="6" creationId="{618B100B-82E1-C4E1-753F-50B8B3942AED}"/>
          </ac:spMkLst>
        </pc:spChg>
        <pc:spChg chg="mod">
          <ac:chgData name="Sagor Chandro Bakchy" userId="8a9abfdb-a1c2-45f8-85c0-2b29d3748ad0" providerId="ADAL" clId="{234EBD4A-4D80-4A0A-93D2-8CD587F15292}" dt="2026-10-16T14:06:16.661" v="541"/>
          <ac:spMkLst>
            <pc:docMk/>
            <pc:sldMk cId="2619583922" sldId="1131"/>
            <ac:spMk id="7" creationId="{0FA94B16-1CAC-435C-3675-26BA981FD8C9}"/>
          </ac:spMkLst>
        </pc:spChg>
        <pc:spChg chg="mod">
          <ac:chgData name="Sagor Chandro Bakchy" userId="8a9abfdb-a1c2-45f8-85c0-2b29d3748ad0" providerId="ADAL" clId="{234EBD4A-4D80-4A0A-93D2-8CD587F15292}" dt="2026-10-16T14:06:16.661" v="541"/>
          <ac:spMkLst>
            <pc:docMk/>
            <pc:sldMk cId="2619583922" sldId="1131"/>
            <ac:spMk id="8" creationId="{4B09434C-3321-3D12-4444-70846FC25F92}"/>
          </ac:spMkLst>
        </pc:spChg>
        <pc:spChg chg="mod">
          <ac:chgData name="Sagor Chandro Bakchy" userId="8a9abfdb-a1c2-45f8-85c0-2b29d3748ad0" providerId="ADAL" clId="{234EBD4A-4D80-4A0A-93D2-8CD587F15292}" dt="2026-10-16T14:06:16.661" v="541"/>
          <ac:spMkLst>
            <pc:docMk/>
            <pc:sldMk cId="2619583922" sldId="1131"/>
            <ac:spMk id="9" creationId="{D65B8575-99D2-03BA-7CCA-1AC06CC64803}"/>
          </ac:spMkLst>
        </pc:spChg>
        <pc:spChg chg="mod">
          <ac:chgData name="Sagor Chandro Bakchy" userId="8a9abfdb-a1c2-45f8-85c0-2b29d3748ad0" providerId="ADAL" clId="{234EBD4A-4D80-4A0A-93D2-8CD587F15292}" dt="2026-10-16T14:06:16.661" v="541"/>
          <ac:spMkLst>
            <pc:docMk/>
            <pc:sldMk cId="2619583922" sldId="1131"/>
            <ac:spMk id="10" creationId="{8E5B46BF-314A-91EF-3008-8CAC7F9EA32B}"/>
          </ac:spMkLst>
        </pc:spChg>
        <pc:spChg chg="mod">
          <ac:chgData name="Sagor Chandro Bakchy" userId="8a9abfdb-a1c2-45f8-85c0-2b29d3748ad0" providerId="ADAL" clId="{234EBD4A-4D80-4A0A-93D2-8CD587F15292}" dt="2026-10-16T14:06:16.661" v="541"/>
          <ac:spMkLst>
            <pc:docMk/>
            <pc:sldMk cId="2619583922" sldId="1131"/>
            <ac:spMk id="14" creationId="{246D96C7-10F0-E1BE-F607-BB62F68E75A4}"/>
          </ac:spMkLst>
        </pc:spChg>
        <pc:spChg chg="mod">
          <ac:chgData name="Sagor Chandro Bakchy" userId="8a9abfdb-a1c2-45f8-85c0-2b29d3748ad0" providerId="ADAL" clId="{234EBD4A-4D80-4A0A-93D2-8CD587F15292}" dt="2026-10-16T14:06:16.661" v="541"/>
          <ac:spMkLst>
            <pc:docMk/>
            <pc:sldMk cId="2619583922" sldId="1131"/>
            <ac:spMk id="15" creationId="{32CBA5F6-09CF-BCE6-3FEE-97AF697F0167}"/>
          </ac:spMkLst>
        </pc:spChg>
        <pc:grpChg chg="mod">
          <ac:chgData name="Sagor Chandro Bakchy" userId="8a9abfdb-a1c2-45f8-85c0-2b29d3748ad0" providerId="ADAL" clId="{234EBD4A-4D80-4A0A-93D2-8CD587F15292}" dt="2026-10-16T14:06:24.505" v="542" actId="1076"/>
          <ac:grpSpMkLst>
            <pc:docMk/>
            <pc:sldMk cId="2619583922" sldId="1131"/>
            <ac:grpSpMk id="2" creationId="{9CB9F149-8458-4700-0172-17BC3A03654E}"/>
          </ac:grpSpMkLst>
        </pc:grpChg>
      </pc:sldChg>
      <pc:sldChg chg="addSp delSp modSp add mod">
        <pc:chgData name="Sagor Chandro Bakchy" userId="8a9abfdb-a1c2-45f8-85c0-2b29d3748ad0" providerId="ADAL" clId="{234EBD4A-4D80-4A0A-93D2-8CD587F15292}" dt="2026-10-16T14:05:21.760" v="535" actId="1076"/>
        <pc:sldMkLst>
          <pc:docMk/>
          <pc:sldMk cId="1546831194" sldId="1132"/>
        </pc:sldMkLst>
        <pc:spChg chg="mod">
          <ac:chgData name="Sagor Chandro Bakchy" userId="8a9abfdb-a1c2-45f8-85c0-2b29d3748ad0" providerId="ADAL" clId="{234EBD4A-4D80-4A0A-93D2-8CD587F15292}" dt="2026-10-16T14:05:13.079" v="533"/>
          <ac:spMkLst>
            <pc:docMk/>
            <pc:sldMk cId="1546831194" sldId="1132"/>
            <ac:spMk id="3" creationId="{8F98B4D0-63CB-3409-20A7-3155387A19C3}"/>
          </ac:spMkLst>
        </pc:spChg>
        <pc:spChg chg="mod">
          <ac:chgData name="Sagor Chandro Bakchy" userId="8a9abfdb-a1c2-45f8-85c0-2b29d3748ad0" providerId="ADAL" clId="{234EBD4A-4D80-4A0A-93D2-8CD587F15292}" dt="2026-10-16T14:05:13.079" v="533"/>
          <ac:spMkLst>
            <pc:docMk/>
            <pc:sldMk cId="1546831194" sldId="1132"/>
            <ac:spMk id="5" creationId="{F96A7FFD-188B-1C42-706F-F3C67FAD61F8}"/>
          </ac:spMkLst>
        </pc:spChg>
        <pc:spChg chg="mod">
          <ac:chgData name="Sagor Chandro Bakchy" userId="8a9abfdb-a1c2-45f8-85c0-2b29d3748ad0" providerId="ADAL" clId="{234EBD4A-4D80-4A0A-93D2-8CD587F15292}" dt="2026-10-16T14:05:13.079" v="533"/>
          <ac:spMkLst>
            <pc:docMk/>
            <pc:sldMk cId="1546831194" sldId="1132"/>
            <ac:spMk id="8" creationId="{A1317A86-D85B-68FD-1173-EAE47080A7DB}"/>
          </ac:spMkLst>
        </pc:spChg>
        <pc:spChg chg="mod">
          <ac:chgData name="Sagor Chandro Bakchy" userId="8a9abfdb-a1c2-45f8-85c0-2b29d3748ad0" providerId="ADAL" clId="{234EBD4A-4D80-4A0A-93D2-8CD587F15292}" dt="2026-10-16T14:05:13.079" v="533"/>
          <ac:spMkLst>
            <pc:docMk/>
            <pc:sldMk cId="1546831194" sldId="1132"/>
            <ac:spMk id="10" creationId="{9C7BE136-4B94-F941-D13D-0C248F61AF66}"/>
          </ac:spMkLst>
        </pc:spChg>
        <pc:spChg chg="mod">
          <ac:chgData name="Sagor Chandro Bakchy" userId="8a9abfdb-a1c2-45f8-85c0-2b29d3748ad0" providerId="ADAL" clId="{234EBD4A-4D80-4A0A-93D2-8CD587F15292}" dt="2026-10-16T14:05:13.079" v="533"/>
          <ac:spMkLst>
            <pc:docMk/>
            <pc:sldMk cId="1546831194" sldId="1132"/>
            <ac:spMk id="12" creationId="{DB133A2D-0F89-FA51-BADA-42BA507C9EFB}"/>
          </ac:spMkLst>
        </pc:spChg>
        <pc:spChg chg="mod">
          <ac:chgData name="Sagor Chandro Bakchy" userId="8a9abfdb-a1c2-45f8-85c0-2b29d3748ad0" providerId="ADAL" clId="{234EBD4A-4D80-4A0A-93D2-8CD587F15292}" dt="2026-10-16T14:05:13.079" v="533"/>
          <ac:spMkLst>
            <pc:docMk/>
            <pc:sldMk cId="1546831194" sldId="1132"/>
            <ac:spMk id="13" creationId="{D8A1F2C7-DC4D-F759-DAF7-9DC2395040E6}"/>
          </ac:spMkLst>
        </pc:spChg>
        <pc:spChg chg="mod">
          <ac:chgData name="Sagor Chandro Bakchy" userId="8a9abfdb-a1c2-45f8-85c0-2b29d3748ad0" providerId="ADAL" clId="{234EBD4A-4D80-4A0A-93D2-8CD587F15292}" dt="2026-10-16T14:05:13.079" v="533"/>
          <ac:spMkLst>
            <pc:docMk/>
            <pc:sldMk cId="1546831194" sldId="1132"/>
            <ac:spMk id="14" creationId="{8187AE4D-43B6-24CC-A134-9F1AC941E1AA}"/>
          </ac:spMkLst>
        </pc:spChg>
        <pc:spChg chg="mod">
          <ac:chgData name="Sagor Chandro Bakchy" userId="8a9abfdb-a1c2-45f8-85c0-2b29d3748ad0" providerId="ADAL" clId="{234EBD4A-4D80-4A0A-93D2-8CD587F15292}" dt="2026-10-16T14:05:13.079" v="533"/>
          <ac:spMkLst>
            <pc:docMk/>
            <pc:sldMk cId="1546831194" sldId="1132"/>
            <ac:spMk id="20" creationId="{8EACC5C6-3594-5380-A6E5-42FD1B1F1991}"/>
          </ac:spMkLst>
        </pc:spChg>
        <pc:spChg chg="mod">
          <ac:chgData name="Sagor Chandro Bakchy" userId="8a9abfdb-a1c2-45f8-85c0-2b29d3748ad0" providerId="ADAL" clId="{234EBD4A-4D80-4A0A-93D2-8CD587F15292}" dt="2026-10-16T14:05:13.079" v="533"/>
          <ac:spMkLst>
            <pc:docMk/>
            <pc:sldMk cId="1546831194" sldId="1132"/>
            <ac:spMk id="22" creationId="{31749B90-5560-8239-D1F8-1106BC9C7EE2}"/>
          </ac:spMkLst>
        </pc:spChg>
        <pc:spChg chg="mod">
          <ac:chgData name="Sagor Chandro Bakchy" userId="8a9abfdb-a1c2-45f8-85c0-2b29d3748ad0" providerId="ADAL" clId="{234EBD4A-4D80-4A0A-93D2-8CD587F15292}" dt="2026-10-16T14:05:13.079" v="533"/>
          <ac:spMkLst>
            <pc:docMk/>
            <pc:sldMk cId="1546831194" sldId="1132"/>
            <ac:spMk id="23" creationId="{74409F7A-0E49-EEEA-9AB5-9CFA81167202}"/>
          </ac:spMkLst>
        </pc:spChg>
        <pc:grpChg chg="mod">
          <ac:chgData name="Sagor Chandro Bakchy" userId="8a9abfdb-a1c2-45f8-85c0-2b29d3748ad0" providerId="ADAL" clId="{234EBD4A-4D80-4A0A-93D2-8CD587F15292}" dt="2026-10-16T14:05:21.760" v="535" actId="1076"/>
          <ac:grpSpMkLst>
            <pc:docMk/>
            <pc:sldMk cId="1546831194" sldId="1132"/>
            <ac:grpSpMk id="2" creationId="{15FC80C0-0B02-BC7A-B72F-402C04F3835D}"/>
          </ac:grpSpMkLst>
        </pc:grpChg>
      </pc:sldChg>
      <pc:sldChg chg="addSp delSp modSp add mod">
        <pc:chgData name="Sagor Chandro Bakchy" userId="8a9abfdb-a1c2-45f8-85c0-2b29d3748ad0" providerId="ADAL" clId="{234EBD4A-4D80-4A0A-93D2-8CD587F15292}" dt="2026-10-16T14:04:46.415" v="530" actId="14100"/>
        <pc:sldMkLst>
          <pc:docMk/>
          <pc:sldMk cId="1287183902" sldId="1133"/>
        </pc:sldMkLst>
        <pc:spChg chg="mod">
          <ac:chgData name="Sagor Chandro Bakchy" userId="8a9abfdb-a1c2-45f8-85c0-2b29d3748ad0" providerId="ADAL" clId="{234EBD4A-4D80-4A0A-93D2-8CD587F15292}" dt="2026-10-16T14:04:07.877" v="520"/>
          <ac:spMkLst>
            <pc:docMk/>
            <pc:sldMk cId="1287183902" sldId="1133"/>
            <ac:spMk id="4" creationId="{50DE2491-3750-C8D4-3E40-92ACD2C8EC1A}"/>
          </ac:spMkLst>
        </pc:spChg>
        <pc:spChg chg="mod">
          <ac:chgData name="Sagor Chandro Bakchy" userId="8a9abfdb-a1c2-45f8-85c0-2b29d3748ad0" providerId="ADAL" clId="{234EBD4A-4D80-4A0A-93D2-8CD587F15292}" dt="2026-10-16T14:04:07.877" v="520"/>
          <ac:spMkLst>
            <pc:docMk/>
            <pc:sldMk cId="1287183902" sldId="1133"/>
            <ac:spMk id="6" creationId="{47039698-AD20-7235-7D56-71A67033DCC1}"/>
          </ac:spMkLst>
        </pc:spChg>
        <pc:spChg chg="mod">
          <ac:chgData name="Sagor Chandro Bakchy" userId="8a9abfdb-a1c2-45f8-85c0-2b29d3748ad0" providerId="ADAL" clId="{234EBD4A-4D80-4A0A-93D2-8CD587F15292}" dt="2026-10-16T14:04:07.877" v="520"/>
          <ac:spMkLst>
            <pc:docMk/>
            <pc:sldMk cId="1287183902" sldId="1133"/>
            <ac:spMk id="7" creationId="{2128E34F-A639-FADD-521F-929A2F068F8D}"/>
          </ac:spMkLst>
        </pc:spChg>
        <pc:spChg chg="mod">
          <ac:chgData name="Sagor Chandro Bakchy" userId="8a9abfdb-a1c2-45f8-85c0-2b29d3748ad0" providerId="ADAL" clId="{234EBD4A-4D80-4A0A-93D2-8CD587F15292}" dt="2026-10-16T14:04:07.877" v="520"/>
          <ac:spMkLst>
            <pc:docMk/>
            <pc:sldMk cId="1287183902" sldId="1133"/>
            <ac:spMk id="8" creationId="{00E0BEAD-A58F-FE60-1EBE-3013BB3D0B99}"/>
          </ac:spMkLst>
        </pc:spChg>
        <pc:spChg chg="mod">
          <ac:chgData name="Sagor Chandro Bakchy" userId="8a9abfdb-a1c2-45f8-85c0-2b29d3748ad0" providerId="ADAL" clId="{234EBD4A-4D80-4A0A-93D2-8CD587F15292}" dt="2026-10-16T14:04:07.877" v="520"/>
          <ac:spMkLst>
            <pc:docMk/>
            <pc:sldMk cId="1287183902" sldId="1133"/>
            <ac:spMk id="12" creationId="{E2455B9E-BF41-F984-CC91-45A6DB46FA0F}"/>
          </ac:spMkLst>
        </pc:spChg>
        <pc:spChg chg="mod">
          <ac:chgData name="Sagor Chandro Bakchy" userId="8a9abfdb-a1c2-45f8-85c0-2b29d3748ad0" providerId="ADAL" clId="{234EBD4A-4D80-4A0A-93D2-8CD587F15292}" dt="2026-10-16T14:04:07.877" v="520"/>
          <ac:spMkLst>
            <pc:docMk/>
            <pc:sldMk cId="1287183902" sldId="1133"/>
            <ac:spMk id="13" creationId="{87282BBD-A190-FB9D-7910-330165D51E86}"/>
          </ac:spMkLst>
        </pc:spChg>
        <pc:spChg chg="mod">
          <ac:chgData name="Sagor Chandro Bakchy" userId="8a9abfdb-a1c2-45f8-85c0-2b29d3748ad0" providerId="ADAL" clId="{234EBD4A-4D80-4A0A-93D2-8CD587F15292}" dt="2026-10-16T14:04:07.877" v="520"/>
          <ac:spMkLst>
            <pc:docMk/>
            <pc:sldMk cId="1287183902" sldId="1133"/>
            <ac:spMk id="14" creationId="{F4B43133-3746-F57B-9049-5B9D7FEBBA1D}"/>
          </ac:spMkLst>
        </pc:spChg>
        <pc:spChg chg="mod">
          <ac:chgData name="Sagor Chandro Bakchy" userId="8a9abfdb-a1c2-45f8-85c0-2b29d3748ad0" providerId="ADAL" clId="{234EBD4A-4D80-4A0A-93D2-8CD587F15292}" dt="2026-10-16T14:04:42.239" v="528" actId="14100"/>
          <ac:spMkLst>
            <pc:docMk/>
            <pc:sldMk cId="1287183902" sldId="1133"/>
            <ac:spMk id="16" creationId="{710F3664-423E-0578-E125-2F94C0FDC750}"/>
          </ac:spMkLst>
        </pc:spChg>
        <pc:spChg chg="mod">
          <ac:chgData name="Sagor Chandro Bakchy" userId="8a9abfdb-a1c2-45f8-85c0-2b29d3748ad0" providerId="ADAL" clId="{234EBD4A-4D80-4A0A-93D2-8CD587F15292}" dt="2026-10-16T14:04:07.877" v="520"/>
          <ac:spMkLst>
            <pc:docMk/>
            <pc:sldMk cId="1287183902" sldId="1133"/>
            <ac:spMk id="17" creationId="{1166141F-6FAC-33C9-9B45-6B47C6569EB2}"/>
          </ac:spMkLst>
        </pc:spChg>
        <pc:spChg chg="mod">
          <ac:chgData name="Sagor Chandro Bakchy" userId="8a9abfdb-a1c2-45f8-85c0-2b29d3748ad0" providerId="ADAL" clId="{234EBD4A-4D80-4A0A-93D2-8CD587F15292}" dt="2026-10-16T14:04:07.877" v="520"/>
          <ac:spMkLst>
            <pc:docMk/>
            <pc:sldMk cId="1287183902" sldId="1133"/>
            <ac:spMk id="18" creationId="{7745782E-F97D-AD8C-1D45-FBC8E0E713AB}"/>
          </ac:spMkLst>
        </pc:spChg>
        <pc:spChg chg="mod">
          <ac:chgData name="Sagor Chandro Bakchy" userId="8a9abfdb-a1c2-45f8-85c0-2b29d3748ad0" providerId="ADAL" clId="{234EBD4A-4D80-4A0A-93D2-8CD587F15292}" dt="2026-10-16T14:04:39.687" v="527" actId="14100"/>
          <ac:spMkLst>
            <pc:docMk/>
            <pc:sldMk cId="1287183902" sldId="1133"/>
            <ac:spMk id="19" creationId="{4BD55993-2B5A-E911-D989-C11615A75DCF}"/>
          </ac:spMkLst>
        </pc:spChg>
        <pc:spChg chg="mod">
          <ac:chgData name="Sagor Chandro Bakchy" userId="8a9abfdb-a1c2-45f8-85c0-2b29d3748ad0" providerId="ADAL" clId="{234EBD4A-4D80-4A0A-93D2-8CD587F15292}" dt="2026-10-16T14:04:46.415" v="530" actId="14100"/>
          <ac:spMkLst>
            <pc:docMk/>
            <pc:sldMk cId="1287183902" sldId="1133"/>
            <ac:spMk id="20" creationId="{1B27B607-81FC-2FFA-7B99-5BEC40D8C987}"/>
          </ac:spMkLst>
        </pc:spChg>
        <pc:spChg chg="mod">
          <ac:chgData name="Sagor Chandro Bakchy" userId="8a9abfdb-a1c2-45f8-85c0-2b29d3748ad0" providerId="ADAL" clId="{234EBD4A-4D80-4A0A-93D2-8CD587F15292}" dt="2026-10-16T14:04:44.239" v="529" actId="14100"/>
          <ac:spMkLst>
            <pc:docMk/>
            <pc:sldMk cId="1287183902" sldId="1133"/>
            <ac:spMk id="23" creationId="{40D36BEA-F162-1F9A-8C39-B1E63252B279}"/>
          </ac:spMkLst>
        </pc:spChg>
        <pc:grpChg chg="mod">
          <ac:chgData name="Sagor Chandro Bakchy" userId="8a9abfdb-a1c2-45f8-85c0-2b29d3748ad0" providerId="ADAL" clId="{234EBD4A-4D80-4A0A-93D2-8CD587F15292}" dt="2026-10-16T14:04:27.240" v="524" actId="1076"/>
          <ac:grpSpMkLst>
            <pc:docMk/>
            <pc:sldMk cId="1287183902" sldId="1133"/>
            <ac:grpSpMk id="2" creationId="{B289D0C0-4D90-29FA-D046-897C991F4CB0}"/>
          </ac:grpSpMkLst>
        </pc:grpChg>
      </pc:sldChg>
      <pc:sldChg chg="modSp add mod">
        <pc:chgData name="Sagor Chandro Bakchy" userId="8a9abfdb-a1c2-45f8-85c0-2b29d3748ad0" providerId="ADAL" clId="{234EBD4A-4D80-4A0A-93D2-8CD587F15292}" dt="2026-10-16T14:26:28.205" v="576" actId="27636"/>
        <pc:sldMkLst>
          <pc:docMk/>
          <pc:sldMk cId="2453497346" sldId="1134"/>
        </pc:sldMkLst>
        <pc:spChg chg="mod">
          <ac:chgData name="Sagor Chandro Bakchy" userId="8a9abfdb-a1c2-45f8-85c0-2b29d3748ad0" providerId="ADAL" clId="{234EBD4A-4D80-4A0A-93D2-8CD587F15292}" dt="2026-10-16T14:26:05.226" v="570" actId="20577"/>
          <ac:spMkLst>
            <pc:docMk/>
            <pc:sldMk cId="2453497346" sldId="1134"/>
            <ac:spMk id="8" creationId="{C2349709-F02F-09E9-3B74-2349D252A62F}"/>
          </ac:spMkLst>
        </pc:spChg>
        <pc:spChg chg="mod">
          <ac:chgData name="Sagor Chandro Bakchy" userId="8a9abfdb-a1c2-45f8-85c0-2b29d3748ad0" providerId="ADAL" clId="{234EBD4A-4D80-4A0A-93D2-8CD587F15292}" dt="2026-10-16T14:26:28.205" v="576" actId="27636"/>
          <ac:spMkLst>
            <pc:docMk/>
            <pc:sldMk cId="2453497346" sldId="1134"/>
            <ac:spMk id="9" creationId="{5509601F-95FA-BA9A-6523-6C0F80EC6CFD}"/>
          </ac:spMkLst>
        </pc:spChg>
      </pc:sldChg>
      <pc:sldChg chg="modSp add mod">
        <pc:chgData name="Sagor Chandro Bakchy" userId="8a9abfdb-a1c2-45f8-85c0-2b29d3748ad0" providerId="ADAL" clId="{234EBD4A-4D80-4A0A-93D2-8CD587F15292}" dt="2026-10-16T14:47:48.501" v="607" actId="20577"/>
        <pc:sldMkLst>
          <pc:docMk/>
          <pc:sldMk cId="3715104102" sldId="1138"/>
        </pc:sldMkLst>
        <pc:spChg chg="mod">
          <ac:chgData name="Sagor Chandro Bakchy" userId="8a9abfdb-a1c2-45f8-85c0-2b29d3748ad0" providerId="ADAL" clId="{234EBD4A-4D80-4A0A-93D2-8CD587F15292}" dt="2026-10-16T14:47:48.501" v="607" actId="20577"/>
          <ac:spMkLst>
            <pc:docMk/>
            <pc:sldMk cId="3715104102" sldId="1138"/>
            <ac:spMk id="8" creationId="{8931909D-FB6C-0F52-68E2-E510475B4A81}"/>
          </ac:spMkLst>
        </pc:spChg>
        <pc:spChg chg="mod">
          <ac:chgData name="Sagor Chandro Bakchy" userId="8a9abfdb-a1c2-45f8-85c0-2b29d3748ad0" providerId="ADAL" clId="{234EBD4A-4D80-4A0A-93D2-8CD587F15292}" dt="2026-10-16T14:47:44.832" v="605"/>
          <ac:spMkLst>
            <pc:docMk/>
            <pc:sldMk cId="3715104102" sldId="1138"/>
            <ac:spMk id="9" creationId="{0D2FB213-2806-5293-FFC3-0DC8CAF5FB8F}"/>
          </ac:spMkLst>
        </pc:spChg>
      </pc:sldChg>
      <pc:sldChg chg="modSp add mod">
        <pc:chgData name="Sagor Chandro Bakchy" userId="8a9abfdb-a1c2-45f8-85c0-2b29d3748ad0" providerId="ADAL" clId="{234EBD4A-4D80-4A0A-93D2-8CD587F15292}" dt="2026-10-16T14:48:49.831" v="613"/>
        <pc:sldMkLst>
          <pc:docMk/>
          <pc:sldMk cId="705214585" sldId="1139"/>
        </pc:sldMkLst>
        <pc:spChg chg="mod">
          <ac:chgData name="Sagor Chandro Bakchy" userId="8a9abfdb-a1c2-45f8-85c0-2b29d3748ad0" providerId="ADAL" clId="{234EBD4A-4D80-4A0A-93D2-8CD587F15292}" dt="2026-10-16T14:48:43.527" v="612" actId="6549"/>
          <ac:spMkLst>
            <pc:docMk/>
            <pc:sldMk cId="705214585" sldId="1139"/>
            <ac:spMk id="8" creationId="{D3ABE00E-6554-B2F5-1572-0E824E89FA4E}"/>
          </ac:spMkLst>
        </pc:spChg>
        <pc:spChg chg="mod">
          <ac:chgData name="Sagor Chandro Bakchy" userId="8a9abfdb-a1c2-45f8-85c0-2b29d3748ad0" providerId="ADAL" clId="{234EBD4A-4D80-4A0A-93D2-8CD587F15292}" dt="2026-10-16T14:48:49.831" v="613"/>
          <ac:spMkLst>
            <pc:docMk/>
            <pc:sldMk cId="705214585" sldId="1139"/>
            <ac:spMk id="9" creationId="{F25CDCC6-D94D-8623-1B30-D0E272F9A21B}"/>
          </ac:spMkLst>
        </pc:spChg>
      </pc:sldChg>
      <pc:sldChg chg="modSp add mod">
        <pc:chgData name="Sagor Chandro Bakchy" userId="8a9abfdb-a1c2-45f8-85c0-2b29d3748ad0" providerId="ADAL" clId="{234EBD4A-4D80-4A0A-93D2-8CD587F15292}" dt="2026-10-16T14:49:19.446" v="618" actId="20577"/>
        <pc:sldMkLst>
          <pc:docMk/>
          <pc:sldMk cId="2372388705" sldId="1140"/>
        </pc:sldMkLst>
        <pc:spChg chg="mod">
          <ac:chgData name="Sagor Chandro Bakchy" userId="8a9abfdb-a1c2-45f8-85c0-2b29d3748ad0" providerId="ADAL" clId="{234EBD4A-4D80-4A0A-93D2-8CD587F15292}" dt="2026-10-16T14:49:19.446" v="618" actId="20577"/>
          <ac:spMkLst>
            <pc:docMk/>
            <pc:sldMk cId="2372388705" sldId="1140"/>
            <ac:spMk id="8" creationId="{3AAFF958-16A7-3CBB-9183-998803F95BAA}"/>
          </ac:spMkLst>
        </pc:spChg>
        <pc:spChg chg="mod">
          <ac:chgData name="Sagor Chandro Bakchy" userId="8a9abfdb-a1c2-45f8-85c0-2b29d3748ad0" providerId="ADAL" clId="{234EBD4A-4D80-4A0A-93D2-8CD587F15292}" dt="2026-10-16T14:49:17.615" v="617" actId="1076"/>
          <ac:spMkLst>
            <pc:docMk/>
            <pc:sldMk cId="2372388705" sldId="1140"/>
            <ac:spMk id="9" creationId="{EA5C8CEF-2BA6-5A94-3CE6-68809141F1BF}"/>
          </ac:spMkLst>
        </pc:spChg>
      </pc:sldChg>
      <pc:sldChg chg="delSp add mod">
        <pc:chgData name="Sagor Chandro Bakchy" userId="8a9abfdb-a1c2-45f8-85c0-2b29d3748ad0" providerId="ADAL" clId="{234EBD4A-4D80-4A0A-93D2-8CD587F15292}" dt="2026-10-16T18:31:14.772" v="636" actId="478"/>
        <pc:sldMkLst>
          <pc:docMk/>
          <pc:sldMk cId="1163074520" sldId="1141"/>
        </pc:sldMkLst>
      </pc:sldChg>
      <pc:sldChg chg="add">
        <pc:chgData name="Sagor Chandro Bakchy" userId="8a9abfdb-a1c2-45f8-85c0-2b29d3748ad0" providerId="ADAL" clId="{234EBD4A-4D80-4A0A-93D2-8CD587F15292}" dt="2026-10-16T18:31:35.102" v="638"/>
        <pc:sldMkLst>
          <pc:docMk/>
          <pc:sldMk cId="2631866192" sldId="1142"/>
        </pc:sldMkLst>
      </pc:sldChg>
      <pc:sldChg chg="add">
        <pc:chgData name="Sagor Chandro Bakchy" userId="8a9abfdb-a1c2-45f8-85c0-2b29d3748ad0" providerId="ADAL" clId="{234EBD4A-4D80-4A0A-93D2-8CD587F15292}" dt="2026-10-16T18:31:51.323" v="640"/>
        <pc:sldMkLst>
          <pc:docMk/>
          <pc:sldMk cId="466067845" sldId="1143"/>
        </pc:sldMkLst>
      </pc:sldChg>
      <pc:sldChg chg="add">
        <pc:chgData name="Sagor Chandro Bakchy" userId="8a9abfdb-a1c2-45f8-85c0-2b29d3748ad0" providerId="ADAL" clId="{234EBD4A-4D80-4A0A-93D2-8CD587F15292}" dt="2026-10-16T18:32:02.148" v="642"/>
        <pc:sldMkLst>
          <pc:docMk/>
          <pc:sldMk cId="885853891" sldId="1144"/>
        </pc:sldMkLst>
      </pc:sldChg>
      <pc:sldMasterChg chg="delSldLayout">
        <pc:chgData name="Sagor Chandro Bakchy" userId="8a9abfdb-a1c2-45f8-85c0-2b29d3748ad0" providerId="ADAL" clId="{234EBD4A-4D80-4A0A-93D2-8CD587F15292}" dt="2026-10-16T18:32:04.837" v="643" actId="47"/>
        <pc:sldMasterMkLst>
          <pc:docMk/>
          <pc:sldMasterMk cId="0" sldId="214748364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15ADAE-CB95-4207-BEBD-7EBA048A058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D1070-B7E5-4E63-B75E-758E1F2F01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6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</p:spPr>
        <p:txBody>
          <a:bodyPr lIns="93177" tIns="46589" rIns="93177" bIns="46589"/>
          <a:lstStyle/>
          <a:p>
            <a:pPr lvl="0"/>
            <a:endParaRPr/>
          </a:p>
        </p:txBody>
      </p:sp>
      <p:sp>
        <p:nvSpPr>
          <p:cNvPr id="100" name="Shape 100"/>
          <p:cNvSpPr>
            <a:spLocks noGrp="1"/>
          </p:cNvSpPr>
          <p:nvPr>
            <p:ph type="body" sz="quarter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lIns="93177" tIns="46589" rIns="93177" bIns="46589"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98531482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321457">
      <a:defRPr sz="1547">
        <a:latin typeface="Lucida Grande"/>
        <a:ea typeface="Lucida Grande"/>
        <a:cs typeface="Lucida Grande"/>
        <a:sym typeface="Lucida Grande"/>
      </a:defRPr>
    </a:lvl1pPr>
    <a:lvl2pPr indent="160729" defTabSz="321457">
      <a:defRPr sz="1547">
        <a:latin typeface="Lucida Grande"/>
        <a:ea typeface="Lucida Grande"/>
        <a:cs typeface="Lucida Grande"/>
        <a:sym typeface="Lucida Grande"/>
      </a:defRPr>
    </a:lvl2pPr>
    <a:lvl3pPr indent="321457" defTabSz="321457">
      <a:defRPr sz="1547">
        <a:latin typeface="Lucida Grande"/>
        <a:ea typeface="Lucida Grande"/>
        <a:cs typeface="Lucida Grande"/>
        <a:sym typeface="Lucida Grande"/>
      </a:defRPr>
    </a:lvl3pPr>
    <a:lvl4pPr indent="482186" defTabSz="321457">
      <a:defRPr sz="1547">
        <a:latin typeface="Lucida Grande"/>
        <a:ea typeface="Lucida Grande"/>
        <a:cs typeface="Lucida Grande"/>
        <a:sym typeface="Lucida Grande"/>
      </a:defRPr>
    </a:lvl4pPr>
    <a:lvl5pPr indent="642915" defTabSz="321457">
      <a:defRPr sz="1547">
        <a:latin typeface="Lucida Grande"/>
        <a:ea typeface="Lucida Grande"/>
        <a:cs typeface="Lucida Grande"/>
        <a:sym typeface="Lucida Grande"/>
      </a:defRPr>
    </a:lvl5pPr>
    <a:lvl6pPr indent="803643" defTabSz="321457">
      <a:defRPr sz="1547">
        <a:latin typeface="Lucida Grande"/>
        <a:ea typeface="Lucida Grande"/>
        <a:cs typeface="Lucida Grande"/>
        <a:sym typeface="Lucida Grande"/>
      </a:defRPr>
    </a:lvl6pPr>
    <a:lvl7pPr indent="964372" defTabSz="321457">
      <a:defRPr sz="1547">
        <a:latin typeface="Lucida Grande"/>
        <a:ea typeface="Lucida Grande"/>
        <a:cs typeface="Lucida Grande"/>
        <a:sym typeface="Lucida Grande"/>
      </a:defRPr>
    </a:lvl7pPr>
    <a:lvl8pPr indent="1125101" defTabSz="321457">
      <a:defRPr sz="1547">
        <a:latin typeface="Lucida Grande"/>
        <a:ea typeface="Lucida Grande"/>
        <a:cs typeface="Lucida Grande"/>
        <a:sym typeface="Lucida Grande"/>
      </a:defRPr>
    </a:lvl8pPr>
    <a:lvl9pPr indent="1285829" defTabSz="321457">
      <a:defRPr sz="1547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43097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9555-3D94-A73A-97CB-60355DEE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A4B4E-7EC8-2032-88A0-6FA880232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F2043-4F29-9439-3900-4A22B1D4C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C91BF-BC4C-0FA5-306A-933EB7F96F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4281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4E0BC-979D-0A94-9E23-9DFB4118B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88B41-D0B2-767F-4116-CB363F418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2F26F-80E3-8B4B-7FC3-84F8E5B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672C9-EB84-155C-7EC7-92E8AA00B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620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C90E6-81EC-7262-7B11-E1333F32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1E9B0-1D07-5485-F5DD-EBD7DAF65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9DACF-4280-6CFF-1D5E-14ABB027A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9919A-932D-D5A2-BDD1-112884CC6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6970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0BCCC-9D04-A79F-79F6-962B82157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FAD36-2EAB-FFB8-F1D7-E0CAF9939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EA54F-88F7-AF89-F326-87060ADB3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D1CDC-8F9D-A022-7D2F-299FAE2E4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1256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B430A-956F-3A8B-1598-42261B2EC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E048C-468B-353B-0140-CB9554E3C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431126-BAD1-75DB-118D-BB4FA78AE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A6550-0345-EF94-6F79-016566716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9601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6981F-6CC5-1DA8-94AE-180B87AE0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79E8C-B235-7C66-1AE4-496A85DE0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0FA35-B7D8-63D1-E82C-F43E03E20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E2EC9-8D34-4E68-FEFE-3A29E5552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4110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883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56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F9287-6158-8916-48EA-F04158FF7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AEE793-25A0-8B8B-35A2-479768CAF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2F7EA-8705-4468-42B5-5B1B692CE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763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21A31-B152-5DBC-2715-4EC5114C7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F4BBA-E6EE-4DD6-78FD-14829A9C4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CBB3CB-6B72-BBC5-07F8-BE0F79633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2107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DD5EF-14D3-63D0-9D06-6CA3A9908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4695B-F128-E9DF-E5F2-CA0844493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A0EE8-CAE0-5FDC-A8D4-9EE8B56AB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5780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5F247-4B13-52D7-6E92-0F0897DE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4F9FD-2041-5BB9-174F-8B7ACA06C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83505-DC08-670A-E408-0423106CE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3144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4D776-56EF-370E-39C4-8DE5BFD45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D6683-8724-3236-D49D-C39E292E6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A68BE-ACAA-B3E3-DC6C-651C08B91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6980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5D1EF-5F89-CFA3-B371-0328E6FBC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93EE7-3325-7105-1F4F-451C25075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C3338-F62B-8D9A-108E-5A2A950D3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132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0439-EB67-BCBE-CB93-5B7EC2AFF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AD778-F54E-8BC6-5E3E-1B379218C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D18DC-D003-0535-8F42-F285689FB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365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648E6-8A1E-005C-A590-48335CFA9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27DA6-8267-80E8-156D-370CFFA36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10DDB-7877-FDA3-F70C-EC82E750B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3774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C4791-A168-63E9-7480-ABE96129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E43E1-159D-39AE-4800-7081D82DA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42EAD-5745-114F-C536-880C0B1BC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613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92A53-0581-248D-0794-38CE68EE6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F02E1-8069-E190-18BF-042736377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3F985-F476-E313-D4D7-5BC68E368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648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D16DD-01DE-FD51-6205-A698A1F91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FEF02-25CD-CDB2-07B1-20DF85B76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0A47F-BEE4-175A-E95E-1FAA3B8B8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734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C6EB-167D-52F2-4E10-82D019D94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FAA26-3A45-D2B3-1D66-6DAEF143C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8E4DD-F836-4CF1-0476-C9E6D9CDF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6326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C39C9-C452-487E-D7D0-8FC1CCDAF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BF61E-525E-D01B-50A4-6F1A24C80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23366C-5C9D-3B38-59C5-36D201634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3852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40B3-FB64-3EED-AF27-887D4EBDC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38F22-DBED-4020-85D0-581843F44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42944-B2AB-1CD9-A18A-06A8294D9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9601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5AEB-5746-E957-ED5B-11430F51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95367-F724-734F-561C-329175A9D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4E4DD-AA53-91EF-7DFF-F67D020CF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2254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5FEF6-5154-57A9-D58B-970D7328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3D9B3-B116-C53A-BA45-0ED89CE18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E09AC-54D2-8D91-53B0-94E491756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5855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ECBE3-B6E4-F9A4-F8E8-6DE0325AC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D0F7F-0E19-8BE5-9EE4-1B76FFB71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C71DA-1E90-4736-B5CC-DE845D328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6934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440B0-53F4-DA0D-1CB9-B832F814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213E5-3FE3-F9CD-A253-65BF01458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5E1BD-2157-8114-A425-CCB512B16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123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D6D5-877D-0DDD-9E35-6BF39BF31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AC13B-EFB7-F37C-F8AE-42144F5EA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E9A04-5975-3354-C929-A252EB274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8950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68A62-EB2A-954C-2107-479A4E648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3101B-D2B8-2A4C-49DD-C22AFCF4F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EF2052-3A11-A1C1-771D-B5898EC08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2463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6389E-290A-94AF-A259-8E2BF8A2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C185B-445C-AD55-566B-B4C706ADD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CE3FBD-DE6A-C7A6-FF47-D709CF6E0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FFD0A-E1A6-A2E0-A16A-82590D30FB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579597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37A64-3CC5-7768-D911-8A678B9DB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EA58A-3607-6AA2-23F5-31F69B2B5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94F89-7C8F-F1E1-DF86-C8C050B70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6B346-189E-1722-F999-6BFFE72355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816935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F0D78-93D5-8530-DC28-5CA7E432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CB3B4-5A2D-7FE5-5160-E1B243B0D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C4BA3-CC85-C470-8AF9-FD7BFDF1A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92E8A-2FD7-17BA-9580-7B8C5876DD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632483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B6938-214E-7083-9697-5590CC442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90CD8-50C3-FB4A-1EAA-441A1C32B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0AE73-8005-997D-B29A-88A1A8EE4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D5346-4D1D-6E1C-264C-91DB3375E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258025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8838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56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1C23-F0B7-0463-1B0E-3356192D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BEAEB-4BD2-2179-64F0-2A3DA6356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793C1-6346-B1DB-C3AF-35111FEC0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969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15169-ACBA-91E0-6944-9D1773D84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24879-C7E0-3EF2-94D4-97A824939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E0158-F4B5-385F-AD20-111AD03BC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7724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050C1-8114-B842-A7E4-5E2693F9D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B42C22-92E1-BF8D-D698-F8D697525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9083B-02F6-B21C-8DA2-7F03CB6C5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9633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9BAC4-819E-7DB9-7DF1-61B666A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39408-9F2F-47AA-A4D8-B6E4C5AB14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6635F-77C1-8459-6A76-0C69C0E55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5055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4B232-E42F-9EEF-5817-FC10CC17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7D2C4-69AF-C209-5A0B-7779BD241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9EB1C-2318-CC18-B4F9-60730A984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7098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3E5F1-3CF5-1C7A-0BC9-ED34BF4C6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6CB35-F948-FD2C-EC62-E4A5656B6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1CC5B-B6CF-CC48-C8F0-7CC938D8D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2187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5B1DC-0540-209E-7F10-7B70A2A8A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05396-266C-FC57-07C6-8DC9EA945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C9820-C334-C2B5-5C78-21508B0AC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6468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63199-8BD6-4F64-D0C3-0C6F3A618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DA9C2-02F4-B004-6004-891450846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5B071-7659-E84D-A5FD-4E5AB4011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485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3CB96-8DE3-D7EE-1428-891412E12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C10E4-FFC8-D40B-9701-F5F891955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C64B6-60E7-15B1-DF22-DA7128EDF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1037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8A7B-F5E5-2C42-2CF1-265EAC1B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A6A34-FD2A-C2F6-BBED-A708394FC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FEA33-AC68-8B2F-C5EB-CE7825849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18884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C6390-4B50-3013-3FC6-84201A8AF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8B86EF-A9F8-7136-03AD-457454816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FC2D0-9700-3855-0466-8838C4714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5576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602D3-4A02-0C4A-43A5-A8BB0692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D3E8A-51C1-09DF-AF5A-0A0E38966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48C2EF-430A-7040-29DC-88566E8DD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6859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D6D5-877D-0DDD-9E35-6BF39BF31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AC13B-EFB7-F37C-F8AE-42144F5EA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E9A04-5975-3354-C929-A252EB274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89505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CA858-0562-404F-1682-51DBE0CF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81342-E9BB-2FF7-6046-BC5355FFE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77883-6C1C-9AD6-A611-106017980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59438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B1AC8-4908-6A1A-70F9-D20F5065D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6A0D0-9A93-ED34-CEB1-92CF5D695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F1F47-E071-483D-F702-9A39FB93F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02784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6B4BD-D3A4-F4BF-5B5F-65D030DE7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F399C-7050-EABB-EF0F-1B0CBC548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15DD92-54FB-0B23-1754-B717C183F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52700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CA260-E0B4-9027-40AF-10C69EE0E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611EC-23EB-FC5D-95A6-05C1195D6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EA0DD-68BF-4D78-86B8-AE2B61808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11988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DB42A-2221-B912-8302-FCEB03ED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217778-748B-8514-DC80-C117C3452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A75C9-EB58-4B97-01ED-94B199041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9729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D4F3-D3E1-914B-5E99-E17744B4F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F35DD-D63B-2C7E-1F7C-7E1394804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9F386-F118-4EB1-5C05-F6C21F8C7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19819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00F0-6CB1-0C82-F656-CB8325203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00E8C4-5F10-C5B0-A203-30B73CF259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2E52-F788-C092-E714-C2FE819C1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A82C6-464A-DA2A-7D33-1A1BB6E61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7505987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25788-ECB6-7ADF-FE33-ABF7034FF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9E3663-7A0F-747C-531B-E75695CC4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FD825-418A-E406-0F40-35637FD18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07506-7988-368F-2E20-71692FA0B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36879889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BCCD1-7B7F-5BCF-CA31-6D7389941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E5B9D-1233-0DFD-C27F-FAE557C24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F0BB5-04A6-55BF-0E63-6583FE6F7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0EE77-8D17-5406-20AC-C092FC99EC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647605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81C1F-4BE2-1499-64BE-85A35850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442D5-3DB6-07AB-B54B-3076D186D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7CA29-70A5-B578-6DDD-FED5DB19B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3FAF0-6A7F-DC01-84AF-1DE88F86E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0427026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7A48-F66D-7C5F-0A7D-B0B1FE250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F1062-468B-9E24-5F8F-4885828CB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52151-ECE4-D72F-E88F-4D4E2E769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412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7672-0D4D-00FB-AA25-A8DA4D54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DACC0-CEE4-7304-AD5D-3E537C534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99D3E-14EE-2375-31EF-A3BDD85C4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34325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567B6-45A9-11E7-6C97-55E98514C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246B5-61C0-9C0D-7B5A-41C05A42C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F2F90-0A47-3A24-F126-FBC24F269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21022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3A568-199A-1CF1-2F4E-6FE052A2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E441DD-5930-D767-8EAE-25C0A88FF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4D4BE-DBF5-29A4-EDA1-7F932A3DA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165819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05DA7-2FD9-BC37-E76E-F6962F236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2F194-A2D6-AB65-8540-CEA4638D1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67D5A-DB5D-6D42-52A8-59892FE87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44588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C82F-68DA-F96F-BCDE-E7241725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9012B-A649-29CB-1C4A-56D11579A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28759-4C7A-8593-D5C9-223A85682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52696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C8D2-3064-3F0F-0250-8DFF2394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351E9-AD92-2340-E686-900C5901C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7FEC5-FAD4-89A0-CB8E-DA58329C6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38947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A4C70-5ADC-BB44-7869-9A0CC2AEB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CE102-A320-4742-F25A-EF092E58E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3250E-5EF9-41F8-6F3B-60A4C505D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44637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A766-29F5-C000-9159-8F99B89A4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97951-D58C-89C2-DE1B-A6B60CF25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69AD78-3E9C-9B77-4F49-5A298E68C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40013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A4EA4-D33D-C0E2-1DBA-6B36D4CC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5F563-AC8F-F0DA-3072-8E1A23AC9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B2AD0-674D-8621-8E23-6E67F9B8D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75222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1299C-17B9-FC17-D6A8-F7B82ACED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9B23D-71BE-65EB-C539-47090A11B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8FCFB-EDE0-10B5-5CBA-633CE5632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30647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DC497-BAFF-E701-D0D6-8D00C0167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F6A04-EB1B-2D29-B124-96229FF8E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C3616-DF00-0687-36CF-D1CE9B255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60766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AD4BC-70DE-F507-9CDC-8C5DEC606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43A64-5524-FB59-26BF-2382E0015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CA08B-F0B2-8F3A-EBD7-D555DB9C2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40529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C7D0A-717D-380B-240C-D890398FF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937E51-90C8-E7F4-D4F1-102A84800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871C5-6761-C026-A602-DB01F6FA3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01563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DAFD9-AE44-E957-237A-D1E6C0B61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2A9D2-367B-43C9-45F1-D7610C666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67BD3-2433-E3EB-3C92-E91A17A21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38874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77336-3E7A-ACD7-7A6F-7BCED2A2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B4D74-D71D-2FC8-4FA8-6D742D7EA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3D9D8-23AC-AEF7-96D0-389D3917C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07094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BD0FB-C626-A16B-660C-697B5F64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17D1E-8E19-1EC8-40C8-F58E9F44E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A3BD3-CB92-7BF6-BE69-291736D7D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65568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D4F3-D3E1-914B-5E99-E17744B4F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F35DD-D63B-2C7E-1F7C-7E1394804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9F386-F118-4EB1-5C05-F6C21F8C7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19819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CFA7D-80DE-D7A6-587C-C9682CB53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423B5B-C705-C672-75BE-74109A96B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FDE5D-6103-60D2-D10A-4594EBE83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0696B-26D8-7D06-B227-04CBDFB36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7789136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27BD8-ABFF-8401-5666-EF2633589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1ABE1-C10C-7A52-64C7-A5E876166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A5CC2-3ED4-DD2B-24F0-6E772124B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FC424-2C75-02C9-6D15-7AAC41634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61445750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8065-5CEE-AB7A-1BEF-5B0918F9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38ADD-90E5-47B4-2F8D-DE96F0067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17E7F-9CD1-A7B1-484B-3B2C178FC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6664E-EACB-67CA-EB81-6CEC549D45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7833063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944ED-3512-B23C-A2C8-34B506CB8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85243-C785-7DB5-C177-EE8C9161E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37489-55E6-134B-95B5-AB7965958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332A4-2DB4-EBBF-F8B9-A30150CB4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1403307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84AE-5358-EECC-2C8F-8363C433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0A594-F43E-EADB-FEF6-0E0564093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2AAB3-1E2C-DD03-47E0-FFA201CAC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32342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7A48-F66D-7C5F-0A7D-B0B1FE250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F1062-468B-9E24-5F8F-4885828CB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52151-ECE4-D72F-E88F-4D4E2E769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412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7672-0D4D-00FB-AA25-A8DA4D54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DACC0-CEE4-7304-AD5D-3E537C534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99D3E-14EE-2375-31EF-A3BDD85C4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34325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3A568-199A-1CF1-2F4E-6FE052A2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E441DD-5930-D767-8EAE-25C0A88FF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4D4BE-DBF5-29A4-EDA1-7F932A3DA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165819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375A-112D-68D1-21A4-4125955D8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5E3A7-8810-E2BC-E7DA-58284F932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20186-A047-C3D2-44A4-C5E4ED5F0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01175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F54E-6C54-A02E-DEE2-59158905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F7320-8E1F-6B5A-8883-74E82A958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F7F1B-E45B-6C33-4738-F5F3EAB51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72799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7F226-3D17-6EE2-F85A-4BD2FC9DC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6101C-FCF6-1335-22BE-B9D584A6F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D2824-FE8B-2B13-F01F-AC5F7190C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4615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6B5EC-1CC5-21CF-187D-FF623EB83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12056-2A25-9CD2-9915-AB1288F19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E7C9B-520D-659B-919C-56F66A7BF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09014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C82F-68DA-F96F-BCDE-E7241725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9012B-A649-29CB-1C4A-56D11579A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28759-4C7A-8593-D5C9-223A85682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526968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C8D2-3064-3F0F-0250-8DFF2394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351E9-AD92-2340-E686-900C5901C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7FEC5-FAD4-89A0-CB8E-DA58329C6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389478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A4C70-5ADC-BB44-7869-9A0CC2AEB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CE102-A320-4742-F25A-EF092E58E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3250E-5EF9-41F8-6F3B-60A4C505D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44637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458C-86F0-124C-2486-B8EAE457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F80A06-22D2-176C-60CA-6718C40AA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1CF64-0226-F10A-5F07-FB0D6508A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63536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47058-D9EE-4873-8884-59D0C3511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DC1FE-01D9-C853-6930-A188210B5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91A66-C5D1-8AC6-2226-6F3A6D96E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35199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A5898-913A-F583-163B-B42CCAD98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111ED-415F-C319-5203-63FB3D513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08930-3EC9-0BB9-1322-E61A1A12F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117380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F36B5-4B9E-D058-B98D-80EA54F5F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D105F-CF05-F726-F7D5-1FEC63CD7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85383-3FFB-84A2-964F-B1F575647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104269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B18FB-C9A3-AD2B-9652-695E7121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BFD54-8326-B31D-C49D-A5D067031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219A7-1DFD-4F14-A020-7DB4C6D0A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52903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3582-8041-923F-C047-4805ED8A6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9859A-C5AF-E246-B803-E5C772803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6361C-F82F-5C34-B5B7-75FA077B2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5670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C6311-6AC7-2389-A285-EDFAE894B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138A0-597F-77D5-1630-46F681156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FBA42-61EB-5AA4-469B-0F8F0B8DF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96763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93BAA-A92D-C80C-456E-C16E82C2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C5F27-C0B3-E0A4-512E-F9FCEF726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DC763-ACF5-6469-32D9-917DA5CAF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222518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98E9-E152-DF51-721C-C18DB4830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86934-5C63-4A6A-D48C-B0A4902C1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6AB19-5F8C-9FB3-787B-D99687C9B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3617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91C1-D6F5-2C13-E1F0-CD98FABB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28061-9409-B1CE-83D3-E684FC77D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4B51D-301C-DCD4-75AA-E8E4911E3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84278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D4F3-D3E1-914B-5E99-E17744B4F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F35DD-D63B-2C7E-1F7C-7E1394804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9F386-F118-4EB1-5C05-F6C21F8C7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19819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7FF44-9675-4C3B-DB0A-77BA70F58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F500A-2F1C-7524-4648-A92990078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D699A-7002-9CAE-93B2-B10865988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C1DC1-6EA5-F711-455B-1DF0207916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5764912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73064-96C7-8762-7D5C-0C1CB316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E3AA7-2C6C-53A7-6E17-F2D9E6AFE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B8FEF-0123-F7B6-04F9-0586C0827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59110-3FB8-0224-7E8C-D8E022E8D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03630945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4F5CA-79C8-9BBE-E665-85DF760C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6E274-4F4E-23DF-4C29-9C1F08DCB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8471C-F7CD-88BB-924A-ABDBF9B42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D09E7-58FD-8740-613D-677446986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6122308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98037-996F-6A6C-E050-B2B07F5FD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0FED7-7808-3858-F8D8-6EEBD651E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9B876-A2D5-618A-F6B0-13CF7020F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24079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0C0FF-D1AE-B22E-DA41-C5A4CC9B5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55DD3-3154-9BD2-639A-8FD05DAC0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1BE8C-200E-1EB7-DB0C-946466854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22432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388F0-6FF4-278A-D0C7-49F86E58C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7EB6B-15A0-67B3-5E43-E5B0B588C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4BD31-F132-2D97-2AD5-7302FABA7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30870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6050-9CC5-48DB-E5F6-6056A01F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0F506-02E7-0640-7D87-80219A780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609AB-67E0-5517-F3C1-FA5017292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37054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320B4-6FD8-6588-8D48-40540A18C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2649B-0A7A-2606-2468-897EBCF87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F3C37-6FAF-0E98-1CF2-BFEF506AF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025742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26925-FB45-6525-FA69-8DF605847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8A5DF-42C9-C060-B2B3-D97AC5B4C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F19E1-C1D5-269D-98C6-004813924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9FED6-ADAA-B9F3-78B3-C0AB687A22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Helvetic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85678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" y="0"/>
            <a:ext cx="9780370" cy="866180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269" y="1116211"/>
            <a:ext cx="11862816" cy="4848820"/>
          </a:xfrm>
        </p:spPr>
        <p:txBody>
          <a:bodyPr/>
          <a:lstStyle>
            <a:lvl1pPr>
              <a:spcBef>
                <a:spcPts val="844"/>
              </a:spcBef>
              <a:buSzPct val="100000"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844"/>
              </a:spcBef>
              <a:buSzPct val="100000"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844"/>
              </a:spcBef>
              <a:buSzPct val="100000"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hape 14"/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2154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410751">
              <a:defRPr sz="1400">
                <a:solidFill>
                  <a:srgbClr val="0038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BEFA2CCA-4016-444A-8A97-A6204D3536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43403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652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7632" y="2434355"/>
            <a:ext cx="10458562" cy="617553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97632" y="3176415"/>
            <a:ext cx="7968428" cy="697237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16000"/>
              </a:lnSpc>
              <a:buNone/>
              <a:defRPr lang="en-US" sz="1750" dirty="0">
                <a:solidFill>
                  <a:srgbClr val="CBD5E1"/>
                </a:solidFill>
              </a:defRPr>
            </a:lvl1pPr>
          </a:lstStyle>
          <a:p>
            <a:pPr marL="0" indent="0" algn="l">
              <a:lnSpc>
                <a:spcPct val="116000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501515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97632" y="454200"/>
            <a:ext cx="6972375" cy="17929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30" b="1" kern="0" spc="1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03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97632" y="700226"/>
            <a:ext cx="10956589" cy="458185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8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80" dirty="0"/>
          </a:p>
        </p:txBody>
      </p:sp>
    </p:spTree>
    <p:extLst>
      <p:ext uri="{BB962C8B-B14F-4D97-AF65-F5344CB8AC3E}">
        <p14:creationId xmlns:p14="http://schemas.microsoft.com/office/powerpoint/2010/main" val="418636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97632" y="454200"/>
            <a:ext cx="6972375" cy="17929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30" b="1" kern="0" spc="1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03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97632" y="700226"/>
            <a:ext cx="10956589" cy="458185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8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80" dirty="0"/>
          </a:p>
        </p:txBody>
      </p:sp>
    </p:spTree>
    <p:extLst>
      <p:ext uri="{BB962C8B-B14F-4D97-AF65-F5344CB8AC3E}">
        <p14:creationId xmlns:p14="http://schemas.microsoft.com/office/powerpoint/2010/main" val="322962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97632" y="454200"/>
            <a:ext cx="6972375" cy="17929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30" b="1" kern="0" spc="1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03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97632" y="700226"/>
            <a:ext cx="10956589" cy="458185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8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680" dirty="0"/>
          </a:p>
        </p:txBody>
      </p:sp>
    </p:spTree>
    <p:extLst>
      <p:ext uri="{BB962C8B-B14F-4D97-AF65-F5344CB8AC3E}">
        <p14:creationId xmlns:p14="http://schemas.microsoft.com/office/powerpoint/2010/main" val="1940959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7751" y="577711"/>
            <a:ext cx="5976321" cy="318737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5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1688979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962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xfrm>
            <a:off x="1190630" y="1036527"/>
            <a:ext cx="9810751" cy="2321719"/>
          </a:xfrm>
          <a:prstGeom prst="rect">
            <a:avLst/>
          </a:prstGeom>
        </p:spPr>
        <p:txBody>
          <a:bodyPr lIns="50800" tIns="50800" rIns="50800" bIns="50800"/>
          <a:lstStyle>
            <a:lvl1pPr algn="ctr">
              <a:defRPr sz="5906">
                <a:solidFill>
                  <a:srgbClr val="000000"/>
                </a:solidFill>
              </a:defRPr>
            </a:lvl1pPr>
          </a:lstStyle>
          <a:p>
            <a:pPr lvl="0">
              <a:defRPr sz="1800"/>
            </a:pPr>
            <a:r>
              <a:rPr sz="5906"/>
              <a:t>Title Text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" hasCustomPrompt="1"/>
          </p:nvPr>
        </p:nvSpPr>
        <p:spPr>
          <a:xfrm>
            <a:off x="1190630" y="3609360"/>
            <a:ext cx="9810751" cy="919758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2531"/>
            </a:lvl1pPr>
            <a:lvl2pPr marL="0" indent="0" algn="ctr">
              <a:spcBef>
                <a:spcPts val="0"/>
              </a:spcBef>
              <a:buSzTx/>
              <a:buNone/>
              <a:defRPr sz="2531"/>
            </a:lvl2pPr>
            <a:lvl3pPr marL="0" indent="0" algn="ctr">
              <a:spcBef>
                <a:spcPts val="0"/>
              </a:spcBef>
              <a:buSzTx/>
              <a:buNone/>
              <a:defRPr sz="2531"/>
            </a:lvl3pPr>
            <a:lvl4pPr marL="0" indent="0" algn="ctr">
              <a:spcBef>
                <a:spcPts val="0"/>
              </a:spcBef>
              <a:buSzTx/>
              <a:buNone/>
              <a:defRPr sz="2531">
                <a:latin typeface="Gill Sans"/>
                <a:ea typeface="Gill Sans"/>
                <a:cs typeface="Gill Sans"/>
                <a:sym typeface="Gill Sans"/>
              </a:defRPr>
            </a:lvl4pPr>
            <a:lvl5pPr marL="0" indent="0" algn="ctr">
              <a:spcBef>
                <a:spcPts val="0"/>
              </a:spcBef>
              <a:buSzTx/>
              <a:buNone/>
              <a:defRPr sz="253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>
              <a:defRPr sz="1800"/>
            </a:pPr>
            <a:r>
              <a:rPr sz="2531"/>
              <a:t>Body Level One</a:t>
            </a:r>
          </a:p>
          <a:p>
            <a:pPr lvl="1">
              <a:defRPr sz="1800"/>
            </a:pPr>
            <a:r>
              <a:rPr sz="2531"/>
              <a:t>Body Level Two</a:t>
            </a:r>
          </a:p>
          <a:p>
            <a:pPr lvl="2">
              <a:defRPr sz="1800"/>
            </a:pPr>
            <a:endParaRPr sz="2531"/>
          </a:p>
        </p:txBody>
      </p:sp>
    </p:spTree>
    <p:extLst>
      <p:ext uri="{BB962C8B-B14F-4D97-AF65-F5344CB8AC3E}">
        <p14:creationId xmlns:p14="http://schemas.microsoft.com/office/powerpoint/2010/main" val="291424240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357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767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U 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109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619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394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7400" y="2692400"/>
            <a:ext cx="7366000" cy="138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5200" dirty="0">
                <a:solidFill>
                  <a:srgbClr val="0B1F3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5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87400" y="4383881"/>
            <a:ext cx="10591800" cy="166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B1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86866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7182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050" y="2743200"/>
            <a:ext cx="7366000" cy="1226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6600" dirty="0">
                <a:solidFill>
                  <a:srgbClr val="0B1F3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6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81050" y="4274741"/>
            <a:ext cx="10598150" cy="177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B1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42268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237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n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60685aa-1719-5502-8d3e-c5637cbf063f/scratchpad/pptx/banner-texture-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09600" y="1962150"/>
            <a:ext cx="6572250" cy="1333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ts val="4800"/>
              </a:lnSpc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</a:rPr>
              <a:t>Banner title</a:t>
            </a:r>
            <a:endParaRPr lang="en-US" sz="4600" dirty="0"/>
          </a:p>
        </p:txBody>
      </p:sp>
    </p:spTree>
    <p:extLst>
      <p:ext uri="{BB962C8B-B14F-4D97-AF65-F5344CB8AC3E}">
        <p14:creationId xmlns:p14="http://schemas.microsoft.com/office/powerpoint/2010/main" val="986633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xfrm>
            <a:off x="0" y="105013"/>
            <a:ext cx="10941844" cy="866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127000" tIns="127000" rIns="127000" bIns="127000" anchor="ctr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781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xfrm>
            <a:off x="141271" y="1116211"/>
            <a:ext cx="11867136" cy="5337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lvl="0">
              <a:defRPr sz="1800"/>
            </a:pPr>
            <a:r>
              <a:rPr sz="2953"/>
              <a:t>Body Level One</a:t>
            </a:r>
          </a:p>
          <a:p>
            <a:pPr lvl="1">
              <a:defRPr sz="1800"/>
            </a:pPr>
            <a:r>
              <a:rPr sz="2953"/>
              <a:t>Body Level Two</a:t>
            </a:r>
          </a:p>
          <a:p>
            <a:pPr lvl="2">
              <a:defRPr sz="1800"/>
            </a:pPr>
            <a:r>
              <a:rPr sz="2953"/>
              <a:t>Body Level Three</a:t>
            </a:r>
          </a:p>
          <a:p>
            <a:pPr lvl="3">
              <a:defRPr sz="1800"/>
            </a:pPr>
            <a:r>
              <a:rPr sz="2953"/>
              <a:t>Body Level Four</a:t>
            </a:r>
          </a:p>
          <a:p>
            <a:pPr lvl="4">
              <a:defRPr sz="1800"/>
            </a:pPr>
            <a:r>
              <a:rPr sz="2953"/>
              <a:t>Body Level Five</a:t>
            </a:r>
          </a:p>
        </p:txBody>
      </p:sp>
      <p:sp>
        <p:nvSpPr>
          <p:cNvPr id="14" name="Shape 14"/>
          <p:cNvSpPr>
            <a:spLocks noGrp="1"/>
          </p:cNvSpPr>
          <p:nvPr>
            <p:ph type="sldNum" sz="quarter" idx="2"/>
          </p:nvPr>
        </p:nvSpPr>
        <p:spPr>
          <a:xfrm>
            <a:off x="11658035" y="6567394"/>
            <a:ext cx="198772" cy="19479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 defTabSz="410751">
              <a:defRPr sz="1266">
                <a:solidFill>
                  <a:srgbClr val="0038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BEFA2CCA-4016-444A-8A97-A6204D3536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0" y="6492115"/>
            <a:ext cx="12192000" cy="308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>
                <a:solidFill>
                  <a:srgbClr val="000000"/>
                </a:solidFill>
                <a:effectLst/>
              </a:defRPr>
            </a:pPr>
            <a:r>
              <a:rPr lang="en-US" sz="1406">
                <a:solidFill>
                  <a:srgbClr val="00009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rPr>
              <a:t>All Rights Reserved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0EAAA2-2A31-4E6E-B895-38314A4C9520}"/>
              </a:ext>
            </a:extLst>
          </p:cNvPr>
          <p:cNvCxnSpPr>
            <a:cxnSpLocks/>
          </p:cNvCxnSpPr>
          <p:nvPr userDrawn="1"/>
        </p:nvCxnSpPr>
        <p:spPr>
          <a:xfrm>
            <a:off x="42455" y="933093"/>
            <a:ext cx="1196595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07D13DAC-35E6-4786-B394-780A59A01AD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6545" y="6523188"/>
            <a:ext cx="1816504" cy="266601"/>
          </a:xfrm>
          <a:prstGeom prst="rect">
            <a:avLst/>
          </a:prstGeom>
        </p:spPr>
      </p:pic>
      <p:pic>
        <p:nvPicPr>
          <p:cNvPr id="9" name="Picture 2" descr="Logos | Brand Style Guide | Florida International University">
            <a:extLst>
              <a:ext uri="{FF2B5EF4-FFF2-40B4-BE49-F238E27FC236}">
                <a16:creationId xmlns:a16="http://schemas.microsoft.com/office/drawing/2014/main" id="{44EC5103-8BEC-7EDE-F851-B36C2575C4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6079" y="320967"/>
            <a:ext cx="1012328" cy="46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7" r:id="rId2"/>
  </p:sldLayoutIdLst>
  <p:transition spd="med"/>
  <p:hf hdr="0" ftr="0" dt="0"/>
  <p:txStyles>
    <p:titleStyle>
      <a:lvl1pPr defTabSz="410751">
        <a:defRPr sz="4400" b="1">
          <a:solidFill>
            <a:schemeClr val="tx1"/>
          </a:solidFill>
          <a:latin typeface="Arial"/>
          <a:ea typeface="+mn-ea"/>
          <a:cs typeface="Arial"/>
          <a:sym typeface="Gill Sans Light"/>
        </a:defRPr>
      </a:lvl1pPr>
      <a:lvl2pPr indent="160729" defTabSz="41075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2pPr>
      <a:lvl3pPr indent="321457" defTabSz="41075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3pPr>
      <a:lvl4pPr indent="482186" defTabSz="41075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4pPr>
      <a:lvl5pPr indent="642915" defTabSz="41075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5pPr>
      <a:lvl6pPr indent="803643" defTabSz="41075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6pPr>
      <a:lvl7pPr indent="964372" defTabSz="41075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7pPr>
      <a:lvl8pPr indent="1125101" defTabSz="41075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8pPr>
      <a:lvl9pPr indent="1285829" defTabSz="41075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9pPr>
    </p:titleStyle>
    <p:bodyStyle>
      <a:lvl1pPr marL="625056" indent="-401822" defTabSz="410751">
        <a:spcBef>
          <a:spcPts val="844"/>
        </a:spcBef>
        <a:buSzPct val="100000"/>
        <a:buChar char="•"/>
        <a:defRPr sz="1969">
          <a:latin typeface="Arial"/>
          <a:ea typeface="+mn-ea"/>
          <a:cs typeface="Arial"/>
          <a:sym typeface="Gill Sans Light"/>
        </a:defRPr>
      </a:lvl1pPr>
      <a:lvl2pPr marL="937584" indent="-401822" defTabSz="410751">
        <a:spcBef>
          <a:spcPts val="844"/>
        </a:spcBef>
        <a:buSzPct val="100000"/>
        <a:buChar char="•"/>
        <a:defRPr sz="1969">
          <a:latin typeface="Arial"/>
          <a:ea typeface="+mn-ea"/>
          <a:cs typeface="Arial"/>
          <a:sym typeface="Gill Sans Light"/>
        </a:defRPr>
      </a:lvl2pPr>
      <a:lvl3pPr marL="1250112" indent="-401822" defTabSz="410751">
        <a:spcBef>
          <a:spcPts val="844"/>
        </a:spcBef>
        <a:buSzPct val="100000"/>
        <a:buChar char="•"/>
        <a:defRPr sz="1969">
          <a:latin typeface="Arial"/>
          <a:ea typeface="+mn-ea"/>
          <a:cs typeface="Arial"/>
          <a:sym typeface="Gill Sans Light"/>
        </a:defRPr>
      </a:lvl3pPr>
      <a:lvl4pPr marL="1562640" indent="-401822" defTabSz="410751">
        <a:spcBef>
          <a:spcPts val="844"/>
        </a:spcBef>
        <a:buSzPct val="100000"/>
        <a:buChar char="•"/>
        <a:defRPr sz="1969">
          <a:latin typeface="Arial"/>
          <a:ea typeface="+mn-ea"/>
          <a:cs typeface="Arial"/>
          <a:sym typeface="Gill Sans Light"/>
        </a:defRPr>
      </a:lvl4pPr>
      <a:lvl5pPr marL="1875168" indent="-401822" defTabSz="410751">
        <a:spcBef>
          <a:spcPts val="844"/>
        </a:spcBef>
        <a:buSzPct val="100000"/>
        <a:buChar char="•"/>
        <a:defRPr sz="1969">
          <a:latin typeface="Arial"/>
          <a:ea typeface="+mn-ea"/>
          <a:cs typeface="Arial"/>
          <a:sym typeface="Gill Sans Light"/>
        </a:defRPr>
      </a:lvl5pPr>
      <a:lvl6pPr marL="2125190" indent="-401822" defTabSz="41075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6pPr>
      <a:lvl7pPr marL="2375212" indent="-401822" defTabSz="41075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7pPr>
      <a:lvl8pPr marL="2625235" indent="-401822" defTabSz="41075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8pPr>
      <a:lvl9pPr marL="2875257" indent="-401822" defTabSz="41075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9pPr>
    </p:bodyStyle>
    <p:otherStyle>
      <a:lvl1pPr algn="ctr" defTabSz="41075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160729" algn="ctr" defTabSz="41075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321457" algn="ctr" defTabSz="41075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482186" algn="ctr" defTabSz="41075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642915" algn="ctr" defTabSz="41075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803643" algn="ctr" defTabSz="41075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964372" algn="ctr" defTabSz="41075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1125101" algn="ctr" defTabSz="41075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1285829" algn="ctr" defTabSz="41075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411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633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7400" y="2692400"/>
            <a:ext cx="7366000" cy="1386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5200" dirty="0">
                <a:solidFill>
                  <a:srgbClr val="0B1F3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5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87400" y="4383881"/>
            <a:ext cx="10591800" cy="1661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B1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8552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050" y="2743200"/>
            <a:ext cx="7366000" cy="1226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0000"/>
              </a:lnSpc>
              <a:buNone/>
              <a:defRPr lang="en-US" sz="6600" dirty="0">
                <a:solidFill>
                  <a:srgbClr val="0B1F3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marL="0" indent="0" algn="l">
              <a:lnSpc>
                <a:spcPct val="110000"/>
              </a:lnSpc>
              <a:buNone/>
            </a:pPr>
            <a:endParaRPr lang="en-US" sz="6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81050" y="4274741"/>
            <a:ext cx="10598150" cy="177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B1F3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9377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68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6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hyperlink" Target="https://urldefense.com/v3/__https:/nanohub.org/tools/scaleup/status__;!!FjuHKAHQs5udqho!PMAJpqeMhVdsJ8z3VCY-4LPr9IBcV1Ph7diqO7hWF61KKB3FHY3kJrePtljZCLHY-0uW4XK6cjGWaGD4bmDZlw$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hyperlink" Target="https://nanohub.org/tools/scaleup/statu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drive.google.com/drive/folders/1quXM6t_31YEW_iLtmLaocz7PHEZ2zkT3?usp=sharing" TargetMode="External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jpeg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NUL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jpeg"/><Relationship Id="rId4" Type="http://schemas.openxmlformats.org/officeDocument/2006/relationships/image" Target="NUL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NUL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erlop-cats.fiu.edu/form.html" TargetMode="Externa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race 15"/>
          <p:cNvSpPr/>
          <p:nvPr/>
        </p:nvSpPr>
        <p:spPr>
          <a:xfrm>
            <a:off x="8153400" y="0"/>
            <a:ext cx="0" cy="3524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race 16"/>
          <p:cNvSpPr/>
          <p:nvPr/>
        </p:nvSpPr>
        <p:spPr>
          <a:xfrm>
            <a:off x="86677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Trace 18"/>
          <p:cNvSpPr/>
          <p:nvPr/>
        </p:nvSpPr>
        <p:spPr>
          <a:xfrm>
            <a:off x="93535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Trace 19"/>
          <p:cNvSpPr/>
          <p:nvPr/>
        </p:nvSpPr>
        <p:spPr>
          <a:xfrm>
            <a:off x="96964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Trace 21"/>
          <p:cNvSpPr/>
          <p:nvPr/>
        </p:nvSpPr>
        <p:spPr>
          <a:xfrm>
            <a:off x="103822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Trace 24"/>
          <p:cNvSpPr/>
          <p:nvPr/>
        </p:nvSpPr>
        <p:spPr>
          <a:xfrm>
            <a:off x="10896600" y="0"/>
            <a:ext cx="0" cy="3524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E102BA36-4E95-E950-A26C-1D96921F4C92}"/>
              </a:ext>
            </a:extLst>
          </p:cNvPr>
          <p:cNvGrpSpPr/>
          <p:nvPr/>
        </p:nvGrpSpPr>
        <p:grpSpPr>
          <a:xfrm>
            <a:off x="7674610" y="1028700"/>
            <a:ext cx="4517390" cy="5689282"/>
            <a:chOff x="7223760" y="352425"/>
            <a:chExt cx="4968240" cy="4463415"/>
          </a:xfrm>
        </p:grpSpPr>
        <p:sp>
          <p:nvSpPr>
            <p:cNvPr id="2" name="Trace 1"/>
            <p:cNvSpPr/>
            <p:nvPr/>
          </p:nvSpPr>
          <p:spPr>
            <a:xfrm>
              <a:off x="11325225" y="1295400"/>
              <a:ext cx="2476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" name="Trace 2"/>
            <p:cNvSpPr/>
            <p:nvPr/>
          </p:nvSpPr>
          <p:spPr>
            <a:xfrm flipV="1">
              <a:off x="11572875" y="1057275"/>
              <a:ext cx="238125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" name="Trace 3"/>
            <p:cNvSpPr/>
            <p:nvPr/>
          </p:nvSpPr>
          <p:spPr>
            <a:xfrm>
              <a:off x="11811000" y="1057275"/>
              <a:ext cx="3810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" name="Trace 4"/>
            <p:cNvSpPr/>
            <p:nvPr/>
          </p:nvSpPr>
          <p:spPr>
            <a:xfrm>
              <a:off x="11325225" y="16383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" name="Trace 5"/>
            <p:cNvSpPr/>
            <p:nvPr/>
          </p:nvSpPr>
          <p:spPr>
            <a:xfrm>
              <a:off x="11325225" y="1981200"/>
              <a:ext cx="3524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" name="Trace 6"/>
            <p:cNvSpPr/>
            <p:nvPr/>
          </p:nvSpPr>
          <p:spPr>
            <a:xfrm>
              <a:off x="11325225" y="23241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" name="Trace 7"/>
            <p:cNvSpPr/>
            <p:nvPr/>
          </p:nvSpPr>
          <p:spPr>
            <a:xfrm>
              <a:off x="11325225" y="26670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" name="Trace 8"/>
            <p:cNvSpPr/>
            <p:nvPr/>
          </p:nvSpPr>
          <p:spPr>
            <a:xfrm>
              <a:off x="11325225" y="3009900"/>
              <a:ext cx="3143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" name="Trace 9"/>
            <p:cNvSpPr/>
            <p:nvPr/>
          </p:nvSpPr>
          <p:spPr>
            <a:xfrm>
              <a:off x="11325225" y="3352800"/>
              <a:ext cx="2476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" name="Trace 10"/>
            <p:cNvSpPr/>
            <p:nvPr/>
          </p:nvSpPr>
          <p:spPr>
            <a:xfrm>
              <a:off x="11572875" y="3352800"/>
              <a:ext cx="238125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" name="Trace 11"/>
            <p:cNvSpPr/>
            <p:nvPr/>
          </p:nvSpPr>
          <p:spPr>
            <a:xfrm>
              <a:off x="11811000" y="3590925"/>
              <a:ext cx="3810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" name="Trace 12"/>
            <p:cNvSpPr/>
            <p:nvPr/>
          </p:nvSpPr>
          <p:spPr>
            <a:xfrm>
              <a:off x="11325225" y="36957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" name="Trace 13"/>
            <p:cNvSpPr/>
            <p:nvPr/>
          </p:nvSpPr>
          <p:spPr>
            <a:xfrm>
              <a:off x="8324850" y="523875"/>
              <a:ext cx="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" name="Trace 14"/>
            <p:cNvSpPr/>
            <p:nvPr/>
          </p:nvSpPr>
          <p:spPr>
            <a:xfrm>
              <a:off x="8153400" y="352425"/>
              <a:ext cx="17145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" name="Trace 17"/>
            <p:cNvSpPr/>
            <p:nvPr/>
          </p:nvSpPr>
          <p:spPr>
            <a:xfrm>
              <a:off x="9010650" y="457200"/>
              <a:ext cx="0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" name="Trace 20"/>
            <p:cNvSpPr/>
            <p:nvPr/>
          </p:nvSpPr>
          <p:spPr>
            <a:xfrm>
              <a:off x="10039350" y="457200"/>
              <a:ext cx="0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" name="Trace 22"/>
            <p:cNvSpPr/>
            <p:nvPr/>
          </p:nvSpPr>
          <p:spPr>
            <a:xfrm>
              <a:off x="10725150" y="523875"/>
              <a:ext cx="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" name="Trace 23"/>
            <p:cNvSpPr/>
            <p:nvPr/>
          </p:nvSpPr>
          <p:spPr>
            <a:xfrm flipV="1">
              <a:off x="10725150" y="352425"/>
              <a:ext cx="17145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6" name="Trace 25"/>
            <p:cNvSpPr/>
            <p:nvPr/>
          </p:nvSpPr>
          <p:spPr>
            <a:xfrm>
              <a:off x="8324850" y="4295775"/>
              <a:ext cx="0" cy="1809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7" name="Trace 26"/>
            <p:cNvSpPr/>
            <p:nvPr/>
          </p:nvSpPr>
          <p:spPr>
            <a:xfrm flipV="1">
              <a:off x="8096250" y="4476750"/>
              <a:ext cx="228600" cy="22860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" name="Trace 27"/>
            <p:cNvSpPr/>
            <p:nvPr/>
          </p:nvSpPr>
          <p:spPr>
            <a:xfrm>
              <a:off x="7524750" y="4705350"/>
              <a:ext cx="5715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9" name="Trace 28"/>
            <p:cNvSpPr/>
            <p:nvPr/>
          </p:nvSpPr>
          <p:spPr>
            <a:xfrm>
              <a:off x="86677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0" name="Trace 29"/>
            <p:cNvSpPr/>
            <p:nvPr/>
          </p:nvSpPr>
          <p:spPr>
            <a:xfrm>
              <a:off x="90106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Trace 30"/>
            <p:cNvSpPr/>
            <p:nvPr/>
          </p:nvSpPr>
          <p:spPr>
            <a:xfrm>
              <a:off x="93535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2" name="Trace 31"/>
            <p:cNvSpPr/>
            <p:nvPr/>
          </p:nvSpPr>
          <p:spPr>
            <a:xfrm>
              <a:off x="96964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" name="Trace 32"/>
            <p:cNvSpPr/>
            <p:nvPr/>
          </p:nvSpPr>
          <p:spPr>
            <a:xfrm>
              <a:off x="100393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4" name="Trace 33"/>
            <p:cNvSpPr/>
            <p:nvPr/>
          </p:nvSpPr>
          <p:spPr>
            <a:xfrm>
              <a:off x="103822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5" name="Trace 34"/>
            <p:cNvSpPr/>
            <p:nvPr/>
          </p:nvSpPr>
          <p:spPr>
            <a:xfrm>
              <a:off x="10725150" y="4295775"/>
              <a:ext cx="0" cy="1809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6" name="Trace 35"/>
            <p:cNvSpPr/>
            <p:nvPr/>
          </p:nvSpPr>
          <p:spPr>
            <a:xfrm>
              <a:off x="10725150" y="4476750"/>
              <a:ext cx="228600" cy="22860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7" name="Trace 36"/>
            <p:cNvSpPr/>
            <p:nvPr/>
          </p:nvSpPr>
          <p:spPr>
            <a:xfrm>
              <a:off x="10953750" y="4705350"/>
              <a:ext cx="12382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8" name="Trace 37"/>
            <p:cNvSpPr/>
            <p:nvPr/>
          </p:nvSpPr>
          <p:spPr>
            <a:xfrm>
              <a:off x="7258050" y="12954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9" name="Trace 38"/>
            <p:cNvSpPr/>
            <p:nvPr/>
          </p:nvSpPr>
          <p:spPr>
            <a:xfrm>
              <a:off x="7467600" y="16383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0" name="Trace 39"/>
            <p:cNvSpPr/>
            <p:nvPr/>
          </p:nvSpPr>
          <p:spPr>
            <a:xfrm>
              <a:off x="7258050" y="19812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1" name="Trace 40"/>
            <p:cNvSpPr/>
            <p:nvPr/>
          </p:nvSpPr>
          <p:spPr>
            <a:xfrm>
              <a:off x="7467600" y="23241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2" name="Trace 41"/>
            <p:cNvSpPr/>
            <p:nvPr/>
          </p:nvSpPr>
          <p:spPr>
            <a:xfrm>
              <a:off x="7258050" y="26670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3" name="Trace 42"/>
            <p:cNvSpPr/>
            <p:nvPr/>
          </p:nvSpPr>
          <p:spPr>
            <a:xfrm>
              <a:off x="7467600" y="30099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4" name="Trace 43"/>
            <p:cNvSpPr/>
            <p:nvPr/>
          </p:nvSpPr>
          <p:spPr>
            <a:xfrm>
              <a:off x="7258050" y="33528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5" name="Trace 44"/>
            <p:cNvSpPr/>
            <p:nvPr/>
          </p:nvSpPr>
          <p:spPr>
            <a:xfrm>
              <a:off x="7467600" y="36957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6" name="Via 1"/>
            <p:cNvSpPr/>
            <p:nvPr/>
          </p:nvSpPr>
          <p:spPr>
            <a:xfrm>
              <a:off x="11643360" y="1946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7" name="Via 2"/>
            <p:cNvSpPr/>
            <p:nvPr/>
          </p:nvSpPr>
          <p:spPr>
            <a:xfrm>
              <a:off x="11605260" y="29756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8" name="Via 3"/>
            <p:cNvSpPr/>
            <p:nvPr/>
          </p:nvSpPr>
          <p:spPr>
            <a:xfrm>
              <a:off x="8976360" y="422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9" name="Via 4"/>
            <p:cNvSpPr/>
            <p:nvPr/>
          </p:nvSpPr>
          <p:spPr>
            <a:xfrm>
              <a:off x="10005060" y="422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0" name="Via 5"/>
            <p:cNvSpPr/>
            <p:nvPr/>
          </p:nvSpPr>
          <p:spPr>
            <a:xfrm>
              <a:off x="7490460" y="46710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1" name="Via 6"/>
            <p:cNvSpPr/>
            <p:nvPr/>
          </p:nvSpPr>
          <p:spPr>
            <a:xfrm>
              <a:off x="86334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2" name="Via 7"/>
            <p:cNvSpPr/>
            <p:nvPr/>
          </p:nvSpPr>
          <p:spPr>
            <a:xfrm>
              <a:off x="89763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3" name="Via 8"/>
            <p:cNvSpPr/>
            <p:nvPr/>
          </p:nvSpPr>
          <p:spPr>
            <a:xfrm>
              <a:off x="93192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4" name="Via 9"/>
            <p:cNvSpPr/>
            <p:nvPr/>
          </p:nvSpPr>
          <p:spPr>
            <a:xfrm>
              <a:off x="96621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5" name="Via 10"/>
            <p:cNvSpPr/>
            <p:nvPr/>
          </p:nvSpPr>
          <p:spPr>
            <a:xfrm>
              <a:off x="100050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6" name="Via 11"/>
            <p:cNvSpPr/>
            <p:nvPr/>
          </p:nvSpPr>
          <p:spPr>
            <a:xfrm>
              <a:off x="103479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7" name="Via 12"/>
            <p:cNvSpPr/>
            <p:nvPr/>
          </p:nvSpPr>
          <p:spPr>
            <a:xfrm>
              <a:off x="7223760" y="12611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8" name="Via 13"/>
            <p:cNvSpPr/>
            <p:nvPr/>
          </p:nvSpPr>
          <p:spPr>
            <a:xfrm>
              <a:off x="7433310" y="16040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9" name="Via 14"/>
            <p:cNvSpPr/>
            <p:nvPr/>
          </p:nvSpPr>
          <p:spPr>
            <a:xfrm>
              <a:off x="7223760" y="1946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0" name="Via 15"/>
            <p:cNvSpPr/>
            <p:nvPr/>
          </p:nvSpPr>
          <p:spPr>
            <a:xfrm>
              <a:off x="7433310" y="22898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1" name="Via 16"/>
            <p:cNvSpPr/>
            <p:nvPr/>
          </p:nvSpPr>
          <p:spPr>
            <a:xfrm>
              <a:off x="7223760" y="26327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2" name="Via 17"/>
            <p:cNvSpPr/>
            <p:nvPr/>
          </p:nvSpPr>
          <p:spPr>
            <a:xfrm>
              <a:off x="7433310" y="29756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3" name="Via 18"/>
            <p:cNvSpPr/>
            <p:nvPr/>
          </p:nvSpPr>
          <p:spPr>
            <a:xfrm>
              <a:off x="7223760" y="33185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4" name="Via 19"/>
            <p:cNvSpPr/>
            <p:nvPr/>
          </p:nvSpPr>
          <p:spPr>
            <a:xfrm>
              <a:off x="7433310" y="36614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5" name="Pin L1"/>
            <p:cNvSpPr/>
            <p:nvPr/>
          </p:nvSpPr>
          <p:spPr>
            <a:xfrm>
              <a:off x="7724775" y="12611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6" name="Pin R1"/>
            <p:cNvSpPr/>
            <p:nvPr/>
          </p:nvSpPr>
          <p:spPr>
            <a:xfrm>
              <a:off x="11068050" y="12611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7" name="Pin T1"/>
            <p:cNvSpPr/>
            <p:nvPr/>
          </p:nvSpPr>
          <p:spPr>
            <a:xfrm>
              <a:off x="82905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8" name="Pin B1"/>
            <p:cNvSpPr/>
            <p:nvPr/>
          </p:nvSpPr>
          <p:spPr>
            <a:xfrm>
              <a:off x="82905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9" name="Pin L2"/>
            <p:cNvSpPr/>
            <p:nvPr/>
          </p:nvSpPr>
          <p:spPr>
            <a:xfrm>
              <a:off x="7724775" y="16040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0" name="Pin R2"/>
            <p:cNvSpPr/>
            <p:nvPr/>
          </p:nvSpPr>
          <p:spPr>
            <a:xfrm>
              <a:off x="11068050" y="16040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1" name="Pin T2"/>
            <p:cNvSpPr/>
            <p:nvPr/>
          </p:nvSpPr>
          <p:spPr>
            <a:xfrm>
              <a:off x="86334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2" name="Pin B2"/>
            <p:cNvSpPr/>
            <p:nvPr/>
          </p:nvSpPr>
          <p:spPr>
            <a:xfrm>
              <a:off x="86334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3" name="Pin L3"/>
            <p:cNvSpPr/>
            <p:nvPr/>
          </p:nvSpPr>
          <p:spPr>
            <a:xfrm>
              <a:off x="7724775" y="19469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4" name="Pin R3"/>
            <p:cNvSpPr/>
            <p:nvPr/>
          </p:nvSpPr>
          <p:spPr>
            <a:xfrm>
              <a:off x="11068050" y="19469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5" name="Pin T3"/>
            <p:cNvSpPr/>
            <p:nvPr/>
          </p:nvSpPr>
          <p:spPr>
            <a:xfrm>
              <a:off x="89763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6" name="Pin B3"/>
            <p:cNvSpPr/>
            <p:nvPr/>
          </p:nvSpPr>
          <p:spPr>
            <a:xfrm>
              <a:off x="89763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7" name="Pin L4"/>
            <p:cNvSpPr/>
            <p:nvPr/>
          </p:nvSpPr>
          <p:spPr>
            <a:xfrm>
              <a:off x="7724775" y="22898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8" name="Pin R4"/>
            <p:cNvSpPr/>
            <p:nvPr/>
          </p:nvSpPr>
          <p:spPr>
            <a:xfrm>
              <a:off x="11068050" y="22898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9" name="Pin T4"/>
            <p:cNvSpPr/>
            <p:nvPr/>
          </p:nvSpPr>
          <p:spPr>
            <a:xfrm>
              <a:off x="93192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0" name="Pin B4"/>
            <p:cNvSpPr/>
            <p:nvPr/>
          </p:nvSpPr>
          <p:spPr>
            <a:xfrm>
              <a:off x="93192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1" name="Pin L5"/>
            <p:cNvSpPr/>
            <p:nvPr/>
          </p:nvSpPr>
          <p:spPr>
            <a:xfrm>
              <a:off x="7724775" y="26327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2" name="Pin R5"/>
            <p:cNvSpPr/>
            <p:nvPr/>
          </p:nvSpPr>
          <p:spPr>
            <a:xfrm>
              <a:off x="11068050" y="26327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3" name="Pin T5"/>
            <p:cNvSpPr/>
            <p:nvPr/>
          </p:nvSpPr>
          <p:spPr>
            <a:xfrm>
              <a:off x="96621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4" name="Pin B5"/>
            <p:cNvSpPr/>
            <p:nvPr/>
          </p:nvSpPr>
          <p:spPr>
            <a:xfrm>
              <a:off x="96621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5" name="Pin L6"/>
            <p:cNvSpPr/>
            <p:nvPr/>
          </p:nvSpPr>
          <p:spPr>
            <a:xfrm>
              <a:off x="7724775" y="29756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6" name="Pin R6"/>
            <p:cNvSpPr/>
            <p:nvPr/>
          </p:nvSpPr>
          <p:spPr>
            <a:xfrm>
              <a:off x="11068050" y="29756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7" name="Pin T6"/>
            <p:cNvSpPr/>
            <p:nvPr/>
          </p:nvSpPr>
          <p:spPr>
            <a:xfrm>
              <a:off x="100050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8" name="Pin B6"/>
            <p:cNvSpPr/>
            <p:nvPr/>
          </p:nvSpPr>
          <p:spPr>
            <a:xfrm>
              <a:off x="100050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9" name="Pin L7"/>
            <p:cNvSpPr/>
            <p:nvPr/>
          </p:nvSpPr>
          <p:spPr>
            <a:xfrm>
              <a:off x="7724775" y="33185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0" name="Pin R7"/>
            <p:cNvSpPr/>
            <p:nvPr/>
          </p:nvSpPr>
          <p:spPr>
            <a:xfrm>
              <a:off x="11068050" y="33185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1" name="Pin T7"/>
            <p:cNvSpPr/>
            <p:nvPr/>
          </p:nvSpPr>
          <p:spPr>
            <a:xfrm>
              <a:off x="103479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2" name="Pin B7"/>
            <p:cNvSpPr/>
            <p:nvPr/>
          </p:nvSpPr>
          <p:spPr>
            <a:xfrm>
              <a:off x="103479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3" name="Pin L8"/>
            <p:cNvSpPr/>
            <p:nvPr/>
          </p:nvSpPr>
          <p:spPr>
            <a:xfrm>
              <a:off x="7724775" y="36614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4" name="Pin R8"/>
            <p:cNvSpPr/>
            <p:nvPr/>
          </p:nvSpPr>
          <p:spPr>
            <a:xfrm>
              <a:off x="11068050" y="36614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5" name="Pin T8"/>
            <p:cNvSpPr/>
            <p:nvPr/>
          </p:nvSpPr>
          <p:spPr>
            <a:xfrm>
              <a:off x="106908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6" name="Pin B8"/>
            <p:cNvSpPr/>
            <p:nvPr/>
          </p:nvSpPr>
          <p:spPr>
            <a:xfrm>
              <a:off x="106908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7" name="Chip package"/>
            <p:cNvSpPr/>
            <p:nvPr/>
          </p:nvSpPr>
          <p:spPr>
            <a:xfrm>
              <a:off x="7981950" y="952500"/>
              <a:ext cx="3086100" cy="30861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4000"/>
              </a:schemeClr>
            </a:solidFill>
            <a:ln w="19050">
              <a:solidFill>
                <a:schemeClr val="accent1">
                  <a:alpha val="7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8" name="Pin-1 marker"/>
            <p:cNvSpPr/>
            <p:nvPr/>
          </p:nvSpPr>
          <p:spPr>
            <a:xfrm>
              <a:off x="8144828" y="1115378"/>
              <a:ext cx="85725" cy="85725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9" name="Chip die"/>
            <p:cNvSpPr/>
            <p:nvPr/>
          </p:nvSpPr>
          <p:spPr>
            <a:xfrm>
              <a:off x="8410575" y="1381125"/>
              <a:ext cx="2228850" cy="2228850"/>
            </a:xfrm>
            <a:prstGeom prst="roundRect">
              <a:avLst>
                <a:gd name="adj" fmla="val 3077"/>
              </a:avLst>
            </a:prstGeom>
            <a:solidFill>
              <a:schemeClr val="accent1">
                <a:alpha val="7000"/>
              </a:schemeClr>
            </a:solidFill>
            <a:ln w="13970">
              <a:solidFill>
                <a:schemeClr val="accent1">
                  <a:alpha val="9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0" name="Core 0"/>
            <p:cNvSpPr/>
            <p:nvPr/>
          </p:nvSpPr>
          <p:spPr>
            <a:xfrm>
              <a:off x="8530590" y="150114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1" name="Core 0 label"/>
            <p:cNvSpPr txBox="1"/>
            <p:nvPr/>
          </p:nvSpPr>
          <p:spPr>
            <a:xfrm>
              <a:off x="8616315" y="155257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CORE 0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2" name="Core 0 L1"/>
            <p:cNvSpPr/>
            <p:nvPr/>
          </p:nvSpPr>
          <p:spPr>
            <a:xfrm>
              <a:off x="8616315" y="175831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3" name="Core 0 L1 label"/>
            <p:cNvSpPr txBox="1"/>
            <p:nvPr/>
          </p:nvSpPr>
          <p:spPr>
            <a:xfrm>
              <a:off x="8616315" y="175831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4" name="Core 0 stage 1"/>
            <p:cNvSpPr/>
            <p:nvPr/>
          </p:nvSpPr>
          <p:spPr>
            <a:xfrm>
              <a:off x="8993505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5" name="Core 0 stage 2"/>
            <p:cNvSpPr/>
            <p:nvPr/>
          </p:nvSpPr>
          <p:spPr>
            <a:xfrm>
              <a:off x="9104948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6" name="Core 0 stage 3"/>
            <p:cNvSpPr/>
            <p:nvPr/>
          </p:nvSpPr>
          <p:spPr>
            <a:xfrm>
              <a:off x="9216390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7" name="Core 0 stage 4"/>
            <p:cNvSpPr/>
            <p:nvPr/>
          </p:nvSpPr>
          <p:spPr>
            <a:xfrm>
              <a:off x="9327833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8" name="Core 1"/>
            <p:cNvSpPr/>
            <p:nvPr/>
          </p:nvSpPr>
          <p:spPr>
            <a:xfrm>
              <a:off x="9576435" y="150114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9" name="Core 1 label"/>
            <p:cNvSpPr txBox="1"/>
            <p:nvPr/>
          </p:nvSpPr>
          <p:spPr>
            <a:xfrm>
              <a:off x="9662160" y="155257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CORE 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0" name="Core 1 L1"/>
            <p:cNvSpPr/>
            <p:nvPr/>
          </p:nvSpPr>
          <p:spPr>
            <a:xfrm>
              <a:off x="9662160" y="175831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1" name="Core 1 L1 label"/>
            <p:cNvSpPr txBox="1"/>
            <p:nvPr/>
          </p:nvSpPr>
          <p:spPr>
            <a:xfrm>
              <a:off x="9662160" y="175831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2" name="Core 1 stage 1"/>
            <p:cNvSpPr/>
            <p:nvPr/>
          </p:nvSpPr>
          <p:spPr>
            <a:xfrm>
              <a:off x="10039350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3" name="Core 1 stage 2"/>
            <p:cNvSpPr/>
            <p:nvPr/>
          </p:nvSpPr>
          <p:spPr>
            <a:xfrm>
              <a:off x="10150793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4" name="Core 1 stage 3"/>
            <p:cNvSpPr/>
            <p:nvPr/>
          </p:nvSpPr>
          <p:spPr>
            <a:xfrm>
              <a:off x="10262235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5" name="Core 1 stage 4"/>
            <p:cNvSpPr/>
            <p:nvPr/>
          </p:nvSpPr>
          <p:spPr>
            <a:xfrm>
              <a:off x="10373678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6" name="Core 2"/>
            <p:cNvSpPr/>
            <p:nvPr/>
          </p:nvSpPr>
          <p:spPr>
            <a:xfrm>
              <a:off x="8530590" y="280416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7" name="Core 2 label"/>
            <p:cNvSpPr txBox="1"/>
            <p:nvPr/>
          </p:nvSpPr>
          <p:spPr>
            <a:xfrm>
              <a:off x="8616315" y="285559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CORE 2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8" name="Core 2 L1"/>
            <p:cNvSpPr/>
            <p:nvPr/>
          </p:nvSpPr>
          <p:spPr>
            <a:xfrm>
              <a:off x="8616315" y="306133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19" name="Core 2 L1 label"/>
            <p:cNvSpPr txBox="1"/>
            <p:nvPr/>
          </p:nvSpPr>
          <p:spPr>
            <a:xfrm>
              <a:off x="8616315" y="306133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0" name="Core 2 stage 1"/>
            <p:cNvSpPr/>
            <p:nvPr/>
          </p:nvSpPr>
          <p:spPr>
            <a:xfrm>
              <a:off x="8993505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1" name="Core 2 stage 2"/>
            <p:cNvSpPr/>
            <p:nvPr/>
          </p:nvSpPr>
          <p:spPr>
            <a:xfrm>
              <a:off x="9104948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2" name="Core 2 stage 3"/>
            <p:cNvSpPr/>
            <p:nvPr/>
          </p:nvSpPr>
          <p:spPr>
            <a:xfrm>
              <a:off x="9216390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3" name="Core 2 stage 4"/>
            <p:cNvSpPr/>
            <p:nvPr/>
          </p:nvSpPr>
          <p:spPr>
            <a:xfrm>
              <a:off x="9327833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4" name="Core 3"/>
            <p:cNvSpPr/>
            <p:nvPr/>
          </p:nvSpPr>
          <p:spPr>
            <a:xfrm>
              <a:off x="9576435" y="280416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5" name="Core 3 label"/>
            <p:cNvSpPr txBox="1"/>
            <p:nvPr/>
          </p:nvSpPr>
          <p:spPr>
            <a:xfrm>
              <a:off x="9662160" y="285559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CORE 3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6" name="Core 3 L1"/>
            <p:cNvSpPr/>
            <p:nvPr/>
          </p:nvSpPr>
          <p:spPr>
            <a:xfrm>
              <a:off x="9662160" y="306133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7" name="Core 3 L1 label"/>
            <p:cNvSpPr txBox="1"/>
            <p:nvPr/>
          </p:nvSpPr>
          <p:spPr>
            <a:xfrm>
              <a:off x="9662160" y="306133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8" name="Core 3 stage 1"/>
            <p:cNvSpPr/>
            <p:nvPr/>
          </p:nvSpPr>
          <p:spPr>
            <a:xfrm>
              <a:off x="10039350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9" name="Core 3 stage 2"/>
            <p:cNvSpPr/>
            <p:nvPr/>
          </p:nvSpPr>
          <p:spPr>
            <a:xfrm>
              <a:off x="10150793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0" name="Core 3 stage 3"/>
            <p:cNvSpPr/>
            <p:nvPr/>
          </p:nvSpPr>
          <p:spPr>
            <a:xfrm>
              <a:off x="10262235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1" name="Core 3 stage 4"/>
            <p:cNvSpPr/>
            <p:nvPr/>
          </p:nvSpPr>
          <p:spPr>
            <a:xfrm>
              <a:off x="10373678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2" name="Shared L3"/>
            <p:cNvSpPr/>
            <p:nvPr/>
          </p:nvSpPr>
          <p:spPr>
            <a:xfrm>
              <a:off x="8530590" y="2289810"/>
              <a:ext cx="1988820" cy="411480"/>
            </a:xfrm>
            <a:prstGeom prst="roundRect">
              <a:avLst>
                <a:gd name="adj" fmla="val 8333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3" name="L3 cell 0-0"/>
            <p:cNvSpPr/>
            <p:nvPr/>
          </p:nvSpPr>
          <p:spPr>
            <a:xfrm>
              <a:off x="85948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4" name="L3 cell 0-1"/>
            <p:cNvSpPr/>
            <p:nvPr/>
          </p:nvSpPr>
          <p:spPr>
            <a:xfrm>
              <a:off x="86806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5" name="L3 cell 0-2"/>
            <p:cNvSpPr/>
            <p:nvPr/>
          </p:nvSpPr>
          <p:spPr>
            <a:xfrm>
              <a:off x="87663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6" name="L3 cell 0-3"/>
            <p:cNvSpPr/>
            <p:nvPr/>
          </p:nvSpPr>
          <p:spPr>
            <a:xfrm>
              <a:off x="88520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7" name="L3 cell 0-4"/>
            <p:cNvSpPr/>
            <p:nvPr/>
          </p:nvSpPr>
          <p:spPr>
            <a:xfrm>
              <a:off x="89377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8" name="L3 cell 0-5"/>
            <p:cNvSpPr/>
            <p:nvPr/>
          </p:nvSpPr>
          <p:spPr>
            <a:xfrm>
              <a:off x="90235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9" name="L3 cell 0-6"/>
            <p:cNvSpPr/>
            <p:nvPr/>
          </p:nvSpPr>
          <p:spPr>
            <a:xfrm>
              <a:off x="91092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0" name="L3 cell 0-7"/>
            <p:cNvSpPr/>
            <p:nvPr/>
          </p:nvSpPr>
          <p:spPr>
            <a:xfrm>
              <a:off x="91949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1" name="L3 cell 0-8"/>
            <p:cNvSpPr/>
            <p:nvPr/>
          </p:nvSpPr>
          <p:spPr>
            <a:xfrm>
              <a:off x="92806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2" name="L3 cell 0-9"/>
            <p:cNvSpPr/>
            <p:nvPr/>
          </p:nvSpPr>
          <p:spPr>
            <a:xfrm>
              <a:off x="93664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3" name="L3 cell 0-10"/>
            <p:cNvSpPr/>
            <p:nvPr/>
          </p:nvSpPr>
          <p:spPr>
            <a:xfrm>
              <a:off x="94521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4" name="L3 cell 0-11"/>
            <p:cNvSpPr/>
            <p:nvPr/>
          </p:nvSpPr>
          <p:spPr>
            <a:xfrm>
              <a:off x="95378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5" name="L3 cell 0-12"/>
            <p:cNvSpPr/>
            <p:nvPr/>
          </p:nvSpPr>
          <p:spPr>
            <a:xfrm>
              <a:off x="96235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6" name="L3 cell 0-13"/>
            <p:cNvSpPr/>
            <p:nvPr/>
          </p:nvSpPr>
          <p:spPr>
            <a:xfrm>
              <a:off x="97093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7" name="L3 cell 0-14"/>
            <p:cNvSpPr/>
            <p:nvPr/>
          </p:nvSpPr>
          <p:spPr>
            <a:xfrm>
              <a:off x="97950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8" name="L3 cell 0-15"/>
            <p:cNvSpPr/>
            <p:nvPr/>
          </p:nvSpPr>
          <p:spPr>
            <a:xfrm>
              <a:off x="98807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9" name="L3 cell 0-16"/>
            <p:cNvSpPr/>
            <p:nvPr/>
          </p:nvSpPr>
          <p:spPr>
            <a:xfrm>
              <a:off x="99664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0" name="L3 cell 0-17"/>
            <p:cNvSpPr/>
            <p:nvPr/>
          </p:nvSpPr>
          <p:spPr>
            <a:xfrm>
              <a:off x="100522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1" name="L3 cell 0-18"/>
            <p:cNvSpPr/>
            <p:nvPr/>
          </p:nvSpPr>
          <p:spPr>
            <a:xfrm>
              <a:off x="101379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2" name="L3 cell 0-19"/>
            <p:cNvSpPr/>
            <p:nvPr/>
          </p:nvSpPr>
          <p:spPr>
            <a:xfrm>
              <a:off x="102236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3" name="L3 cell 0-20"/>
            <p:cNvSpPr/>
            <p:nvPr/>
          </p:nvSpPr>
          <p:spPr>
            <a:xfrm>
              <a:off x="103093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4" name="L3 cell 0-21"/>
            <p:cNvSpPr/>
            <p:nvPr/>
          </p:nvSpPr>
          <p:spPr>
            <a:xfrm>
              <a:off x="103951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5" name="L3 cell 1-0"/>
            <p:cNvSpPr/>
            <p:nvPr/>
          </p:nvSpPr>
          <p:spPr>
            <a:xfrm>
              <a:off x="85948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6" name="L3 cell 1-1"/>
            <p:cNvSpPr/>
            <p:nvPr/>
          </p:nvSpPr>
          <p:spPr>
            <a:xfrm>
              <a:off x="86806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7" name="L3 cell 1-2"/>
            <p:cNvSpPr/>
            <p:nvPr/>
          </p:nvSpPr>
          <p:spPr>
            <a:xfrm>
              <a:off x="87663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8" name="L3 cell 1-3"/>
            <p:cNvSpPr/>
            <p:nvPr/>
          </p:nvSpPr>
          <p:spPr>
            <a:xfrm>
              <a:off x="88520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9" name="L3 cell 1-4"/>
            <p:cNvSpPr/>
            <p:nvPr/>
          </p:nvSpPr>
          <p:spPr>
            <a:xfrm>
              <a:off x="89377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0" name="L3 cell 1-5"/>
            <p:cNvSpPr/>
            <p:nvPr/>
          </p:nvSpPr>
          <p:spPr>
            <a:xfrm>
              <a:off x="90235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1" name="L3 cell 1-6"/>
            <p:cNvSpPr/>
            <p:nvPr/>
          </p:nvSpPr>
          <p:spPr>
            <a:xfrm>
              <a:off x="91092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2" name="L3 cell 1-7"/>
            <p:cNvSpPr/>
            <p:nvPr/>
          </p:nvSpPr>
          <p:spPr>
            <a:xfrm>
              <a:off x="91949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3" name="L3 cell 1-8"/>
            <p:cNvSpPr/>
            <p:nvPr/>
          </p:nvSpPr>
          <p:spPr>
            <a:xfrm>
              <a:off x="92806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4" name="L3 cell 1-9"/>
            <p:cNvSpPr/>
            <p:nvPr/>
          </p:nvSpPr>
          <p:spPr>
            <a:xfrm>
              <a:off x="93664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5" name="L3 cell 1-10"/>
            <p:cNvSpPr/>
            <p:nvPr/>
          </p:nvSpPr>
          <p:spPr>
            <a:xfrm>
              <a:off x="94521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6" name="L3 cell 1-11"/>
            <p:cNvSpPr/>
            <p:nvPr/>
          </p:nvSpPr>
          <p:spPr>
            <a:xfrm>
              <a:off x="95378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7" name="L3 cell 1-12"/>
            <p:cNvSpPr/>
            <p:nvPr/>
          </p:nvSpPr>
          <p:spPr>
            <a:xfrm>
              <a:off x="96235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8" name="L3 cell 1-13"/>
            <p:cNvSpPr/>
            <p:nvPr/>
          </p:nvSpPr>
          <p:spPr>
            <a:xfrm>
              <a:off x="97093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9" name="L3 cell 1-14"/>
            <p:cNvSpPr/>
            <p:nvPr/>
          </p:nvSpPr>
          <p:spPr>
            <a:xfrm>
              <a:off x="97950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0" name="L3 cell 1-15"/>
            <p:cNvSpPr/>
            <p:nvPr/>
          </p:nvSpPr>
          <p:spPr>
            <a:xfrm>
              <a:off x="98807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1" name="L3 cell 1-16"/>
            <p:cNvSpPr/>
            <p:nvPr/>
          </p:nvSpPr>
          <p:spPr>
            <a:xfrm>
              <a:off x="99664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2" name="L3 cell 1-17"/>
            <p:cNvSpPr/>
            <p:nvPr/>
          </p:nvSpPr>
          <p:spPr>
            <a:xfrm>
              <a:off x="100522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3" name="L3 cell 1-18"/>
            <p:cNvSpPr/>
            <p:nvPr/>
          </p:nvSpPr>
          <p:spPr>
            <a:xfrm>
              <a:off x="101379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4" name="L3 cell 1-19"/>
            <p:cNvSpPr/>
            <p:nvPr/>
          </p:nvSpPr>
          <p:spPr>
            <a:xfrm>
              <a:off x="102236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5" name="L3 cell 1-20"/>
            <p:cNvSpPr/>
            <p:nvPr/>
          </p:nvSpPr>
          <p:spPr>
            <a:xfrm>
              <a:off x="103093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6" name="L3 cell 1-21"/>
            <p:cNvSpPr/>
            <p:nvPr/>
          </p:nvSpPr>
          <p:spPr>
            <a:xfrm>
              <a:off x="103951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7" name="L3 cell 2-0"/>
            <p:cNvSpPr/>
            <p:nvPr/>
          </p:nvSpPr>
          <p:spPr>
            <a:xfrm>
              <a:off x="85948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8" name="L3 cell 2-1"/>
            <p:cNvSpPr/>
            <p:nvPr/>
          </p:nvSpPr>
          <p:spPr>
            <a:xfrm>
              <a:off x="86806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9" name="L3 cell 2-2"/>
            <p:cNvSpPr/>
            <p:nvPr/>
          </p:nvSpPr>
          <p:spPr>
            <a:xfrm>
              <a:off x="87663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0" name="L3 cell 2-3"/>
            <p:cNvSpPr/>
            <p:nvPr/>
          </p:nvSpPr>
          <p:spPr>
            <a:xfrm>
              <a:off x="88520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1" name="L3 cell 2-4"/>
            <p:cNvSpPr/>
            <p:nvPr/>
          </p:nvSpPr>
          <p:spPr>
            <a:xfrm>
              <a:off x="89377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2" name="L3 cell 2-5"/>
            <p:cNvSpPr/>
            <p:nvPr/>
          </p:nvSpPr>
          <p:spPr>
            <a:xfrm>
              <a:off x="90235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3" name="L3 cell 2-6"/>
            <p:cNvSpPr/>
            <p:nvPr/>
          </p:nvSpPr>
          <p:spPr>
            <a:xfrm>
              <a:off x="91092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4" name="L3 cell 2-7"/>
            <p:cNvSpPr/>
            <p:nvPr/>
          </p:nvSpPr>
          <p:spPr>
            <a:xfrm>
              <a:off x="91949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5" name="L3 cell 2-8"/>
            <p:cNvSpPr/>
            <p:nvPr/>
          </p:nvSpPr>
          <p:spPr>
            <a:xfrm>
              <a:off x="92806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6" name="L3 cell 2-9"/>
            <p:cNvSpPr/>
            <p:nvPr/>
          </p:nvSpPr>
          <p:spPr>
            <a:xfrm>
              <a:off x="93664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7" name="L3 cell 2-10"/>
            <p:cNvSpPr/>
            <p:nvPr/>
          </p:nvSpPr>
          <p:spPr>
            <a:xfrm>
              <a:off x="94521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8" name="L3 cell 2-11"/>
            <p:cNvSpPr/>
            <p:nvPr/>
          </p:nvSpPr>
          <p:spPr>
            <a:xfrm>
              <a:off x="95378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9" name="L3 cell 2-12"/>
            <p:cNvSpPr/>
            <p:nvPr/>
          </p:nvSpPr>
          <p:spPr>
            <a:xfrm>
              <a:off x="96235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0" name="L3 cell 2-13"/>
            <p:cNvSpPr/>
            <p:nvPr/>
          </p:nvSpPr>
          <p:spPr>
            <a:xfrm>
              <a:off x="97093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1" name="L3 cell 2-14"/>
            <p:cNvSpPr/>
            <p:nvPr/>
          </p:nvSpPr>
          <p:spPr>
            <a:xfrm>
              <a:off x="97950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2" name="L3 cell 2-15"/>
            <p:cNvSpPr/>
            <p:nvPr/>
          </p:nvSpPr>
          <p:spPr>
            <a:xfrm>
              <a:off x="98807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3" name="L3 cell 2-16"/>
            <p:cNvSpPr/>
            <p:nvPr/>
          </p:nvSpPr>
          <p:spPr>
            <a:xfrm>
              <a:off x="99664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4" name="L3 cell 2-17"/>
            <p:cNvSpPr/>
            <p:nvPr/>
          </p:nvSpPr>
          <p:spPr>
            <a:xfrm>
              <a:off x="100522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5" name="L3 cell 2-18"/>
            <p:cNvSpPr/>
            <p:nvPr/>
          </p:nvSpPr>
          <p:spPr>
            <a:xfrm>
              <a:off x="101379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6" name="L3 cell 2-19"/>
            <p:cNvSpPr/>
            <p:nvPr/>
          </p:nvSpPr>
          <p:spPr>
            <a:xfrm>
              <a:off x="102236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7" name="L3 cell 2-20"/>
            <p:cNvSpPr/>
            <p:nvPr/>
          </p:nvSpPr>
          <p:spPr>
            <a:xfrm>
              <a:off x="103093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8" name="L3 cell 2-21"/>
            <p:cNvSpPr/>
            <p:nvPr/>
          </p:nvSpPr>
          <p:spPr>
            <a:xfrm>
              <a:off x="103951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9" name="L3 cell 3-0"/>
            <p:cNvSpPr/>
            <p:nvPr/>
          </p:nvSpPr>
          <p:spPr>
            <a:xfrm>
              <a:off x="85948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0" name="L3 cell 3-1"/>
            <p:cNvSpPr/>
            <p:nvPr/>
          </p:nvSpPr>
          <p:spPr>
            <a:xfrm>
              <a:off x="86806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1" name="L3 cell 3-2"/>
            <p:cNvSpPr/>
            <p:nvPr/>
          </p:nvSpPr>
          <p:spPr>
            <a:xfrm>
              <a:off x="87663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2" name="L3 cell 3-3"/>
            <p:cNvSpPr/>
            <p:nvPr/>
          </p:nvSpPr>
          <p:spPr>
            <a:xfrm>
              <a:off x="88520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3" name="L3 cell 3-4"/>
            <p:cNvSpPr/>
            <p:nvPr/>
          </p:nvSpPr>
          <p:spPr>
            <a:xfrm>
              <a:off x="89377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4" name="L3 cell 3-5"/>
            <p:cNvSpPr/>
            <p:nvPr/>
          </p:nvSpPr>
          <p:spPr>
            <a:xfrm>
              <a:off x="90235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5" name="L3 cell 3-6"/>
            <p:cNvSpPr/>
            <p:nvPr/>
          </p:nvSpPr>
          <p:spPr>
            <a:xfrm>
              <a:off x="91092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6" name="L3 cell 3-7"/>
            <p:cNvSpPr/>
            <p:nvPr/>
          </p:nvSpPr>
          <p:spPr>
            <a:xfrm>
              <a:off x="91949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7" name="L3 cell 3-8"/>
            <p:cNvSpPr/>
            <p:nvPr/>
          </p:nvSpPr>
          <p:spPr>
            <a:xfrm>
              <a:off x="92806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8" name="L3 cell 3-9"/>
            <p:cNvSpPr/>
            <p:nvPr/>
          </p:nvSpPr>
          <p:spPr>
            <a:xfrm>
              <a:off x="93664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9" name="L3 cell 3-10"/>
            <p:cNvSpPr/>
            <p:nvPr/>
          </p:nvSpPr>
          <p:spPr>
            <a:xfrm>
              <a:off x="94521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0" name="L3 cell 3-11"/>
            <p:cNvSpPr/>
            <p:nvPr/>
          </p:nvSpPr>
          <p:spPr>
            <a:xfrm>
              <a:off x="95378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1" name="L3 cell 3-12"/>
            <p:cNvSpPr/>
            <p:nvPr/>
          </p:nvSpPr>
          <p:spPr>
            <a:xfrm>
              <a:off x="96235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2" name="L3 cell 3-13"/>
            <p:cNvSpPr/>
            <p:nvPr/>
          </p:nvSpPr>
          <p:spPr>
            <a:xfrm>
              <a:off x="97093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3" name="L3 cell 3-14"/>
            <p:cNvSpPr/>
            <p:nvPr/>
          </p:nvSpPr>
          <p:spPr>
            <a:xfrm>
              <a:off x="97950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4" name="L3 cell 3-15"/>
            <p:cNvSpPr/>
            <p:nvPr/>
          </p:nvSpPr>
          <p:spPr>
            <a:xfrm>
              <a:off x="98807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5" name="L3 cell 3-16"/>
            <p:cNvSpPr/>
            <p:nvPr/>
          </p:nvSpPr>
          <p:spPr>
            <a:xfrm>
              <a:off x="99664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6" name="L3 cell 3-17"/>
            <p:cNvSpPr/>
            <p:nvPr/>
          </p:nvSpPr>
          <p:spPr>
            <a:xfrm>
              <a:off x="100522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7" name="L3 cell 3-18"/>
            <p:cNvSpPr/>
            <p:nvPr/>
          </p:nvSpPr>
          <p:spPr>
            <a:xfrm>
              <a:off x="101379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8" name="L3 cell 3-19"/>
            <p:cNvSpPr/>
            <p:nvPr/>
          </p:nvSpPr>
          <p:spPr>
            <a:xfrm>
              <a:off x="102236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9" name="L3 cell 3-20"/>
            <p:cNvSpPr/>
            <p:nvPr/>
          </p:nvSpPr>
          <p:spPr>
            <a:xfrm>
              <a:off x="103093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0" name="L3 cell 3-21"/>
            <p:cNvSpPr/>
            <p:nvPr/>
          </p:nvSpPr>
          <p:spPr>
            <a:xfrm>
              <a:off x="103951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1" name="L3 label"/>
            <p:cNvSpPr/>
            <p:nvPr/>
          </p:nvSpPr>
          <p:spPr>
            <a:xfrm>
              <a:off x="9027795" y="2418398"/>
              <a:ext cx="994410" cy="154305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chemeClr val="accent1">
                  <a:alpha val="5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SHARED L3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9EEF296A-0E76-47F4-3F85-0E194B5318EF}"/>
              </a:ext>
            </a:extLst>
          </p:cNvPr>
          <p:cNvGrpSpPr/>
          <p:nvPr/>
        </p:nvGrpSpPr>
        <p:grpSpPr>
          <a:xfrm>
            <a:off x="4762500" y="4229100"/>
            <a:ext cx="2457450" cy="1447800"/>
            <a:chOff x="8286750" y="5048250"/>
            <a:chExt cx="2457450" cy="1447800"/>
          </a:xfrm>
        </p:grpSpPr>
        <p:sp>
          <p:nvSpPr>
            <p:cNvPr id="222" name="Pipeline IF 1"/>
            <p:cNvSpPr/>
            <p:nvPr/>
          </p:nvSpPr>
          <p:spPr>
            <a:xfrm>
              <a:off x="82867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" name="Pipeline ID 1"/>
            <p:cNvSpPr/>
            <p:nvPr/>
          </p:nvSpPr>
          <p:spPr>
            <a:xfrm>
              <a:off x="853440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4" name="Pipeline EX 1"/>
            <p:cNvSpPr/>
            <p:nvPr/>
          </p:nvSpPr>
          <p:spPr>
            <a:xfrm>
              <a:off x="87820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5" name="Pipeline MEM 1"/>
            <p:cNvSpPr/>
            <p:nvPr/>
          </p:nvSpPr>
          <p:spPr>
            <a:xfrm>
              <a:off x="902970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6" name="Pipeline WB 1"/>
            <p:cNvSpPr/>
            <p:nvPr/>
          </p:nvSpPr>
          <p:spPr>
            <a:xfrm>
              <a:off x="92773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7" name="Pipeline IF 2"/>
            <p:cNvSpPr/>
            <p:nvPr/>
          </p:nvSpPr>
          <p:spPr>
            <a:xfrm>
              <a:off x="85344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8" name="Pipeline ID 2"/>
            <p:cNvSpPr/>
            <p:nvPr/>
          </p:nvSpPr>
          <p:spPr>
            <a:xfrm>
              <a:off x="878205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9" name="Pipeline EX 2"/>
            <p:cNvSpPr/>
            <p:nvPr/>
          </p:nvSpPr>
          <p:spPr>
            <a:xfrm>
              <a:off x="90297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0" name="Pipeline MEM 2"/>
            <p:cNvSpPr/>
            <p:nvPr/>
          </p:nvSpPr>
          <p:spPr>
            <a:xfrm>
              <a:off x="927735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1" name="Pipeline WB 2"/>
            <p:cNvSpPr/>
            <p:nvPr/>
          </p:nvSpPr>
          <p:spPr>
            <a:xfrm>
              <a:off x="95250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2" name="Pipeline IF 3"/>
            <p:cNvSpPr/>
            <p:nvPr/>
          </p:nvSpPr>
          <p:spPr>
            <a:xfrm>
              <a:off x="878205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3" name="Pipeline ID 3"/>
            <p:cNvSpPr/>
            <p:nvPr/>
          </p:nvSpPr>
          <p:spPr>
            <a:xfrm>
              <a:off x="90297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4" name="Pipeline stall 3"/>
            <p:cNvSpPr/>
            <p:nvPr/>
          </p:nvSpPr>
          <p:spPr>
            <a:xfrm>
              <a:off x="9277350" y="5657850"/>
              <a:ext cx="228600" cy="228600"/>
            </a:xfrm>
            <a:prstGeom prst="roundRect">
              <a:avLst>
                <a:gd name="adj" fmla="val 12500"/>
              </a:avLst>
            </a:prstGeom>
            <a:ln w="11430">
              <a:solidFill>
                <a:schemeClr val="accent1">
                  <a:alpha val="90000"/>
                </a:schemeClr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5" name="Pipeline EX 3"/>
            <p:cNvSpPr/>
            <p:nvPr/>
          </p:nvSpPr>
          <p:spPr>
            <a:xfrm>
              <a:off x="95250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6" name="Pipeline MEM 3"/>
            <p:cNvSpPr/>
            <p:nvPr/>
          </p:nvSpPr>
          <p:spPr>
            <a:xfrm>
              <a:off x="977265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7" name="Pipeline WB 3"/>
            <p:cNvSpPr/>
            <p:nvPr/>
          </p:nvSpPr>
          <p:spPr>
            <a:xfrm>
              <a:off x="100203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8" name="Pipeline IF 4"/>
            <p:cNvSpPr/>
            <p:nvPr/>
          </p:nvSpPr>
          <p:spPr>
            <a:xfrm>
              <a:off x="92773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9" name="Pipeline ID 4"/>
            <p:cNvSpPr/>
            <p:nvPr/>
          </p:nvSpPr>
          <p:spPr>
            <a:xfrm>
              <a:off x="952500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0" name="Pipeline EX 4"/>
            <p:cNvSpPr/>
            <p:nvPr/>
          </p:nvSpPr>
          <p:spPr>
            <a:xfrm>
              <a:off x="97726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1" name="Pipeline MEM 4"/>
            <p:cNvSpPr/>
            <p:nvPr/>
          </p:nvSpPr>
          <p:spPr>
            <a:xfrm>
              <a:off x="1002030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2" name="Pipeline WB 4"/>
            <p:cNvSpPr/>
            <p:nvPr/>
          </p:nvSpPr>
          <p:spPr>
            <a:xfrm>
              <a:off x="102679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3" name="Pipeline IF 5"/>
            <p:cNvSpPr/>
            <p:nvPr/>
          </p:nvSpPr>
          <p:spPr>
            <a:xfrm>
              <a:off x="95250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4" name="Pipeline ID 5"/>
            <p:cNvSpPr/>
            <p:nvPr/>
          </p:nvSpPr>
          <p:spPr>
            <a:xfrm>
              <a:off x="977265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5" name="Pipeline EX 5"/>
            <p:cNvSpPr/>
            <p:nvPr/>
          </p:nvSpPr>
          <p:spPr>
            <a:xfrm>
              <a:off x="100203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6" name="Pipeline MEM 5"/>
            <p:cNvSpPr/>
            <p:nvPr/>
          </p:nvSpPr>
          <p:spPr>
            <a:xfrm>
              <a:off x="1026795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7" name="Pipeline WB 5"/>
            <p:cNvSpPr/>
            <p:nvPr/>
          </p:nvSpPr>
          <p:spPr>
            <a:xfrm>
              <a:off x="105156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248" name="Logo strip"/>
          <p:cNvSpPr/>
          <p:nvPr/>
        </p:nvSpPr>
        <p:spPr>
          <a:xfrm>
            <a:off x="609600" y="533400"/>
            <a:ext cx="4343400" cy="685800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49" name="MEST logo" descr="MEST — National Microelectronics Security Training Cen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647700"/>
            <a:ext cx="457200" cy="457200"/>
          </a:xfrm>
          <a:prstGeom prst="rect">
            <a:avLst/>
          </a:prstGeom>
        </p:spPr>
      </p:pic>
      <p:sp>
        <p:nvSpPr>
          <p:cNvPr id="250" name="Logo divider 1"/>
          <p:cNvSpPr/>
          <p:nvPr/>
        </p:nvSpPr>
        <p:spPr>
          <a:xfrm>
            <a:off x="1390650" y="723900"/>
            <a:ext cx="0" cy="30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51" name="FIU logo" descr="Florida International Universi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75" y="723900"/>
            <a:ext cx="1604211" cy="304800"/>
          </a:xfrm>
          <a:prstGeom prst="rect">
            <a:avLst/>
          </a:prstGeom>
        </p:spPr>
      </p:pic>
      <p:sp>
        <p:nvSpPr>
          <p:cNvPr id="252" name="Logo divider 2"/>
          <p:cNvSpPr/>
          <p:nvPr/>
        </p:nvSpPr>
        <p:spPr>
          <a:xfrm>
            <a:off x="3305175" y="723900"/>
            <a:ext cx="0" cy="30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53" name="SeRLoP logo" descr="SeRLoP Resear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795338"/>
            <a:ext cx="1295400" cy="161925"/>
          </a:xfrm>
          <a:prstGeom prst="rect">
            <a:avLst/>
          </a:prstGeom>
        </p:spPr>
      </p:pic>
      <p:sp>
        <p:nvSpPr>
          <p:cNvPr id="254" name="Kicker"/>
          <p:cNvSpPr txBox="1"/>
          <p:nvPr/>
        </p:nvSpPr>
        <p:spPr>
          <a:xfrm>
            <a:off x="60960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E2B04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NEXT-GEN COMPUTING &amp; HARDWARE SECURITY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5" name="Text 0"/>
          <p:cNvSpPr>
            <a:spLocks noGrp="1"/>
          </p:cNvSpPr>
          <p:nvPr>
            <p:ph type="title" idx="101" hasCustomPrompt="1"/>
          </p:nvPr>
        </p:nvSpPr>
        <p:spPr>
          <a:xfrm>
            <a:off x="609600" y="1962150"/>
            <a:ext cx="6572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Subtitle"/>
          <p:cNvSpPr txBox="1"/>
          <p:nvPr/>
        </p:nvSpPr>
        <p:spPr>
          <a:xfrm>
            <a:off x="609600" y="339090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D3DB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Hands-on gem5 simulation with AI-guided learning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7" name="Pill 1"/>
          <p:cNvSpPr/>
          <p:nvPr/>
        </p:nvSpPr>
        <p:spPr>
          <a:xfrm>
            <a:off x="609600" y="422910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58" name="Pill 1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4362450"/>
            <a:ext cx="247650" cy="247650"/>
          </a:xfrm>
          <a:prstGeom prst="rect">
            <a:avLst/>
          </a:prstGeom>
        </p:spPr>
      </p:pic>
      <p:sp>
        <p:nvSpPr>
          <p:cNvPr id="259" name="Pill 1 text"/>
          <p:cNvSpPr txBox="1"/>
          <p:nvPr/>
        </p:nvSpPr>
        <p:spPr>
          <a:xfrm>
            <a:off x="1143000" y="431482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Wednesday, Oct 28, 2026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0" name="Pill 2"/>
          <p:cNvSpPr/>
          <p:nvPr/>
        </p:nvSpPr>
        <p:spPr>
          <a:xfrm>
            <a:off x="609600" y="485775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61" name="Pill 2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4991100"/>
            <a:ext cx="247650" cy="247650"/>
          </a:xfrm>
          <a:prstGeom prst="rect">
            <a:avLst/>
          </a:prstGeom>
        </p:spPr>
      </p:pic>
      <p:sp>
        <p:nvSpPr>
          <p:cNvPr id="262" name="Pill 2 text"/>
          <p:cNvSpPr txBox="1"/>
          <p:nvPr/>
        </p:nvSpPr>
        <p:spPr>
          <a:xfrm>
            <a:off x="1143000" y="494347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 AM – 2 PM 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3" name="Pill 3"/>
          <p:cNvSpPr/>
          <p:nvPr/>
        </p:nvSpPr>
        <p:spPr>
          <a:xfrm>
            <a:off x="609600" y="548640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64" name="Pill 3 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5619750"/>
            <a:ext cx="247650" cy="247650"/>
          </a:xfrm>
          <a:prstGeom prst="rect">
            <a:avLst/>
          </a:prstGeom>
        </p:spPr>
      </p:pic>
      <p:sp>
        <p:nvSpPr>
          <p:cNvPr id="265" name="Pill 3 text"/>
          <p:cNvSpPr txBox="1"/>
          <p:nvPr/>
        </p:nvSpPr>
        <p:spPr>
          <a:xfrm>
            <a:off x="1143000" y="557212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FIU EC3930 &amp; on Zoom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26E2BA8C-84FE-1F0D-0FA9-2ED2C00AB095}"/>
              </a:ext>
            </a:extLst>
          </p:cNvPr>
          <p:cNvSpPr txBox="1">
            <a:spLocks/>
          </p:cNvSpPr>
          <p:nvPr/>
        </p:nvSpPr>
        <p:spPr>
          <a:xfrm>
            <a:off x="595676" y="2431894"/>
            <a:ext cx="10458562" cy="101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Next-Gen Computing and Hardware Security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with gem5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3BABC744-4084-63C5-DBC7-673AAEA36A84}"/>
              </a:ext>
            </a:extLst>
          </p:cNvPr>
          <p:cNvSpPr txBox="1">
            <a:spLocks/>
          </p:cNvSpPr>
          <p:nvPr/>
        </p:nvSpPr>
        <p:spPr>
          <a:xfrm>
            <a:off x="1267887" y="3641009"/>
            <a:ext cx="9460768" cy="44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Interactive Microarchitectural Analysis and Exploration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Lab name">
            <a:extLst>
              <a:ext uri="{FF2B5EF4-FFF2-40B4-BE49-F238E27FC236}">
                <a16:creationId xmlns:a16="http://schemas.microsoft.com/office/drawing/2014/main" id="{6A507A04-D24A-0C18-8E77-42DF7699AD6A}"/>
              </a:ext>
            </a:extLst>
          </p:cNvPr>
          <p:cNvSpPr txBox="1"/>
          <p:nvPr/>
        </p:nvSpPr>
        <p:spPr>
          <a:xfrm>
            <a:off x="4552076" y="461540"/>
            <a:ext cx="3984214" cy="192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Workshop Organized by MEST and FIU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Lab name">
            <a:extLst>
              <a:ext uri="{FF2B5EF4-FFF2-40B4-BE49-F238E27FC236}">
                <a16:creationId xmlns:a16="http://schemas.microsoft.com/office/drawing/2014/main" id="{31C8EDFD-9610-971F-1085-50B90799826C}"/>
              </a:ext>
            </a:extLst>
          </p:cNvPr>
          <p:cNvSpPr txBox="1"/>
          <p:nvPr/>
        </p:nvSpPr>
        <p:spPr>
          <a:xfrm>
            <a:off x="2035092" y="353364"/>
            <a:ext cx="7858412" cy="61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0" cap="none" spc="7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Hybrid Event Organized by MEST Center and FIU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F172A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D20A769-360A-EFB4-1208-74E8EDFA53DE}"/>
              </a:ext>
            </a:extLst>
          </p:cNvPr>
          <p:cNvGrpSpPr/>
          <p:nvPr/>
        </p:nvGrpSpPr>
        <p:grpSpPr>
          <a:xfrm>
            <a:off x="3796833" y="872060"/>
            <a:ext cx="4056249" cy="1144461"/>
            <a:chOff x="7236440" y="392000"/>
            <a:chExt cx="3878675" cy="97988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339C942-728A-0427-9AB2-B5DBB2257BA7}"/>
                </a:ext>
              </a:extLst>
            </p:cNvPr>
            <p:cNvSpPr/>
            <p:nvPr/>
          </p:nvSpPr>
          <p:spPr>
            <a:xfrm>
              <a:off x="7236440" y="392000"/>
              <a:ext cx="3878675" cy="979884"/>
            </a:xfrm>
            <a:prstGeom prst="roundRect">
              <a:avLst>
                <a:gd name="adj" fmla="val 8971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42E4BC2-221B-6796-E252-42EDA1417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5858" b="25120"/>
            <a:stretch>
              <a:fillRect/>
            </a:stretch>
          </p:blipFill>
          <p:spPr>
            <a:xfrm>
              <a:off x="9000944" y="440806"/>
              <a:ext cx="2037021" cy="88504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B4CF41B-87F5-8CE8-6E4D-A013CA19A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9061" y="440806"/>
              <a:ext cx="994380" cy="885040"/>
            </a:xfrm>
            <a:prstGeom prst="rect">
              <a:avLst/>
            </a:prstGeom>
          </p:spPr>
        </p:pic>
      </p:grpSp>
      <p:sp>
        <p:nvSpPr>
          <p:cNvPr id="36" name="Event details panel">
            <a:extLst>
              <a:ext uri="{FF2B5EF4-FFF2-40B4-BE49-F238E27FC236}">
                <a16:creationId xmlns:a16="http://schemas.microsoft.com/office/drawing/2014/main" id="{3A0212C7-77E7-5728-1A53-FF734A7187F1}"/>
              </a:ext>
            </a:extLst>
          </p:cNvPr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81E3F"/>
          </a:solidFill>
          <a:ln w="12700">
            <a:solidFill>
              <a:srgbClr val="081E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81E3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7" name="Icon: Wednesday, 28 October 2026" descr="preencoded.png">
            <a:extLst>
              <a:ext uri="{FF2B5EF4-FFF2-40B4-BE49-F238E27FC236}">
                <a16:creationId xmlns:a16="http://schemas.microsoft.com/office/drawing/2014/main" id="{062D4552-97B2-1B0A-D3A8-C32173F604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888736"/>
            <a:ext cx="384048" cy="384048"/>
          </a:xfrm>
          <a:prstGeom prst="rect">
            <a:avLst/>
          </a:prstGeom>
        </p:spPr>
      </p:pic>
      <p:sp>
        <p:nvSpPr>
          <p:cNvPr id="38" name="Details: Wednesday, 28 October 2026">
            <a:extLst>
              <a:ext uri="{FF2B5EF4-FFF2-40B4-BE49-F238E27FC236}">
                <a16:creationId xmlns:a16="http://schemas.microsoft.com/office/drawing/2014/main" id="{396A12DC-7A31-780A-8346-4549D272A45C}"/>
              </a:ext>
            </a:extLst>
          </p:cNvPr>
          <p:cNvSpPr txBox="1"/>
          <p:nvPr/>
        </p:nvSpPr>
        <p:spPr>
          <a:xfrm>
            <a:off x="1097280" y="577900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914400" rtl="0"/>
            <a:r>
              <a:rPr lang="en-US" sz="16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Wednesday, 28 October 2026</a:t>
            </a:r>
            <a:endParaRPr lang="en-US" sz="1600" kern="1200" dirty="0">
              <a:solidFill>
                <a:srgbClr val="081E3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 defTabSz="914400" rtl="0"/>
            <a:r>
              <a:rPr lang="en-US" sz="1300" kern="1200" dirty="0">
                <a:solidFill>
                  <a:srgbClr val="C9D3E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10:00 AM – 2:00 PM ET</a:t>
            </a:r>
            <a:endParaRPr lang="en-US" sz="1600" kern="1200" dirty="0">
              <a:solidFill>
                <a:srgbClr val="081E3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9" name="Icon: Room EC 3930" descr="preencoded.png">
            <a:extLst>
              <a:ext uri="{FF2B5EF4-FFF2-40B4-BE49-F238E27FC236}">
                <a16:creationId xmlns:a16="http://schemas.microsoft.com/office/drawing/2014/main" id="{5B61818F-952D-EA7B-62B6-4CBF978406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5888736"/>
            <a:ext cx="384048" cy="384048"/>
          </a:xfrm>
          <a:prstGeom prst="rect">
            <a:avLst/>
          </a:prstGeom>
        </p:spPr>
      </p:pic>
      <p:sp>
        <p:nvSpPr>
          <p:cNvPr id="40" name="Details: Room EC 3930">
            <a:extLst>
              <a:ext uri="{FF2B5EF4-FFF2-40B4-BE49-F238E27FC236}">
                <a16:creationId xmlns:a16="http://schemas.microsoft.com/office/drawing/2014/main" id="{7C9E681F-1C74-F781-5734-37AB125A75D8}"/>
              </a:ext>
            </a:extLst>
          </p:cNvPr>
          <p:cNvSpPr txBox="1"/>
          <p:nvPr/>
        </p:nvSpPr>
        <p:spPr>
          <a:xfrm>
            <a:off x="5120640" y="577900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914400" rtl="0"/>
            <a:r>
              <a:rPr lang="en-US" sz="16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Room EC 3930</a:t>
            </a:r>
            <a:endParaRPr lang="en-US" sz="1600" kern="1200" dirty="0">
              <a:solidFill>
                <a:srgbClr val="081E3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 defTabSz="914400" rtl="0"/>
            <a:r>
              <a:rPr lang="en-US" sz="1300" kern="1200" dirty="0">
                <a:solidFill>
                  <a:srgbClr val="C9D3E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Electrical &amp; Computer Engineering</a:t>
            </a:r>
            <a:endParaRPr lang="en-US" sz="1600" kern="1200" dirty="0">
              <a:solidFill>
                <a:srgbClr val="081E3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1" name="Icon: Hybrid Event" descr="preencoded.png">
            <a:extLst>
              <a:ext uri="{FF2B5EF4-FFF2-40B4-BE49-F238E27FC236}">
                <a16:creationId xmlns:a16="http://schemas.microsoft.com/office/drawing/2014/main" id="{DC27C0B1-6FCE-95FB-E138-F68A2EF097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5615" y="5888736"/>
            <a:ext cx="384048" cy="384048"/>
          </a:xfrm>
          <a:prstGeom prst="rect">
            <a:avLst/>
          </a:prstGeom>
        </p:spPr>
      </p:pic>
      <p:sp>
        <p:nvSpPr>
          <p:cNvPr id="42" name="Details: Hybrid Event">
            <a:extLst>
              <a:ext uri="{FF2B5EF4-FFF2-40B4-BE49-F238E27FC236}">
                <a16:creationId xmlns:a16="http://schemas.microsoft.com/office/drawing/2014/main" id="{1C2E79A9-D269-C485-41C3-2933C8D643C7}"/>
              </a:ext>
            </a:extLst>
          </p:cNvPr>
          <p:cNvSpPr txBox="1"/>
          <p:nvPr/>
        </p:nvSpPr>
        <p:spPr>
          <a:xfrm>
            <a:off x="9814255" y="577900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defTabSz="914400" rtl="0"/>
            <a:r>
              <a:rPr lang="en-US" sz="1600" b="1" kern="1200" dirty="0">
                <a:solidFill>
                  <a:srgbClr val="FFFF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Hybrid Event</a:t>
            </a:r>
            <a:endParaRPr lang="en-US" sz="1600" kern="1200" dirty="0">
              <a:solidFill>
                <a:srgbClr val="081E3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l" defTabSz="914400" rtl="0"/>
            <a:r>
              <a:rPr lang="en-US" sz="1300" kern="1200" dirty="0">
                <a:solidFill>
                  <a:srgbClr val="C9D3E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 person and online</a:t>
            </a:r>
            <a:endParaRPr lang="en-US" sz="1600" kern="1200" dirty="0">
              <a:solidFill>
                <a:srgbClr val="081E3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80990" y="449137"/>
            <a:ext cx="11429714" cy="77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 Black" pitchFamily="34" charset="-122"/>
                <a:cs typeface="Times New Roman" panose="02020603050405020304" pitchFamily="18" charset="0"/>
              </a:rPr>
              <a:t>Meet the Team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Dr. Md Tauhidur Rahman card"/>
          <p:cNvSpPr/>
          <p:nvPr/>
        </p:nvSpPr>
        <p:spPr>
          <a:xfrm>
            <a:off x="708007" y="1787480"/>
            <a:ext cx="3397165" cy="3860703"/>
          </a:xfrm>
          <a:prstGeom prst="roundRect">
            <a:avLst>
              <a:gd name="adj" fmla="val 3188"/>
            </a:avLst>
          </a:prstGeom>
          <a:solidFill>
            <a:schemeClr val="accent4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Dr. Md Tauhidur Rahman photo" descr="Portrait of Dr. Md Tauhidur Rahm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409" y="2053420"/>
            <a:ext cx="1739857" cy="1739857"/>
          </a:xfrm>
          <a:prstGeom prst="rect">
            <a:avLst/>
          </a:prstGeom>
        </p:spPr>
      </p:pic>
      <p:sp>
        <p:nvSpPr>
          <p:cNvPr id="5" name="Dr. Md Tauhidur Rahman photo ring"/>
          <p:cNvSpPr/>
          <p:nvPr/>
        </p:nvSpPr>
        <p:spPr>
          <a:xfrm>
            <a:off x="1520787" y="2047824"/>
            <a:ext cx="1758906" cy="1758906"/>
          </a:xfrm>
          <a:prstGeom prst="ellipse">
            <a:avLst/>
          </a:prstGeom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Dr. Md Tauhidur Rahman role"/>
          <p:cNvSpPr txBox="1"/>
          <p:nvPr/>
        </p:nvSpPr>
        <p:spPr>
          <a:xfrm>
            <a:off x="736582" y="4013258"/>
            <a:ext cx="3327317" cy="211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INSTRUCTOR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Dr. Md Tauhidur Rahman name"/>
          <p:cNvSpPr txBox="1"/>
          <p:nvPr/>
        </p:nvSpPr>
        <p:spPr>
          <a:xfrm>
            <a:off x="723882" y="4300751"/>
            <a:ext cx="3352716" cy="342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Dr. Md Tauhidur Rahman</a:t>
            </a:r>
            <a:endParaRPr kumimoji="0" lang="en-US" sz="2025" b="0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Dr. Md Tauhidur Rahman position"/>
          <p:cNvSpPr txBox="1"/>
          <p:nvPr/>
        </p:nvSpPr>
        <p:spPr>
          <a:xfrm>
            <a:off x="723882" y="4725358"/>
            <a:ext cx="3352716" cy="249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5" b="0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Assistant Professor</a:t>
            </a:r>
            <a:endParaRPr kumimoji="0" lang="en-US" sz="1475" b="0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Dr. Md Tauhidur Rahman department"/>
          <p:cNvSpPr txBox="1"/>
          <p:nvPr/>
        </p:nvSpPr>
        <p:spPr>
          <a:xfrm>
            <a:off x="723882" y="4996481"/>
            <a:ext cx="3352716" cy="228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Electrical and Computer Engineering, FIU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Sagor Chandro Bakchy card"/>
          <p:cNvSpPr/>
          <p:nvPr/>
        </p:nvSpPr>
        <p:spPr>
          <a:xfrm>
            <a:off x="4403615" y="1787480"/>
            <a:ext cx="3397165" cy="3860703"/>
          </a:xfrm>
          <a:prstGeom prst="roundRect">
            <a:avLst>
              <a:gd name="adj" fmla="val 2661"/>
            </a:avLst>
          </a:prstGeom>
          <a:solidFill>
            <a:schemeClr val="accent4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1" name="Sagor Chandro Bakchy photo" descr="Portrait of Sagor Chandro Bakch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822" y="2047824"/>
            <a:ext cx="1739857" cy="1758907"/>
          </a:xfrm>
          <a:prstGeom prst="rect">
            <a:avLst/>
          </a:prstGeom>
        </p:spPr>
      </p:pic>
      <p:sp>
        <p:nvSpPr>
          <p:cNvPr id="12" name="Sagor Chandro Bakchy photo ring"/>
          <p:cNvSpPr/>
          <p:nvPr/>
        </p:nvSpPr>
        <p:spPr>
          <a:xfrm>
            <a:off x="5216395" y="2047824"/>
            <a:ext cx="1758906" cy="1758906"/>
          </a:xfrm>
          <a:prstGeom prst="ellipse">
            <a:avLst/>
          </a:prstGeom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Sagor Chandro Bakchy role"/>
          <p:cNvSpPr txBox="1"/>
          <p:nvPr/>
        </p:nvSpPr>
        <p:spPr>
          <a:xfrm>
            <a:off x="4432189" y="4013258"/>
            <a:ext cx="3327317" cy="211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INSTRUCTOR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Sagor Chandro Bakchy name"/>
          <p:cNvSpPr txBox="1"/>
          <p:nvPr/>
        </p:nvSpPr>
        <p:spPr>
          <a:xfrm>
            <a:off x="4419490" y="4296823"/>
            <a:ext cx="3352716" cy="354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Sagor Chandro Bakchy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Sagor Chandro Bakchy position"/>
          <p:cNvSpPr txBox="1"/>
          <p:nvPr/>
        </p:nvSpPr>
        <p:spPr>
          <a:xfrm>
            <a:off x="4419490" y="4725358"/>
            <a:ext cx="3352716" cy="249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5" b="0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Ph.D. Student, SeRLoP Research Lab</a:t>
            </a:r>
            <a:endParaRPr kumimoji="0" lang="en-US" sz="1475" b="0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Sagor Chandro Bakchy department"/>
          <p:cNvSpPr txBox="1"/>
          <p:nvPr/>
        </p:nvSpPr>
        <p:spPr>
          <a:xfrm>
            <a:off x="4419490" y="4996481"/>
            <a:ext cx="3352716" cy="228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Electrical and Computer Engineering, FIU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Luciana Di Campli card"/>
          <p:cNvSpPr/>
          <p:nvPr/>
        </p:nvSpPr>
        <p:spPr>
          <a:xfrm>
            <a:off x="8086523" y="1787480"/>
            <a:ext cx="3397165" cy="3860703"/>
          </a:xfrm>
          <a:prstGeom prst="roundRect">
            <a:avLst>
              <a:gd name="adj" fmla="val 2661"/>
            </a:avLst>
          </a:prstGeom>
          <a:solidFill>
            <a:schemeClr val="accent4"/>
          </a:solidFill>
          <a:ln w="19050">
            <a:solidFill>
              <a:schemeClr val="accent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8" name="Luciana Di Campli photo" descr="Portrait of Luciana Di Campl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8352" y="2047825"/>
            <a:ext cx="1739857" cy="1758906"/>
          </a:xfrm>
          <a:prstGeom prst="rect">
            <a:avLst/>
          </a:prstGeom>
          <a:ln>
            <a:noFill/>
          </a:ln>
        </p:spPr>
      </p:pic>
      <p:sp>
        <p:nvSpPr>
          <p:cNvPr id="19" name="Luciana Di Campli photo ring"/>
          <p:cNvSpPr/>
          <p:nvPr/>
        </p:nvSpPr>
        <p:spPr>
          <a:xfrm>
            <a:off x="8899303" y="2047824"/>
            <a:ext cx="1758906" cy="1758906"/>
          </a:xfrm>
          <a:prstGeom prst="ellipse">
            <a:avLst/>
          </a:prstGeom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0" name="Luciana Di Campli role"/>
          <p:cNvSpPr txBox="1"/>
          <p:nvPr/>
        </p:nvSpPr>
        <p:spPr>
          <a:xfrm>
            <a:off x="8115097" y="4013258"/>
            <a:ext cx="3327317" cy="211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STUDENT ASSISTANT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Luciana Di Campli name"/>
          <p:cNvSpPr txBox="1"/>
          <p:nvPr/>
        </p:nvSpPr>
        <p:spPr>
          <a:xfrm>
            <a:off x="8102397" y="4296823"/>
            <a:ext cx="3352716" cy="354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Luciana Di Campli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" name="Luciana Di Campli position"/>
          <p:cNvSpPr txBox="1"/>
          <p:nvPr/>
        </p:nvSpPr>
        <p:spPr>
          <a:xfrm>
            <a:off x="8102397" y="4725358"/>
            <a:ext cx="3352716" cy="249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75" b="0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MS Student</a:t>
            </a:r>
            <a:endParaRPr kumimoji="0" lang="en-US" sz="1475" b="0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Luciana Di Campli department"/>
          <p:cNvSpPr txBox="1"/>
          <p:nvPr/>
        </p:nvSpPr>
        <p:spPr>
          <a:xfrm>
            <a:off x="8102397" y="4996481"/>
            <a:ext cx="3352716" cy="228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51129"/>
                </a:solidFill>
                <a:effectLst/>
                <a:uLnTx/>
                <a:uFillTx/>
                <a:latin typeface="Times New Roman" panose="02020603050405020304" pitchFamily="18" charset="0"/>
                <a:ea typeface="Segoe UI" pitchFamily="34" charset="-122"/>
                <a:cs typeface="Times New Roman" panose="02020603050405020304" pitchFamily="18" charset="0"/>
              </a:rPr>
              <a:t>Electrical and Computer Engineering, FIU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51129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9D0EE73-7B7D-AAF8-3D7B-53D0D41954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33" y="6482979"/>
            <a:ext cx="1986954" cy="2916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532EA119-5548-1E35-402C-2E67D43F34A2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002060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Agendas for the Event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88CAD31-1C71-0AFE-06CA-A33CE3B18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124" y="6506673"/>
            <a:ext cx="1986954" cy="291617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6206BEF-EA46-B012-6CF5-748C80ED0604}"/>
              </a:ext>
            </a:extLst>
          </p:cNvPr>
          <p:cNvGrpSpPr/>
          <p:nvPr/>
        </p:nvGrpSpPr>
        <p:grpSpPr>
          <a:xfrm>
            <a:off x="4038600" y="1526164"/>
            <a:ext cx="7188199" cy="3802282"/>
            <a:chOff x="479016" y="1385053"/>
            <a:chExt cx="10616669" cy="490427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D23B4ED-BAFA-4E54-80E6-18AC9C207E11}"/>
                </a:ext>
              </a:extLst>
            </p:cNvPr>
            <p:cNvGrpSpPr/>
            <p:nvPr/>
          </p:nvGrpSpPr>
          <p:grpSpPr>
            <a:xfrm>
              <a:off x="479016" y="1385053"/>
              <a:ext cx="3326222" cy="2328666"/>
              <a:chOff x="568956" y="1460004"/>
              <a:chExt cx="2569818" cy="1953736"/>
            </a:xfrm>
          </p:grpSpPr>
          <p:sp>
            <p:nvSpPr>
              <p:cNvPr id="4" name="Outcome 1"/>
              <p:cNvSpPr/>
              <p:nvPr/>
            </p:nvSpPr>
            <p:spPr>
              <a:xfrm>
                <a:off x="568956" y="1460004"/>
                <a:ext cx="2569818" cy="1953736"/>
              </a:xfrm>
              <a:prstGeom prst="roundRect">
                <a:avLst>
                  <a:gd name="adj" fmla="val 5479"/>
                </a:avLst>
              </a:prstGeom>
              <a:solidFill>
                <a:schemeClr val="bg2"/>
              </a:solidFill>
              <a:ln w="9525">
                <a:solidFill>
                  <a:schemeClr val="accent4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Outcome 1 number"/>
              <p:cNvSpPr txBox="1"/>
              <p:nvPr/>
            </p:nvSpPr>
            <p:spPr>
              <a:xfrm>
                <a:off x="1632824" y="1521933"/>
                <a:ext cx="433987" cy="4513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defTabSz="758952" rtl="0">
                  <a:spcAft>
                    <a:spcPts val="600"/>
                  </a:spcAft>
                  <a:defRPr/>
                </a:pPr>
                <a:r>
                  <a:rPr lang="en-US" sz="1660" b="1" kern="1200">
                    <a:solidFill>
                      <a:srgbClr val="005797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01</a:t>
                </a: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Outcome 1 heading"/>
              <p:cNvSpPr txBox="1"/>
              <p:nvPr/>
            </p:nvSpPr>
            <p:spPr>
              <a:xfrm>
                <a:off x="695534" y="1865438"/>
                <a:ext cx="2364054" cy="139118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 defTabSz="758952" rtl="0">
                  <a:spcAft>
                    <a:spcPts val="600"/>
                  </a:spcAft>
                  <a:defRPr/>
                </a:pPr>
                <a:r>
                  <a:rPr lang="en-US" sz="1494" b="1" kern="1200">
                    <a:solidFill>
                      <a:srgbClr val="0F172A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Configure and Execute</a:t>
                </a:r>
              </a:p>
              <a:p>
                <a:pPr algn="ctr" defTabSz="758952" rtl="0">
                  <a:lnSpc>
                    <a:spcPct val="96000"/>
                  </a:lnSpc>
                  <a:spcAft>
                    <a:spcPts val="600"/>
                  </a:spcAft>
                  <a:defRPr/>
                </a:pPr>
                <a:r>
                  <a:rPr lang="en-US" sz="1162" kern="1200">
                    <a:solidFill>
                      <a:srgbClr val="0F172A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Set up gem5 environment, compile binaries, and execute simulations</a:t>
                </a: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0C21053-5BDC-F59E-36DC-772B05945723}"/>
                </a:ext>
              </a:extLst>
            </p:cNvPr>
            <p:cNvGrpSpPr/>
            <p:nvPr/>
          </p:nvGrpSpPr>
          <p:grpSpPr>
            <a:xfrm>
              <a:off x="4114653" y="1385053"/>
              <a:ext cx="3326224" cy="2328719"/>
              <a:chOff x="3377826" y="1460004"/>
              <a:chExt cx="2569819" cy="1953780"/>
            </a:xfrm>
          </p:grpSpPr>
          <p:sp>
            <p:nvSpPr>
              <p:cNvPr id="8" name="Outcome 2"/>
              <p:cNvSpPr/>
              <p:nvPr/>
            </p:nvSpPr>
            <p:spPr>
              <a:xfrm>
                <a:off x="3377826" y="1460004"/>
                <a:ext cx="2569819" cy="1953780"/>
              </a:xfrm>
              <a:prstGeom prst="roundRect">
                <a:avLst>
                  <a:gd name="adj" fmla="val 5479"/>
                </a:avLst>
              </a:prstGeom>
              <a:solidFill>
                <a:schemeClr val="bg2"/>
              </a:solidFill>
              <a:ln w="9525">
                <a:solidFill>
                  <a:schemeClr val="accent4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Outcome 2 number"/>
              <p:cNvSpPr txBox="1"/>
              <p:nvPr/>
            </p:nvSpPr>
            <p:spPr>
              <a:xfrm>
                <a:off x="4441422" y="1521933"/>
                <a:ext cx="424299" cy="4513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defTabSz="758952" rtl="0">
                  <a:spcAft>
                    <a:spcPts val="600"/>
                  </a:spcAft>
                  <a:defRPr/>
                </a:pPr>
                <a:r>
                  <a:rPr lang="en-US" sz="1660" b="1" kern="1200">
                    <a:solidFill>
                      <a:srgbClr val="005797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02</a:t>
                </a: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Outcome 2 heading"/>
              <p:cNvSpPr txBox="1"/>
              <p:nvPr/>
            </p:nvSpPr>
            <p:spPr>
              <a:xfrm>
                <a:off x="3641649" y="1915353"/>
                <a:ext cx="2130494" cy="12913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 defTabSz="758952" rtl="0">
                  <a:spcAft>
                    <a:spcPts val="600"/>
                  </a:spcAft>
                  <a:defRPr/>
                </a:pPr>
                <a:r>
                  <a:rPr lang="en-US" sz="1494" b="1" kern="1200">
                    <a:solidFill>
                      <a:srgbClr val="0F172A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Inspect Pipeline Hazards</a:t>
                </a:r>
              </a:p>
              <a:p>
                <a:pPr algn="ctr" defTabSz="758952" rtl="0">
                  <a:lnSpc>
                    <a:spcPct val="96000"/>
                  </a:lnSpc>
                  <a:spcAft>
                    <a:spcPts val="600"/>
                  </a:spcAft>
                  <a:defRPr/>
                </a:pPr>
                <a:r>
                  <a:rPr lang="en-US" sz="1162" kern="1200">
                    <a:solidFill>
                      <a:srgbClr val="0F172A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Analyze data hazards, pipeline stalls, and branch prediction</a:t>
                </a: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29A0BC4-3EAD-135D-4217-D64C277A9D17}"/>
                </a:ext>
              </a:extLst>
            </p:cNvPr>
            <p:cNvGrpSpPr/>
            <p:nvPr/>
          </p:nvGrpSpPr>
          <p:grpSpPr>
            <a:xfrm>
              <a:off x="7782354" y="1385053"/>
              <a:ext cx="3313331" cy="2328720"/>
              <a:chOff x="597632" y="3815015"/>
              <a:chExt cx="2559858" cy="1953781"/>
            </a:xfrm>
          </p:grpSpPr>
          <p:sp>
            <p:nvSpPr>
              <p:cNvPr id="12" name="Outcome 3"/>
              <p:cNvSpPr/>
              <p:nvPr/>
            </p:nvSpPr>
            <p:spPr>
              <a:xfrm>
                <a:off x="597632" y="3815015"/>
                <a:ext cx="2559858" cy="1953781"/>
              </a:xfrm>
              <a:prstGeom prst="roundRect">
                <a:avLst>
                  <a:gd name="adj" fmla="val 5479"/>
                </a:avLst>
              </a:prstGeom>
              <a:solidFill>
                <a:schemeClr val="bg2"/>
              </a:solidFill>
              <a:ln w="9525">
                <a:solidFill>
                  <a:schemeClr val="accent4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Outcome 3 number"/>
              <p:cNvSpPr txBox="1"/>
              <p:nvPr/>
            </p:nvSpPr>
            <p:spPr>
              <a:xfrm>
                <a:off x="1632824" y="3829764"/>
                <a:ext cx="455229" cy="4513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defTabSz="758952" rtl="0">
                  <a:spcAft>
                    <a:spcPts val="600"/>
                  </a:spcAft>
                  <a:defRPr/>
                </a:pPr>
                <a:r>
                  <a:rPr lang="en-US" sz="1660" b="1" kern="1200">
                    <a:solidFill>
                      <a:srgbClr val="005797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03</a:t>
                </a: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Outcome 3 heading"/>
              <p:cNvSpPr txBox="1"/>
              <p:nvPr/>
            </p:nvSpPr>
            <p:spPr>
              <a:xfrm>
                <a:off x="841516" y="4221894"/>
                <a:ext cx="2072090" cy="14169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 defTabSz="758952" rtl="0">
                  <a:spcAft>
                    <a:spcPts val="600"/>
                  </a:spcAft>
                  <a:defRPr/>
                </a:pPr>
                <a:r>
                  <a:rPr lang="en-US" sz="1494" b="1" kern="1200">
                    <a:solidFill>
                      <a:srgbClr val="0F172A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Cache Memory Trade-Offs</a:t>
                </a:r>
              </a:p>
              <a:p>
                <a:pPr algn="ctr" defTabSz="758952" rtl="0">
                  <a:lnSpc>
                    <a:spcPct val="96000"/>
                  </a:lnSpc>
                  <a:spcAft>
                    <a:spcPts val="600"/>
                  </a:spcAft>
                  <a:defRPr/>
                </a:pPr>
                <a:r>
                  <a:rPr lang="en-US" sz="1162" kern="1200">
                    <a:solidFill>
                      <a:srgbClr val="0F172A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Evaluate cache hit/miss ratios, associativity, and latency</a:t>
                </a: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198BBB2-653D-A726-B686-A8F5A7DCC0A2}"/>
                </a:ext>
              </a:extLst>
            </p:cNvPr>
            <p:cNvGrpSpPr/>
            <p:nvPr/>
          </p:nvGrpSpPr>
          <p:grpSpPr>
            <a:xfrm>
              <a:off x="2172797" y="3960606"/>
              <a:ext cx="3326222" cy="2328720"/>
              <a:chOff x="3396543" y="3815015"/>
              <a:chExt cx="2569818" cy="1953781"/>
            </a:xfrm>
          </p:grpSpPr>
          <p:sp>
            <p:nvSpPr>
              <p:cNvPr id="16" name="Outcome 4"/>
              <p:cNvSpPr/>
              <p:nvPr/>
            </p:nvSpPr>
            <p:spPr>
              <a:xfrm>
                <a:off x="3396543" y="3815015"/>
                <a:ext cx="2569818" cy="1953781"/>
              </a:xfrm>
              <a:prstGeom prst="roundRect">
                <a:avLst>
                  <a:gd name="adj" fmla="val 5479"/>
                </a:avLst>
              </a:prstGeom>
              <a:solidFill>
                <a:schemeClr val="bg2"/>
              </a:solidFill>
              <a:ln w="9525">
                <a:solidFill>
                  <a:schemeClr val="accent4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Outcome 4 number"/>
              <p:cNvSpPr txBox="1"/>
              <p:nvPr/>
            </p:nvSpPr>
            <p:spPr>
              <a:xfrm>
                <a:off x="4445783" y="3815015"/>
                <a:ext cx="522225" cy="4513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defTabSz="758952" rtl="0">
                  <a:spcAft>
                    <a:spcPts val="600"/>
                  </a:spcAft>
                  <a:defRPr/>
                </a:pPr>
                <a:r>
                  <a:rPr lang="en-US" sz="1660" b="1" kern="1200">
                    <a:solidFill>
                      <a:srgbClr val="005797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04</a:t>
                </a: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Outcome 4 heading"/>
              <p:cNvSpPr txBox="1"/>
              <p:nvPr/>
            </p:nvSpPr>
            <p:spPr>
              <a:xfrm>
                <a:off x="3676642" y="4221893"/>
                <a:ext cx="1972186" cy="14169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 defTabSz="758952" rtl="0">
                  <a:spcAft>
                    <a:spcPts val="600"/>
                  </a:spcAft>
                  <a:defRPr/>
                </a:pPr>
                <a:r>
                  <a:rPr lang="en-US" sz="1494" b="1" kern="1200">
                    <a:solidFill>
                      <a:srgbClr val="0F172A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Microarchitectural Security</a:t>
                </a:r>
              </a:p>
              <a:p>
                <a:pPr algn="ctr" defTabSz="758952" rtl="0">
                  <a:lnSpc>
                    <a:spcPct val="96000"/>
                  </a:lnSpc>
                  <a:spcAft>
                    <a:spcPts val="600"/>
                  </a:spcAft>
                  <a:defRPr/>
                </a:pPr>
                <a:r>
                  <a:rPr lang="en-US" sz="1162" kern="1200">
                    <a:solidFill>
                      <a:srgbClr val="0F172A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Analysis of attacks and design of secure systems</a:t>
                </a: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DA2F71C-8046-70EF-6159-758AFAF0BCC6}"/>
                </a:ext>
              </a:extLst>
            </p:cNvPr>
            <p:cNvGrpSpPr/>
            <p:nvPr/>
          </p:nvGrpSpPr>
          <p:grpSpPr>
            <a:xfrm>
              <a:off x="5765904" y="3935876"/>
              <a:ext cx="3326222" cy="2328720"/>
              <a:chOff x="3396543" y="3815015"/>
              <a:chExt cx="2569818" cy="1953781"/>
            </a:xfrm>
          </p:grpSpPr>
          <p:sp>
            <p:nvSpPr>
              <p:cNvPr id="7" name="Outcome 4">
                <a:extLst>
                  <a:ext uri="{FF2B5EF4-FFF2-40B4-BE49-F238E27FC236}">
                    <a16:creationId xmlns:a16="http://schemas.microsoft.com/office/drawing/2014/main" id="{1899CF81-4698-0D10-F5CF-3C479CBD8EC6}"/>
                  </a:ext>
                </a:extLst>
              </p:cNvPr>
              <p:cNvSpPr/>
              <p:nvPr/>
            </p:nvSpPr>
            <p:spPr>
              <a:xfrm>
                <a:off x="3396543" y="3815015"/>
                <a:ext cx="2569818" cy="1953781"/>
              </a:xfrm>
              <a:prstGeom prst="roundRect">
                <a:avLst>
                  <a:gd name="adj" fmla="val 5479"/>
                </a:avLst>
              </a:prstGeom>
              <a:solidFill>
                <a:schemeClr val="bg2"/>
              </a:solidFill>
              <a:ln w="9525">
                <a:solidFill>
                  <a:schemeClr val="accent4"/>
                </a:solidFill>
                <a:prstDash val="solid"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Outcome 4 number">
                <a:extLst>
                  <a:ext uri="{FF2B5EF4-FFF2-40B4-BE49-F238E27FC236}">
                    <a16:creationId xmlns:a16="http://schemas.microsoft.com/office/drawing/2014/main" id="{F8255F75-0957-2A4F-B423-3E916FB399E4}"/>
                  </a:ext>
                </a:extLst>
              </p:cNvPr>
              <p:cNvSpPr txBox="1"/>
              <p:nvPr/>
            </p:nvSpPr>
            <p:spPr>
              <a:xfrm>
                <a:off x="4445783" y="3815015"/>
                <a:ext cx="522225" cy="45132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 defTabSz="758952" rtl="0">
                  <a:spcAft>
                    <a:spcPts val="600"/>
                  </a:spcAft>
                  <a:defRPr/>
                </a:pPr>
                <a:r>
                  <a:rPr lang="en-US" sz="1660" b="1" kern="1200">
                    <a:solidFill>
                      <a:srgbClr val="005797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05</a:t>
                </a: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Outcome 4 heading">
                <a:extLst>
                  <a:ext uri="{FF2B5EF4-FFF2-40B4-BE49-F238E27FC236}">
                    <a16:creationId xmlns:a16="http://schemas.microsoft.com/office/drawing/2014/main" id="{8CC5FB86-E196-8F25-412D-1611ED911DED}"/>
                  </a:ext>
                </a:extLst>
              </p:cNvPr>
              <p:cNvSpPr txBox="1"/>
              <p:nvPr/>
            </p:nvSpPr>
            <p:spPr>
              <a:xfrm>
                <a:off x="3676642" y="4221893"/>
                <a:ext cx="1972186" cy="141690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 defTabSz="758952" rtl="0">
                  <a:spcAft>
                    <a:spcPts val="600"/>
                  </a:spcAft>
                  <a:defRPr/>
                </a:pPr>
                <a:r>
                  <a:rPr lang="en-US" sz="1494" b="1" kern="1200">
                    <a:solidFill>
                      <a:srgbClr val="0F172A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AI Scaffolding Learning</a:t>
                </a:r>
              </a:p>
              <a:p>
                <a:pPr algn="ctr" defTabSz="758952" rtl="0">
                  <a:lnSpc>
                    <a:spcPct val="96000"/>
                  </a:lnSpc>
                  <a:spcAft>
                    <a:spcPts val="600"/>
                  </a:spcAft>
                  <a:defRPr/>
                </a:pPr>
                <a:r>
                  <a:rPr lang="en-US" sz="1162" kern="1200">
                    <a:solidFill>
                      <a:srgbClr val="0F172A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  <a:sym typeface="Helvetica"/>
                  </a:rPr>
                  <a:t>Learning with AI intelligent tutoring system</a:t>
                </a: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F172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8636000" y="0"/>
            <a:ext cx="3556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Image 1" descr="MEST — National Microelectronics Security Training Center logo"/>
          <p:cNvPicPr>
            <a:picLocks noChangeAspect="1"/>
          </p:cNvPicPr>
          <p:nvPr/>
        </p:nvPicPr>
        <p:blipFill>
          <a:blip r:embed="rId4"/>
          <a:srcRect l="-45" r="-45"/>
          <a:stretch/>
        </p:blipFill>
        <p:spPr>
          <a:xfrm>
            <a:off x="812800" y="609600"/>
            <a:ext cx="952500" cy="920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019300" y="749300"/>
            <a:ext cx="12700" cy="635000"/>
          </a:xfrm>
          <a:prstGeom prst="rect">
            <a:avLst/>
          </a:prstGeom>
          <a:solidFill>
            <a:srgbClr val="D6D2C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" name="Image 2" descr="Florida International University logo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3300" y="698500"/>
            <a:ext cx="996950" cy="7429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2800" y="2362200"/>
            <a:ext cx="73253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50" normalizeH="0" baseline="0" noProof="0" dirty="0">
                <a:ln>
                  <a:noFill/>
                </a:ln>
                <a:solidFill>
                  <a:srgbClr val="A87C2A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PART I · COMPUTER ARCHITECTURE WITH GEM5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>
            <a:spLocks noGrp="1"/>
          </p:cNvSpPr>
          <p:nvPr>
            <p:ph type="title"/>
          </p:nvPr>
        </p:nvSpPr>
        <p:spPr>
          <a:xfrm>
            <a:off x="787400" y="2692400"/>
            <a:ext cx="7586980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0B1F3F"/>
                </a:solidFill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Introduction to gem5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0B1F3F"/>
                </a:solidFill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Simulation Environment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812799" y="4343399"/>
            <a:ext cx="6978261" cy="45719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12800" y="458470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PRESENTED BY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812800" y="4838700"/>
            <a:ext cx="719455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1F3F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Sagor Chandro Bakchy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12800" y="5245100"/>
            <a:ext cx="71945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PhD Student, Florida International University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4" name="Image 3" descr="SeRLoP Research logo"/>
          <p:cNvPicPr>
            <a:picLocks noChangeAspect="1"/>
          </p:cNvPicPr>
          <p:nvPr/>
        </p:nvPicPr>
        <p:blipFill>
          <a:blip r:embed="rId6"/>
          <a:srcRect l="-811" r="-811"/>
          <a:stretch/>
        </p:blipFill>
        <p:spPr>
          <a:xfrm>
            <a:off x="812800" y="6235700"/>
            <a:ext cx="1555750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9C02F-A462-55C5-4B4E-41D80B83B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AD03496-ACE9-E121-0509-22CA1E483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2AB88C-3745-C2CB-42F9-105DCCF5D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B1959801-9883-6CFA-C9CF-10E627F1B7FA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002060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Outlines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2F249A2-DAAE-83D2-AE4F-7177D7DE2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124" y="6506673"/>
            <a:ext cx="1986954" cy="291617"/>
          </a:xfrm>
          <a:prstGeom prst="rect">
            <a:avLst/>
          </a:prstGeom>
        </p:spPr>
      </p:pic>
      <p:sp>
        <p:nvSpPr>
          <p:cNvPr id="26" name="Arrow: Notched Right 25">
            <a:extLst>
              <a:ext uri="{FF2B5EF4-FFF2-40B4-BE49-F238E27FC236}">
                <a16:creationId xmlns:a16="http://schemas.microsoft.com/office/drawing/2014/main" id="{27FD469C-DBFF-E935-D942-A7CF5F00D4D4}"/>
              </a:ext>
            </a:extLst>
          </p:cNvPr>
          <p:cNvSpPr/>
          <p:nvPr/>
        </p:nvSpPr>
        <p:spPr>
          <a:xfrm>
            <a:off x="3782048" y="1424203"/>
            <a:ext cx="8020337" cy="541067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accent6">
              <a:lumMod val="20000"/>
              <a:lumOff val="80000"/>
            </a:schemeClr>
          </a:solidFill>
          <a:ln w="635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gem5 simulator and capabilities</a:t>
            </a:r>
          </a:p>
        </p:txBody>
      </p:sp>
      <p:sp>
        <p:nvSpPr>
          <p:cNvPr id="28" name="Arrow: Notched Right 27">
            <a:extLst>
              <a:ext uri="{FF2B5EF4-FFF2-40B4-BE49-F238E27FC236}">
                <a16:creationId xmlns:a16="http://schemas.microsoft.com/office/drawing/2014/main" id="{AE708945-B690-C55A-9053-45DF471E8CCC}"/>
              </a:ext>
            </a:extLst>
          </p:cNvPr>
          <p:cNvSpPr/>
          <p:nvPr/>
        </p:nvSpPr>
        <p:spPr>
          <a:xfrm>
            <a:off x="3782048" y="2194765"/>
            <a:ext cx="8020337" cy="541067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of Gem5 in local device</a:t>
            </a:r>
          </a:p>
        </p:txBody>
      </p:sp>
      <p:sp>
        <p:nvSpPr>
          <p:cNvPr id="31" name="Arrow: Notched Right 30">
            <a:extLst>
              <a:ext uri="{FF2B5EF4-FFF2-40B4-BE49-F238E27FC236}">
                <a16:creationId xmlns:a16="http://schemas.microsoft.com/office/drawing/2014/main" id="{1F2383B8-F361-4D6A-7F37-713E96D10A98}"/>
              </a:ext>
            </a:extLst>
          </p:cNvPr>
          <p:cNvSpPr/>
          <p:nvPr/>
        </p:nvSpPr>
        <p:spPr>
          <a:xfrm>
            <a:off x="3782048" y="2965804"/>
            <a:ext cx="8020337" cy="541067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accent6">
              <a:lumMod val="20000"/>
              <a:lumOff val="80000"/>
            </a:schemeClr>
          </a:solidFill>
          <a:ln w="635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modes and configuration workflow</a:t>
            </a:r>
          </a:p>
        </p:txBody>
      </p:sp>
      <p:sp>
        <p:nvSpPr>
          <p:cNvPr id="34" name="Arrow: Notched Right 33">
            <a:extLst>
              <a:ext uri="{FF2B5EF4-FFF2-40B4-BE49-F238E27FC236}">
                <a16:creationId xmlns:a16="http://schemas.microsoft.com/office/drawing/2014/main" id="{5182E81D-BAFF-77FD-8DEE-76C640268BB3}"/>
              </a:ext>
            </a:extLst>
          </p:cNvPr>
          <p:cNvSpPr/>
          <p:nvPr/>
        </p:nvSpPr>
        <p:spPr>
          <a:xfrm>
            <a:off x="3782048" y="3798172"/>
            <a:ext cx="8020337" cy="541067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635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benchmarks and collecting statistics</a:t>
            </a:r>
          </a:p>
        </p:txBody>
      </p:sp>
      <p:sp>
        <p:nvSpPr>
          <p:cNvPr id="36" name="Arrow: Notched Right 35">
            <a:extLst>
              <a:ext uri="{FF2B5EF4-FFF2-40B4-BE49-F238E27FC236}">
                <a16:creationId xmlns:a16="http://schemas.microsoft.com/office/drawing/2014/main" id="{24A0CD01-CE22-B9B8-F4BB-8012A639750D}"/>
              </a:ext>
            </a:extLst>
          </p:cNvPr>
          <p:cNvSpPr/>
          <p:nvPr/>
        </p:nvSpPr>
        <p:spPr>
          <a:xfrm>
            <a:off x="3782048" y="4630540"/>
            <a:ext cx="8020337" cy="841256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accent6">
              <a:lumMod val="20000"/>
              <a:lumOff val="80000"/>
            </a:schemeClr>
          </a:solidFill>
          <a:ln w="635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simulation outputs (CPI, cache stats,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time) </a:t>
            </a:r>
          </a:p>
        </p:txBody>
      </p:sp>
    </p:spTree>
    <p:extLst>
      <p:ext uri="{BB962C8B-B14F-4D97-AF65-F5344CB8AC3E}">
        <p14:creationId xmlns:p14="http://schemas.microsoft.com/office/powerpoint/2010/main" val="2923001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24E932-99D4-2048-490C-7B8661946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7CAE870-BF75-D28A-EC7E-7B66354EE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08D6DB-9510-DF68-D5B6-EAF479AD1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5FFEAC12-CB93-6419-8CB0-F1E9B9D390F3}"/>
              </a:ext>
            </a:extLst>
          </p:cNvPr>
          <p:cNvSpPr txBox="1"/>
          <p:nvPr/>
        </p:nvSpPr>
        <p:spPr>
          <a:xfrm>
            <a:off x="101600" y="2783840"/>
            <a:ext cx="1757680" cy="1857558"/>
          </a:xfrm>
          <a:prstGeom prst="ellipse">
            <a:avLst/>
          </a:prstGeom>
          <a:solidFill>
            <a:srgbClr val="002060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Example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1EB99EC-F71D-F7A7-6F9F-B5DB5F8FB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5124" y="6506673"/>
            <a:ext cx="1986954" cy="291617"/>
          </a:xfrm>
          <a:prstGeom prst="rect">
            <a:avLst/>
          </a:prstGeom>
        </p:spPr>
      </p:pic>
      <p:pic>
        <p:nvPicPr>
          <p:cNvPr id="2" name="gem5-vs-real-hardware">
            <a:hlinkClick r:id="" action="ppaction://media"/>
            <a:extLst>
              <a:ext uri="{FF2B5EF4-FFF2-40B4-BE49-F238E27FC236}">
                <a16:creationId xmlns:a16="http://schemas.microsoft.com/office/drawing/2014/main" id="{1346CD4F-C618-C69F-D053-8F594589716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013557" y="0"/>
            <a:ext cx="101784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5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6C1C3-838C-10B8-74B3-35684E602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011E0A-4E3D-D849-002B-91C651A0375A}"/>
              </a:ext>
            </a:extLst>
          </p:cNvPr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1E3C146-9CD6-6B59-8CAA-1CBC60F86B7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8636000" y="0"/>
            <a:ext cx="3556000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63177C0D-E7DD-96C2-890A-296A9F64B8B0}"/>
              </a:ext>
            </a:extLst>
          </p:cNvPr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DECE2854-CFA0-379C-1643-945FB5736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27" y="94059"/>
            <a:ext cx="7586980" cy="598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0B1F3F"/>
                </a:solidFill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Accessing the Online Tool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FB060B9-07E8-9DB9-DB88-7CFF261F9412}"/>
              </a:ext>
            </a:extLst>
          </p:cNvPr>
          <p:cNvSpPr/>
          <p:nvPr/>
        </p:nvSpPr>
        <p:spPr>
          <a:xfrm>
            <a:off x="581246" y="1111638"/>
            <a:ext cx="7194550" cy="2317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R="0" lvl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1. Click the following link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 tooltip="https://urldefense.com/v3/__https://nanohub.org/tools/scaleup/status__;!!FjuHKAHQs5udqho!PMAJpqeMhVdsJ8z3VCY-4LPr9IBcV1Ph7diqO7hWF61KKB3FHY3kJrePtljZCLHY-0uW4XK6cjGWaGD4bmDZlw$"/>
              </a:rPr>
              <a:t>https://nanohub.org/tools/scaleup/status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Login into your </a:t>
            </a:r>
            <a:r>
              <a:rPr lang="en-US" sz="16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nanoHub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account using your credentials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4" name="Image 3" descr="SeRLoP Research logo">
            <a:extLst>
              <a:ext uri="{FF2B5EF4-FFF2-40B4-BE49-F238E27FC236}">
                <a16:creationId xmlns:a16="http://schemas.microsoft.com/office/drawing/2014/main" id="{5AC6D814-14C8-26F1-DC29-FF493583DF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11" r="-811"/>
          <a:stretch/>
        </p:blipFill>
        <p:spPr>
          <a:xfrm>
            <a:off x="812800" y="6235700"/>
            <a:ext cx="1555750" cy="165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24949B-66D1-02A3-9C6D-5133BA5644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465" y="2278841"/>
            <a:ext cx="7707086" cy="357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22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D049A-258B-19E3-33CD-7C98986E5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58DF95-50C1-9D3A-5D27-01E137FD6D4C}"/>
              </a:ext>
            </a:extLst>
          </p:cNvPr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227477D-2EA6-6028-7C39-4EDBE3C1D66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8636000" y="0"/>
            <a:ext cx="3556000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8602D586-23C5-32D9-3E0C-770A8990E15F}"/>
              </a:ext>
            </a:extLst>
          </p:cNvPr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383021C-9689-DFCD-23B3-CED2AADE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27" y="94059"/>
            <a:ext cx="7586980" cy="598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0B1F3F"/>
                </a:solidFill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Accessing the Online Tool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1B1928B-DD84-750C-F376-671F0B752637}"/>
              </a:ext>
            </a:extLst>
          </p:cNvPr>
          <p:cNvSpPr/>
          <p:nvPr/>
        </p:nvSpPr>
        <p:spPr>
          <a:xfrm>
            <a:off x="581246" y="1111638"/>
            <a:ext cx="7194550" cy="2317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R="0" lvl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500" kern="1200" dirty="0">
                <a:solidFill>
                  <a:schemeClr val="tx1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3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. After login successfully you will be redirected to the SCALE-UP status page</a:t>
            </a:r>
          </a:p>
          <a:p>
            <a:pPr marR="0" lvl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hlinkClick r:id="rId4"/>
              </a:rPr>
              <a:t>https://nanohub.org/tools/scaleup/status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IBM Plex Sans" pitchFamily="34" charset="-122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500" kern="1200" dirty="0">
                <a:solidFill>
                  <a:schemeClr val="tx1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4. Now click on the </a:t>
            </a:r>
            <a:r>
              <a:rPr lang="en-US" sz="1500" kern="1200" dirty="0">
                <a:solidFill>
                  <a:srgbClr val="FF0000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“Launch Tool” </a:t>
            </a:r>
            <a:r>
              <a:rPr lang="en-US" sz="1500" kern="1200" dirty="0">
                <a:solidFill>
                  <a:schemeClr val="tx1"/>
                </a:solidFill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button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IBM Plex Sans" pitchFamily="34" charset="-122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4" name="Image 3" descr="SeRLoP Research logo">
            <a:extLst>
              <a:ext uri="{FF2B5EF4-FFF2-40B4-BE49-F238E27FC236}">
                <a16:creationId xmlns:a16="http://schemas.microsoft.com/office/drawing/2014/main" id="{A2C66BE6-60B4-5740-D1F5-291AB7A0F5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11" r="-811"/>
          <a:stretch/>
        </p:blipFill>
        <p:spPr>
          <a:xfrm>
            <a:off x="812800" y="6235700"/>
            <a:ext cx="1555750" cy="165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ECC51E-BE01-C1A1-34F1-404718A30B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812" y="2104026"/>
            <a:ext cx="7856376" cy="369808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FD7163-7E3A-B08A-03F4-6665FF24D73C}"/>
              </a:ext>
            </a:extLst>
          </p:cNvPr>
          <p:cNvCxnSpPr>
            <a:cxnSpLocks/>
          </p:cNvCxnSpPr>
          <p:nvPr/>
        </p:nvCxnSpPr>
        <p:spPr>
          <a:xfrm flipV="1">
            <a:off x="4252685" y="4747725"/>
            <a:ext cx="914400" cy="91440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838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70C55-93B8-DA82-48D2-ABE21A19F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A6D85C-FE8D-9FC2-F2C3-17AE951C2B71}"/>
              </a:ext>
            </a:extLst>
          </p:cNvPr>
          <p:cNvSpPr/>
          <p:nvPr/>
        </p:nvSpPr>
        <p:spPr>
          <a:xfrm>
            <a:off x="10375642" y="0"/>
            <a:ext cx="1816358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C6F6812-4DB0-ADD3-06D7-101B99DEBF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10459616" y="0"/>
            <a:ext cx="1732384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7844C8FF-93C7-B35C-EA3C-77012E8C8615}"/>
              </a:ext>
            </a:extLst>
          </p:cNvPr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A005145-06C0-27D5-D7EA-320781E8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27" y="94059"/>
            <a:ext cx="7586980" cy="598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0B1F3F"/>
                </a:solidFill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Accessing the Online Tool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7A3DF0C-1705-A926-877E-845F3DE2C824}"/>
              </a:ext>
            </a:extLst>
          </p:cNvPr>
          <p:cNvSpPr/>
          <p:nvPr/>
        </p:nvSpPr>
        <p:spPr>
          <a:xfrm>
            <a:off x="321142" y="1242267"/>
            <a:ext cx="3317797" cy="3734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R="0" lvl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5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Here you can see the S</a:t>
            </a:r>
            <a:r>
              <a:rPr lang="en-US" sz="15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CALE-UP tool</a:t>
            </a:r>
            <a:r>
              <a:rPr lang="en-US" sz="1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R="0" lvl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5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 You will have 3 boxes and 3 buttons</a:t>
            </a:r>
          </a:p>
          <a:p>
            <a:pPr marR="0" lvl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500" b="0" i="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 In the first box you will write your code or upload from your computer</a:t>
            </a:r>
            <a:endParaRPr lang="en-US" sz="1500" kern="120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 First button will execute the code and show the output, second button shows the RegEx feedback and the third button shows the AI feedback </a:t>
            </a:r>
          </a:p>
          <a:p>
            <a:pPr marR="0" lvl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500" kern="12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9. In the exercise field you can type the problem number (currently your name)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4" name="Image 3" descr="SeRLoP Research logo">
            <a:extLst>
              <a:ext uri="{FF2B5EF4-FFF2-40B4-BE49-F238E27FC236}">
                <a16:creationId xmlns:a16="http://schemas.microsoft.com/office/drawing/2014/main" id="{D9363585-37E0-7800-68FB-8050F8B19D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11" r="-811"/>
          <a:stretch/>
        </p:blipFill>
        <p:spPr>
          <a:xfrm>
            <a:off x="124927" y="6598841"/>
            <a:ext cx="1555750" cy="165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F8F61C-EC33-F9E6-3D2A-37A4522E7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2227" y="1150911"/>
            <a:ext cx="6531428" cy="382593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38A0CE-7ADC-A811-93B8-5CF978A5E765}"/>
              </a:ext>
            </a:extLst>
          </p:cNvPr>
          <p:cNvCxnSpPr/>
          <p:nvPr/>
        </p:nvCxnSpPr>
        <p:spPr>
          <a:xfrm flipV="1">
            <a:off x="4637314" y="2233008"/>
            <a:ext cx="419877" cy="783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0194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900984-1DA8-1008-E37A-39AF9A739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8FB85E-0966-2DB5-07AF-A12FAB8BB41E}"/>
              </a:ext>
            </a:extLst>
          </p:cNvPr>
          <p:cNvSpPr/>
          <p:nvPr/>
        </p:nvSpPr>
        <p:spPr>
          <a:xfrm>
            <a:off x="10375642" y="0"/>
            <a:ext cx="1816358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3CD059C-318A-2547-4791-0C5A00D079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10459616" y="0"/>
            <a:ext cx="1732384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AC4EB9F9-578C-3339-6E54-8008445221B9}"/>
              </a:ext>
            </a:extLst>
          </p:cNvPr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11D9B96-8897-D754-9C7C-0BD840B0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27" y="94059"/>
            <a:ext cx="7586980" cy="598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0B1F3F"/>
                </a:solidFill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Accessing the Online Tool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D277A97-521C-5BDA-735E-AA4616BB3FDB}"/>
              </a:ext>
            </a:extLst>
          </p:cNvPr>
          <p:cNvSpPr/>
          <p:nvPr/>
        </p:nvSpPr>
        <p:spPr>
          <a:xfrm>
            <a:off x="287694" y="996034"/>
            <a:ext cx="9961193" cy="446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R="0" lvl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5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5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One example code execution and corresponding output (Tool currently deals data hazard problem thus shows no hazard found)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4" name="Image 3" descr="SeRLoP Research logo">
            <a:extLst>
              <a:ext uri="{FF2B5EF4-FFF2-40B4-BE49-F238E27FC236}">
                <a16:creationId xmlns:a16="http://schemas.microsoft.com/office/drawing/2014/main" id="{95C3363C-749A-E32B-1CDB-CD58109CBD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11" r="-811"/>
          <a:stretch/>
        </p:blipFill>
        <p:spPr>
          <a:xfrm>
            <a:off x="124927" y="6598841"/>
            <a:ext cx="1555750" cy="1651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AC096F-065F-3E4A-5A6A-FEBA7213CDF0}"/>
              </a:ext>
            </a:extLst>
          </p:cNvPr>
          <p:cNvCxnSpPr/>
          <p:nvPr/>
        </p:nvCxnSpPr>
        <p:spPr>
          <a:xfrm flipV="1">
            <a:off x="4637314" y="2233008"/>
            <a:ext cx="419877" cy="783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09E07ED-A55F-FE21-AE75-CB585FA5DE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94" y="1492655"/>
            <a:ext cx="9836020" cy="4477406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3617FEA0-288C-56CB-12DD-F06C8DF7D2E6}"/>
              </a:ext>
            </a:extLst>
          </p:cNvPr>
          <p:cNvSpPr/>
          <p:nvPr/>
        </p:nvSpPr>
        <p:spPr>
          <a:xfrm>
            <a:off x="287694" y="6152794"/>
            <a:ext cx="9961193" cy="446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R="0" lvl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5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https://drive.google.com/drive/folders/1quXM6t_31YEW_iLtmLaocz7PHEZ2zkT3?usp=sharing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85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533E-F175-6416-56CF-1352F328C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37270" cy="845127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Gem5 simulator?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47781-D4CA-1CF8-B1BE-4BE4630E671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851820B-390F-E128-FD3D-5CAB864653E2}"/>
              </a:ext>
            </a:extLst>
          </p:cNvPr>
          <p:cNvSpPr/>
          <p:nvPr/>
        </p:nvSpPr>
        <p:spPr>
          <a:xfrm>
            <a:off x="1083796" y="1993668"/>
            <a:ext cx="9317272" cy="93075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9525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584200" rtl="0" latinLnBrk="1" hangingPunct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Gem5: A full-system architecture simulator for computer architecture </a:t>
            </a:r>
          </a:p>
          <a:p>
            <a:pPr algn="ctr" defTabSz="584200" rtl="0" latinLnBrk="1" hangingPunct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study/research</a:t>
            </a:r>
          </a:p>
        </p:txBody>
      </p:sp>
      <p:pic>
        <p:nvPicPr>
          <p:cNvPr id="1026" name="Picture 2" descr="gem5: The gem5 simulator system">
            <a:extLst>
              <a:ext uri="{FF2B5EF4-FFF2-40B4-BE49-F238E27FC236}">
                <a16:creationId xmlns:a16="http://schemas.microsoft.com/office/drawing/2014/main" id="{E49EFA01-51E4-F664-815E-8F03987C6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603" y="1067280"/>
            <a:ext cx="1965769" cy="78506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3BE6B10-2AE5-CC80-1D2F-65D1F14099E3}"/>
              </a:ext>
            </a:extLst>
          </p:cNvPr>
          <p:cNvSpPr/>
          <p:nvPr/>
        </p:nvSpPr>
        <p:spPr>
          <a:xfrm>
            <a:off x="1083796" y="3133398"/>
            <a:ext cx="2834640" cy="1879124"/>
          </a:xfrm>
          <a:prstGeom prst="roundRect">
            <a:avLst>
              <a:gd name="adj" fmla="val 6025"/>
            </a:avLst>
          </a:prstGeom>
          <a:solidFill>
            <a:schemeClr val="accent1">
              <a:lumMod val="20000"/>
              <a:lumOff val="80000"/>
            </a:schemeClr>
          </a:solidFill>
          <a:ln w="9525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sym typeface="Helvetica"/>
              </a:rPr>
              <a:t>Full-System Simulator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171450" marR="0" lvl="0" indent="-1714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sym typeface="Helvetica"/>
              </a:rPr>
              <a:t>Simulates a complete computer system </a:t>
            </a:r>
          </a:p>
          <a:p>
            <a:pPr marL="171450" marR="0" lvl="0" indent="-1714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sym typeface="Helvetica"/>
              </a:rPr>
              <a:t>CPU, memory, caches, I/O devices, and OS interactions in a single environment.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5C821DA-CB5F-3A7C-7197-13CAD0700BC5}"/>
              </a:ext>
            </a:extLst>
          </p:cNvPr>
          <p:cNvSpPr/>
          <p:nvPr/>
        </p:nvSpPr>
        <p:spPr>
          <a:xfrm>
            <a:off x="4331397" y="3133398"/>
            <a:ext cx="2834640" cy="1879124"/>
          </a:xfrm>
          <a:prstGeom prst="roundRect">
            <a:avLst>
              <a:gd name="adj" fmla="val 6025"/>
            </a:avLst>
          </a:prstGeom>
          <a:solidFill>
            <a:schemeClr val="accent1">
              <a:lumMod val="20000"/>
              <a:lumOff val="80000"/>
            </a:schemeClr>
          </a:solidFill>
          <a:ln w="9525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</a:rPr>
              <a:t>🏗 </a:t>
            </a:r>
            <a:endParaRPr lang="en-US" sz="2800" dirty="0"/>
          </a:p>
          <a:p>
            <a:r>
              <a:rPr lang="en-US" sz="1400" b="1" dirty="0">
                <a:solidFill>
                  <a:srgbClr val="0A25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Modular Architecture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Highly modular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Researchers work on CPU models, memory systems, and ISAs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2A71DC5-8F5C-56F7-1F82-A9467820BDA9}"/>
              </a:ext>
            </a:extLst>
          </p:cNvPr>
          <p:cNvSpPr/>
          <p:nvPr/>
        </p:nvSpPr>
        <p:spPr>
          <a:xfrm>
            <a:off x="7566428" y="3133398"/>
            <a:ext cx="2834640" cy="1879124"/>
          </a:xfrm>
          <a:prstGeom prst="roundRect">
            <a:avLst>
              <a:gd name="adj" fmla="val 6025"/>
            </a:avLst>
          </a:prstGeom>
          <a:solidFill>
            <a:schemeClr val="accent1">
              <a:lumMod val="20000"/>
              <a:lumOff val="80000"/>
            </a:schemeClr>
          </a:solidFill>
          <a:ln w="9525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</a:rPr>
              <a:t>📖 </a:t>
            </a:r>
            <a:endParaRPr lang="en-US" sz="2800" dirty="0"/>
          </a:p>
          <a:p>
            <a:r>
              <a:rPr lang="en-US" sz="1400" b="1" dirty="0">
                <a:solidFill>
                  <a:srgbClr val="0A25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Open Source &amp; Research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Developed by researchers worldwide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Supports ARM, x86, RISC-V, MIPS, SPARC, POWER and more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08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FD20-4AB6-4B3E-60B0-1FE93C08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need gem5 simulator over a real computer system?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3F26F-1066-B4E9-E6C2-0570FDC8D04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1CE6CCE-2204-519A-1C37-816CAFC9B908}"/>
              </a:ext>
            </a:extLst>
          </p:cNvPr>
          <p:cNvSpPr/>
          <p:nvPr/>
        </p:nvSpPr>
        <p:spPr>
          <a:xfrm>
            <a:off x="6910135" y="1305628"/>
            <a:ext cx="3441070" cy="1435735"/>
          </a:xfrm>
          <a:prstGeom prst="roundRect">
            <a:avLst>
              <a:gd name="adj" fmla="val 6025"/>
            </a:avLst>
          </a:prstGeom>
          <a:solidFill>
            <a:schemeClr val="accent1">
              <a:lumMod val="20000"/>
              <a:lumOff val="80000"/>
            </a:schemeClr>
          </a:solidFill>
          <a:ln w="9525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A2540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sym typeface="Helvetica"/>
              </a:rPr>
              <a:t>Real Computer System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171450" marR="0" lvl="0" indent="-1714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sym typeface="Helvetica"/>
              </a:rPr>
              <a:t>Cache sizes are fixed hardware</a:t>
            </a:r>
          </a:p>
          <a:p>
            <a:pPr marL="171450" marR="0" lvl="0" indent="-1714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Memory types not adjustable</a:t>
            </a:r>
          </a:p>
          <a:p>
            <a:pPr marL="171450" marR="0" lvl="0" indent="-1714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sym typeface="Helvetica"/>
              </a:rPr>
              <a:t>CPU speed can’t be changed</a:t>
            </a:r>
          </a:p>
          <a:p>
            <a:pPr marL="171450" marR="0" lvl="0" indent="-1714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 architecture in individual computer</a:t>
            </a:r>
          </a:p>
          <a:p>
            <a:pPr marL="171450" marR="0" lvl="0" indent="-1714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Less controllable and observable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29811C-58BB-9D45-45DD-2221D6D6F223}"/>
              </a:ext>
            </a:extLst>
          </p:cNvPr>
          <p:cNvSpPr/>
          <p:nvPr/>
        </p:nvSpPr>
        <p:spPr>
          <a:xfrm>
            <a:off x="6910135" y="4418897"/>
            <a:ext cx="3441071" cy="1214041"/>
          </a:xfrm>
          <a:prstGeom prst="roundRect">
            <a:avLst>
              <a:gd name="adj" fmla="val 6025"/>
            </a:avLst>
          </a:prstGeom>
          <a:solidFill>
            <a:schemeClr val="accent1">
              <a:lumMod val="20000"/>
              <a:lumOff val="80000"/>
            </a:schemeClr>
          </a:solidFill>
          <a:ln w="9525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 5 provides full customizable system</a:t>
            </a:r>
          </a:p>
          <a:p>
            <a:pPr marL="112713" lvl="1" indent="-112713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sizes (L1/L2/L3) </a:t>
            </a:r>
          </a:p>
          <a:p>
            <a:pPr marL="112713" lvl="1" indent="-112713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hierarchy timing </a:t>
            </a:r>
          </a:p>
          <a:p>
            <a:pPr marL="112713" lvl="1" indent="-112713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set variations</a:t>
            </a:r>
          </a:p>
          <a:p>
            <a:pPr marL="112713" lvl="1" indent="-112713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types/speed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70FD25-E799-C0E9-5A4C-496616ED0545}"/>
              </a:ext>
            </a:extLst>
          </p:cNvPr>
          <p:cNvSpPr/>
          <p:nvPr/>
        </p:nvSpPr>
        <p:spPr>
          <a:xfrm>
            <a:off x="6910135" y="2999684"/>
            <a:ext cx="3441071" cy="1214041"/>
          </a:xfrm>
          <a:prstGeom prst="roundRect">
            <a:avLst>
              <a:gd name="adj" fmla="val 6025"/>
            </a:avLst>
          </a:prstGeom>
          <a:solidFill>
            <a:schemeClr val="accent1">
              <a:lumMod val="20000"/>
              <a:lumOff val="80000"/>
            </a:schemeClr>
          </a:solidFill>
          <a:ln w="9525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Visibility of internal signals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stalls cycle-by-cycle 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cache line movements </a:t>
            </a:r>
          </a:p>
          <a:p>
            <a:pPr marL="112713" indent="-112713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Microarchitectural events at instruction level</a:t>
            </a:r>
          </a:p>
        </p:txBody>
      </p:sp>
      <p:pic>
        <p:nvPicPr>
          <p:cNvPr id="2050" name="Picture 2" descr="Computer Repair Logo Stock Illustrations – 10,712 Computer Repair Logo  Stock Illustrations, Vectors &amp; Clipart - Dreamstime">
            <a:extLst>
              <a:ext uri="{FF2B5EF4-FFF2-40B4-BE49-F238E27FC236}">
                <a16:creationId xmlns:a16="http://schemas.microsoft.com/office/drawing/2014/main" id="{F681D483-F9AA-FC4C-8D0B-FEDEA7ABA7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2" t="21770" r="16854" b="22270"/>
          <a:stretch>
            <a:fillRect/>
          </a:stretch>
        </p:blipFill>
        <p:spPr bwMode="auto">
          <a:xfrm>
            <a:off x="812578" y="1182461"/>
            <a:ext cx="2166004" cy="1750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B55B5E-00C5-D09A-739A-72D2B5A5CD0F}"/>
              </a:ext>
            </a:extLst>
          </p:cNvPr>
          <p:cNvCxnSpPr>
            <a:cxnSpLocks/>
          </p:cNvCxnSpPr>
          <p:nvPr/>
        </p:nvCxnSpPr>
        <p:spPr>
          <a:xfrm>
            <a:off x="2824611" y="1978461"/>
            <a:ext cx="814135" cy="942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6438B3-0CFA-055E-6FDE-8C1C6642E2EB}"/>
              </a:ext>
            </a:extLst>
          </p:cNvPr>
          <p:cNvSpPr/>
          <p:nvPr/>
        </p:nvSpPr>
        <p:spPr>
          <a:xfrm>
            <a:off x="3704734" y="1630927"/>
            <a:ext cx="2545237" cy="785138"/>
          </a:xfrm>
          <a:prstGeom prst="roundRect">
            <a:avLst>
              <a:gd name="adj" fmla="val 9028"/>
            </a:avLst>
          </a:prstGeom>
          <a:solidFill>
            <a:schemeClr val="tx2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69863" marR="0" indent="-169863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Acts as a black box</a:t>
            </a:r>
          </a:p>
          <a:p>
            <a:pPr marL="169863" marR="0" indent="-169863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User sometimes have no ideas of original hardware impacts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8F9C0E-4E67-80F5-0C71-38D671F1A724}"/>
              </a:ext>
            </a:extLst>
          </p:cNvPr>
          <p:cNvCxnSpPr>
            <a:cxnSpLocks/>
          </p:cNvCxnSpPr>
          <p:nvPr/>
        </p:nvCxnSpPr>
        <p:spPr>
          <a:xfrm flipV="1">
            <a:off x="6249971" y="1978461"/>
            <a:ext cx="660164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9" name="Picture 2" descr="gem5: The gem5 simulator system">
            <a:extLst>
              <a:ext uri="{FF2B5EF4-FFF2-40B4-BE49-F238E27FC236}">
                <a16:creationId xmlns:a16="http://schemas.microsoft.com/office/drawing/2014/main" id="{6C65397B-EB7D-8FB5-83A0-638BA5522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578" y="3697475"/>
            <a:ext cx="1965769" cy="12140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D88735-0EC1-16E4-FF86-74361BCB581F}"/>
              </a:ext>
            </a:extLst>
          </p:cNvPr>
          <p:cNvCxnSpPr>
            <a:cxnSpLocks/>
          </p:cNvCxnSpPr>
          <p:nvPr/>
        </p:nvCxnSpPr>
        <p:spPr>
          <a:xfrm flipV="1">
            <a:off x="2824611" y="4383288"/>
            <a:ext cx="660164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69BBC4A-42F4-97E5-2B5C-0E25E54B9D56}"/>
              </a:ext>
            </a:extLst>
          </p:cNvPr>
          <p:cNvSpPr/>
          <p:nvPr/>
        </p:nvSpPr>
        <p:spPr>
          <a:xfrm>
            <a:off x="3550763" y="4026328"/>
            <a:ext cx="2545237" cy="785138"/>
          </a:xfrm>
          <a:prstGeom prst="roundRect">
            <a:avLst>
              <a:gd name="adj" fmla="val 9028"/>
            </a:avLst>
          </a:prstGeom>
          <a:solidFill>
            <a:schemeClr val="tx2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69863" marR="0" indent="-169863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Fully controllable</a:t>
            </a:r>
          </a:p>
          <a:p>
            <a:pPr marL="169863" marR="0" indent="-169863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4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CPU, RAM, cache and more are customizable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CA7DA4D-4345-DB98-5A2E-27F36D04D4FD}"/>
              </a:ext>
            </a:extLst>
          </p:cNvPr>
          <p:cNvCxnSpPr>
            <a:cxnSpLocks/>
          </p:cNvCxnSpPr>
          <p:nvPr/>
        </p:nvCxnSpPr>
        <p:spPr>
          <a:xfrm>
            <a:off x="6542202" y="3516023"/>
            <a:ext cx="367933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0CE528-8A6F-6BFB-FCF0-738641BC31E6}"/>
              </a:ext>
            </a:extLst>
          </p:cNvPr>
          <p:cNvCxnSpPr>
            <a:cxnSpLocks/>
          </p:cNvCxnSpPr>
          <p:nvPr/>
        </p:nvCxnSpPr>
        <p:spPr>
          <a:xfrm>
            <a:off x="6542202" y="5212848"/>
            <a:ext cx="367933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BE8FE4-2D20-367F-3D2C-8B6D4393CDD8}"/>
              </a:ext>
            </a:extLst>
          </p:cNvPr>
          <p:cNvCxnSpPr>
            <a:cxnSpLocks/>
          </p:cNvCxnSpPr>
          <p:nvPr/>
        </p:nvCxnSpPr>
        <p:spPr>
          <a:xfrm>
            <a:off x="6096000" y="4426050"/>
            <a:ext cx="446202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non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9339866-FC69-3F26-E277-B0186AE9F412}"/>
              </a:ext>
            </a:extLst>
          </p:cNvPr>
          <p:cNvCxnSpPr>
            <a:cxnSpLocks/>
          </p:cNvCxnSpPr>
          <p:nvPr/>
        </p:nvCxnSpPr>
        <p:spPr>
          <a:xfrm flipV="1">
            <a:off x="6542202" y="3495675"/>
            <a:ext cx="0" cy="173593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non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36555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4AD90-CE40-5C10-43DC-27F04C95F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198EA-DBD4-8FEB-FD70-1EEDF50D5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 installation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129E3-99E0-9EF5-AAD4-054B89A53E9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C69605D3-99E0-0AE0-9826-B7728347CD88}"/>
              </a:ext>
            </a:extLst>
          </p:cNvPr>
          <p:cNvSpPr/>
          <p:nvPr/>
        </p:nvSpPr>
        <p:spPr>
          <a:xfrm>
            <a:off x="533558" y="1047414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Requires </a:t>
            </a:r>
            <a:r>
              <a:rPr kumimoji="0" lang="en-US" sz="2800" b="0" i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“Linux”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 environment (OS)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DE367-4DE3-D211-FB9D-38B45FC710E2}"/>
              </a:ext>
            </a:extLst>
          </p:cNvPr>
          <p:cNvSpPr txBox="1"/>
          <p:nvPr/>
        </p:nvSpPr>
        <p:spPr>
          <a:xfrm>
            <a:off x="1205815" y="1571860"/>
            <a:ext cx="9780370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Officially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 has been designed with a Linux environment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Ubuntu 22.04, Ubuntu 24.04  or latest to ensure gem5 functions well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ny Linux based OS should function if the correct dependencies are installed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0AB8E611-867D-E335-156B-91827DD2806B}"/>
              </a:ext>
            </a:extLst>
          </p:cNvPr>
          <p:cNvSpPr/>
          <p:nvPr/>
        </p:nvSpPr>
        <p:spPr>
          <a:xfrm>
            <a:off x="533558" y="2772005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Necessary dependencies (Gem5 official)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FE4B6-01CC-4213-BAF6-16A4D2F24DE4}"/>
              </a:ext>
            </a:extLst>
          </p:cNvPr>
          <p:cNvSpPr txBox="1"/>
          <p:nvPr/>
        </p:nvSpPr>
        <p:spPr>
          <a:xfrm>
            <a:off x="1270767" y="3598277"/>
            <a:ext cx="10656057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git: gem5 uses git for version control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gcc: gcc is used to compiled gem5. Version &gt;=10 must be used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Clang: Clang also be used, support Clang 7 to Clang 16 (inclusive)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SCons: gem5 uses SCons as its build environment. SCons 3.0 or greater must be used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Python 3.6+: gem5 can be compiled and run in environments using Python 3.6+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protobuf 2.1+ (Optional): The protobuf library is used for trace generation and playback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Boost (Optional): The Boost library is a set of general-purpose C++ libraries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6567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EDFB4-C225-C997-D48D-59F87894A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3F410-8F7C-6AB2-379A-7BC6A3B8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 installation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A518F-BF3F-0F2D-9793-9BFF812F3E9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37807C85-76A3-4292-0890-3588334E5D6B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Installing </a:t>
            </a:r>
            <a:r>
              <a:rPr kumimoji="0" lang="en-US" sz="2800" b="0" i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“Python”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ECADF-C1C6-42A4-3254-0B14DAB3754A}"/>
              </a:ext>
            </a:extLst>
          </p:cNvPr>
          <p:cNvSpPr txBox="1"/>
          <p:nvPr/>
        </p:nvSpPr>
        <p:spPr>
          <a:xfrm>
            <a:off x="1054986" y="1697624"/>
            <a:ext cx="9780370" cy="16414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Open terminal in base directory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Ctrl + Alt + T) or click start and type terminal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Type the following command</a:t>
            </a:r>
          </a:p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apt install python3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the python is installed successfully check the installed version of python using</a:t>
            </a:r>
          </a:p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        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python3  --version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DB39485-E007-753E-68C2-75EBD5903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587" y="3344993"/>
            <a:ext cx="5953956" cy="29521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E19AF6-4245-2125-C2CA-2AAE20CFF00E}"/>
              </a:ext>
            </a:extLst>
          </p:cNvPr>
          <p:cNvSpPr txBox="1"/>
          <p:nvPr/>
        </p:nvSpPr>
        <p:spPr>
          <a:xfrm>
            <a:off x="533558" y="3412157"/>
            <a:ext cx="4873657" cy="305724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“superuser do” Runs command as administrator</a:t>
            </a:r>
          </a:p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(root). Required for system-level changes like installing </a:t>
            </a:r>
          </a:p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software.</a:t>
            </a:r>
          </a:p>
          <a:p>
            <a:pPr marL="171450" marR="0" indent="-171450" algn="just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"Advanced Package Tool" The package manager </a:t>
            </a:r>
          </a:p>
          <a:p>
            <a:pPr marR="0" algn="just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Debian-based Linux systems (Ubuntu, Mint, etc.). It  handles downloading, installing, and managing </a:t>
            </a:r>
          </a:p>
          <a:p>
            <a:pPr marR="0" algn="just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software.</a:t>
            </a:r>
          </a:p>
          <a:p>
            <a:pPr marL="171450" marR="0" indent="-171450" algn="just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subcommand telling apt what action to </a:t>
            </a:r>
          </a:p>
          <a:p>
            <a:pPr marR="0" algn="just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perform. Other subcommands include remove, update, </a:t>
            </a:r>
          </a:p>
          <a:p>
            <a:pPr marR="0" algn="just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upgrade, etc.</a:t>
            </a:r>
          </a:p>
          <a:p>
            <a:pPr marL="171450" marR="0" indent="-171450" algn="just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python3: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of the package to install. This is the </a:t>
            </a:r>
          </a:p>
          <a:p>
            <a:pPr marR="0" algn="just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Python 3 interpreter.</a:t>
            </a:r>
          </a:p>
        </p:txBody>
      </p:sp>
    </p:spTree>
    <p:extLst>
      <p:ext uri="{BB962C8B-B14F-4D97-AF65-F5344CB8AC3E}">
        <p14:creationId xmlns:p14="http://schemas.microsoft.com/office/powerpoint/2010/main" val="74858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D3C6F-2AF4-F23E-BB58-620C16C1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ED0C-74B3-8235-5D26-E7C6AB20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 installation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8C754-BAED-BC16-C2CD-6137EDEBB81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92869967-6E3D-3762-BB6E-2866524C9A25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Installing dependencies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B65AC-85DF-AC52-EAEB-EBE3D1F8FE2B}"/>
              </a:ext>
            </a:extLst>
          </p:cNvPr>
          <p:cNvSpPr txBox="1"/>
          <p:nvPr/>
        </p:nvSpPr>
        <p:spPr>
          <a:xfrm>
            <a:off x="351934" y="1697624"/>
            <a:ext cx="5725703" cy="25648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Following command from the terminal can install all the necessary dependencies in the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sudo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apt install build-essential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scons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python3-dev git pre-commit zlib1g zlib1g-dev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libprotobuf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-dev protobuf-compiler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libprotoc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-dev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libgoogle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-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perftools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-dev 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libboost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-all-dev  libhdf5-serial-dev python3-pydot python3-venv python3-tk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mypy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 m4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libcapstone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-dev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libpng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-dev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libelf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-dev pkg-config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wget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cmake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doxygen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clang-format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C0FFF-E47E-7806-9B42-0ACF283ED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689" y="1745287"/>
            <a:ext cx="5059377" cy="4567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B0D74D-2D07-58B8-1A31-19E5EB51547C}"/>
              </a:ext>
            </a:extLst>
          </p:cNvPr>
          <p:cNvSpPr txBox="1"/>
          <p:nvPr/>
        </p:nvSpPr>
        <p:spPr>
          <a:xfrm>
            <a:off x="87982" y="4619118"/>
            <a:ext cx="5832051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Running the command to install all the dependency</a:t>
            </a:r>
          </a:p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package may generate some errors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proceed to install only the necessary dependencies one by one</a:t>
            </a:r>
            <a:endParaRPr kumimoji="0" lang="en-US" sz="2000" b="0" i="1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6276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72C07-3CAC-F4CC-9B62-4D87ACA1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7C8C1-0437-D244-A7D5-E168D04B0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 installation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920BF-D404-B35E-95D6-DF3DC90235D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457D90EC-453A-5A07-7A74-92823D54D6BF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Installing </a:t>
            </a:r>
            <a:r>
              <a:rPr kumimoji="0" lang="en-US" sz="2800" b="0" i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“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gcc”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 complier and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“</a:t>
            </a:r>
            <a:r>
              <a:rPr lang="en-US" sz="2800" i="1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scons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”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 for software building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DA7D53-E311-02B8-137F-D60080B38073}"/>
              </a:ext>
            </a:extLst>
          </p:cNvPr>
          <p:cNvSpPr txBox="1"/>
          <p:nvPr/>
        </p:nvSpPr>
        <p:spPr>
          <a:xfrm>
            <a:off x="388662" y="1892030"/>
            <a:ext cx="5725703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gcc compiler package is necessary for code debugging in gem5. Following is the command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sudo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apt install gcc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1D86CD-E141-567F-C49B-49DE41403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62" y="3253761"/>
            <a:ext cx="5725703" cy="3225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B4AD47-9EC2-F128-061B-8B3DD52EF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253" y="1697624"/>
            <a:ext cx="5452395" cy="32251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CCD834-8598-ECB5-B76F-437FC7E161F7}"/>
              </a:ext>
            </a:extLst>
          </p:cNvPr>
          <p:cNvSpPr txBox="1"/>
          <p:nvPr/>
        </p:nvSpPr>
        <p:spPr>
          <a:xfrm>
            <a:off x="6201121" y="5002575"/>
            <a:ext cx="5602217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SCons is an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software construction tool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It is easier, reliable and faster way to build software using the following command</a:t>
            </a:r>
          </a:p>
          <a:p>
            <a:pPr marR="0" algn="ctr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sudo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apt install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scons</a:t>
            </a:r>
            <a:endParaRPr kumimoji="0" lang="en-US" sz="20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3857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230B5-7946-4691-1880-D2BCB7B08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4F5FA-0C51-6FFA-BFEA-51FB55F1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 installation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E1EA4-BA2B-2B7B-5E43-D293D0A1C9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58103C9-3CC7-9DDC-ADFF-232378642ED7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The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“</a:t>
            </a:r>
            <a:r>
              <a:rPr lang="en-US" sz="2800" i="1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scons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”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 requires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“pre-commit”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 and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“pip”</a:t>
            </a:r>
            <a:endParaRPr kumimoji="0" lang="en-US" sz="2800" b="0" i="1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DBCEBD-F0DD-5021-6D68-CD7AF210285C}"/>
              </a:ext>
            </a:extLst>
          </p:cNvPr>
          <p:cNvSpPr txBox="1"/>
          <p:nvPr/>
        </p:nvSpPr>
        <p:spPr>
          <a:xfrm>
            <a:off x="388661" y="1738142"/>
            <a:ext cx="11093185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While install 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scons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it requires pre-commit and pip. It depends on the system setting and status.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Depends on the induvial system. Following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are the commands to install the packages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sudo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apt install 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python3-pip</a:t>
            </a:r>
          </a:p>
          <a:p>
            <a:pPr marR="0" algn="ctr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ip3 install –user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scons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pre-commit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DDFE8-156C-619C-8F35-A907D1CCC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18" y="3168919"/>
            <a:ext cx="9657937" cy="317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37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C3E7C-C941-6EE4-51DC-AF4B01AF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A420C-AB6F-8EDA-3865-CBA4C2B15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 installation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7A37B-C340-FE1C-5D32-9B4619E467B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EA03724-2663-A295-3FB0-D37808D46B04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 Copying the Gem5 in local computer from repository 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EFD0E-28BD-E4D0-A338-034F47EC2C8F}"/>
              </a:ext>
            </a:extLst>
          </p:cNvPr>
          <p:cNvSpPr txBox="1"/>
          <p:nvPr/>
        </p:nvSpPr>
        <p:spPr>
          <a:xfrm>
            <a:off x="369807" y="1634296"/>
            <a:ext cx="10656058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 lnSpcReduction="10000"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Copying the repository from the github.com creates a folder “gem5” in the home directory in Ubuntu/Linux indicated in red circle in second image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Clone gem5 from 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github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using:  </a:t>
            </a:r>
          </a:p>
          <a:p>
            <a:pPr marR="0" algn="ctr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git clone https://github.com/gem5/gem5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CB1ABE-9282-E695-B6E7-32A11DA4D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73" y="2922958"/>
            <a:ext cx="8449854" cy="20386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2D2F26-6C99-4004-76CB-C2A23F1C2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423"/>
          <a:stretch>
            <a:fillRect/>
          </a:stretch>
        </p:blipFill>
        <p:spPr>
          <a:xfrm>
            <a:off x="498489" y="5223704"/>
            <a:ext cx="11195022" cy="1346254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00E4CCE0-1438-88AF-3C7F-3496A4619878}"/>
              </a:ext>
            </a:extLst>
          </p:cNvPr>
          <p:cNvSpPr/>
          <p:nvPr/>
        </p:nvSpPr>
        <p:spPr>
          <a:xfrm>
            <a:off x="2694519" y="5531675"/>
            <a:ext cx="848305" cy="801120"/>
          </a:xfrm>
          <a:prstGeom prst="ellipse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33204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4BF68-3DBB-3ECF-BAE8-2139A3CFF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EF4C-26F4-70C6-A611-1D69E3492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 installation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85FB8-70FD-687A-B1D4-3396CDF6300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6FEC6171-F0DE-EC2F-E146-98F80FB66DCF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 Install the X86 ISA in the system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AB711-A707-445D-C6D9-94D0D2B40CE0}"/>
              </a:ext>
            </a:extLst>
          </p:cNvPr>
          <p:cNvSpPr txBox="1"/>
          <p:nvPr/>
        </p:nvSpPr>
        <p:spPr>
          <a:xfrm>
            <a:off x="369807" y="1634296"/>
            <a:ext cx="7020867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We install the X86 instruction set architecture (ISA) in our system</a:t>
            </a:r>
          </a:p>
          <a:p>
            <a:pPr marR="0" algn="ctr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scons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build/X86/gem5.opt  -j  12</a:t>
            </a:r>
          </a:p>
          <a:p>
            <a:pPr marL="342900" marR="0" indent="-34290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 X86 installation takes a long time to install, may take 1 hour depending on system and network connectivity</a:t>
            </a:r>
            <a:endParaRPr kumimoji="0" lang="en-US" sz="1600" b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E5BBD3-A977-6241-12F0-F2DC2CAD2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850" y="1697624"/>
            <a:ext cx="4270974" cy="40912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4CEA1A-969F-ECB0-2563-004612C99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850" y="5739334"/>
            <a:ext cx="4270974" cy="10385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CF5AB5-A106-92C5-58D2-73667FD9AE7D}"/>
              </a:ext>
            </a:extLst>
          </p:cNvPr>
          <p:cNvSpPr txBox="1"/>
          <p:nvPr/>
        </p:nvSpPr>
        <p:spPr>
          <a:xfrm>
            <a:off x="275599" y="3521334"/>
            <a:ext cx="7115075" cy="265713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The basic command here is </a:t>
            </a:r>
          </a:p>
          <a:p>
            <a:pPr marR="0" algn="ctr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18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scons</a:t>
            </a:r>
            <a:r>
              <a:rPr kumimoji="0" lang="en-US" sz="18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build/{ISA}/gem5.{variant} -j {</a:t>
            </a:r>
            <a:r>
              <a:rPr kumimoji="0" lang="en-US" sz="18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cpus</a:t>
            </a:r>
            <a:r>
              <a:rPr kumimoji="0" lang="en-US" sz="18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}</a:t>
            </a:r>
          </a:p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n-US" sz="16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	  {ISA}: includes ARM, NULL, MIPS, POWER, RISCV, SPARC, X86. Those  </a:t>
            </a:r>
          </a:p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can be installed same the X86 ISA</a:t>
            </a:r>
          </a:p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{variant}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 , opt and fast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Here we use opt and it has optimizations </a:t>
            </a:r>
          </a:p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		  turned on and debugging  functionality</a:t>
            </a:r>
          </a:p>
          <a:p>
            <a:pPr algn="l" defTabSz="457200" rtl="0" latinLnBrk="1" hangingPunct="0"/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{</a:t>
            </a:r>
            <a:r>
              <a:rPr 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cpus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}:  Specifies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number of CPU threads for compilation. To know your </a:t>
            </a:r>
          </a:p>
          <a:p>
            <a:pPr algn="l" defTabSz="457200" rtl="0" latinLnBrk="1" hangingPunct="0"/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CPU threads use </a:t>
            </a:r>
            <a:r>
              <a:rPr lang="en-US" sz="16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nproc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in the terminal at root</a:t>
            </a:r>
          </a:p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n-US" sz="16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2" name="Arrow: Notched Right 11">
            <a:extLst>
              <a:ext uri="{FF2B5EF4-FFF2-40B4-BE49-F238E27FC236}">
                <a16:creationId xmlns:a16="http://schemas.microsoft.com/office/drawing/2014/main" id="{DBA2D983-8D19-6CD3-4C27-BB5A7FC5768F}"/>
              </a:ext>
            </a:extLst>
          </p:cNvPr>
          <p:cNvSpPr/>
          <p:nvPr/>
        </p:nvSpPr>
        <p:spPr>
          <a:xfrm>
            <a:off x="369807" y="2862992"/>
            <a:ext cx="6578684" cy="54864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 Instruction explained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53458F-82AB-A26A-138E-422B3A7969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5254" y="5959593"/>
            <a:ext cx="2848373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6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B7FA5-5EBA-64A5-B83A-1B35CA0AE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441B-FCC4-C3E1-5126-9A69D0B7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modes and configuration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F0731-083E-B79E-D964-A38116248CE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312A10D4-EFE7-00A8-26A2-8A708C238B4B}"/>
              </a:ext>
            </a:extLst>
          </p:cNvPr>
          <p:cNvSpPr/>
          <p:nvPr/>
        </p:nvSpPr>
        <p:spPr>
          <a:xfrm>
            <a:off x="287931" y="102410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Gem simulation modes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9D4B7D-3A77-0D66-45BF-ABA837C1677A}"/>
              </a:ext>
            </a:extLst>
          </p:cNvPr>
          <p:cNvSpPr txBox="1"/>
          <p:nvPr/>
        </p:nvSpPr>
        <p:spPr>
          <a:xfrm>
            <a:off x="369807" y="1572742"/>
            <a:ext cx="10453703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171450" marR="0" indent="-171450" algn="just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Full System (FS) Mode: </a:t>
            </a: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simulates a complete hardware system. models everything including the CPU, memory, interrupts, exceptions, and I/O devices (like disk controllers and network interfaces)  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Syscall</a:t>
            </a:r>
            <a:r>
              <a:rPr kumimoji="0" lang="en-US" sz="1600" b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Emulation (SE) Mode: 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a lighter, faster way to simulate.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ompiled binary (like a C/C++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program), and gem5 runs  the user-level instructions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1FD00C-00DA-FAA4-8A03-EA24B3AEA76B}"/>
              </a:ext>
            </a:extLst>
          </p:cNvPr>
          <p:cNvSpPr txBox="1"/>
          <p:nvPr/>
        </p:nvSpPr>
        <p:spPr>
          <a:xfrm>
            <a:off x="479609" y="3833810"/>
            <a:ext cx="11293291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normAutofit fontScale="92500"/>
          </a:bodyPr>
          <a:lstStyle/>
          <a:p>
            <a:pPr marL="227013" marR="0" indent="-227013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AtomicSimpleCPU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: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Executes instructions atomically in a single cycle, used mainly for fast simulation and initialization</a:t>
            </a:r>
          </a:p>
          <a:p>
            <a:pPr marL="227013" marR="0" indent="-227013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TimingSimpleCPU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: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Similar to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AtomicSimpleCPU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but models memory access timing, making it slower but more accurate</a:t>
            </a:r>
          </a:p>
          <a:p>
            <a:pPr marL="227013" marR="0" indent="-227013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MinorCPU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An in-order pipeline CPU with a fixed 4-stage pipeline, offering a balance between performance and accuracy</a:t>
            </a:r>
          </a:p>
          <a:p>
            <a:pPr marL="227013" marR="0" indent="-227013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O3CPU (Out-of-Order CPU):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A detailed out-of-order superscalar CPU model, the most accurate but slowest to simulate</a:t>
            </a:r>
          </a:p>
          <a:p>
            <a:pPr marL="227013" marR="0" indent="-227013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KvmCPU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: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Uses Linux KVM (Kernel-based Virtual Machine) to run simulations at near-native speed on real hardware</a:t>
            </a:r>
          </a:p>
          <a:p>
            <a:pPr marL="227013" marR="0" indent="-227013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TraceCPU</a:t>
            </a: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: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Replays a pre-recorded execution trace to drive memory system simulation without re-executing instructions</a:t>
            </a:r>
          </a:p>
          <a:p>
            <a:pPr marL="227013" marR="0" indent="-227013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DerivO3CPU: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The default derived version of O3CPU used in most gem5 configurations, customizable via parameters</a:t>
            </a:r>
          </a:p>
        </p:txBody>
      </p:sp>
      <p:sp>
        <p:nvSpPr>
          <p:cNvPr id="12" name="Arrow: Notched Right 11">
            <a:extLst>
              <a:ext uri="{FF2B5EF4-FFF2-40B4-BE49-F238E27FC236}">
                <a16:creationId xmlns:a16="http://schemas.microsoft.com/office/drawing/2014/main" id="{B87ECD74-2694-8EE1-DDBC-A150684D643C}"/>
              </a:ext>
            </a:extLst>
          </p:cNvPr>
          <p:cNvSpPr/>
          <p:nvPr/>
        </p:nvSpPr>
        <p:spPr>
          <a:xfrm>
            <a:off x="287931" y="3095805"/>
            <a:ext cx="10819809" cy="548640"/>
          </a:xfrm>
          <a:prstGeom prst="notchedRightArrow">
            <a:avLst>
              <a:gd name="adj1" fmla="val 100000"/>
              <a:gd name="adj2" fmla="val 44674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 Types of CPU in Gem5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741210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57F93-1FFF-FB18-745A-FC2B75AEA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87D6C-4406-35DC-34D6-3479B7205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in Gem5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6DE7B-C294-94A3-EA1A-2833E0CB813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53AD58AC-7E42-5F27-76A6-240B26E82FFA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Writing code and preparing binary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AB8CF-6BBD-26C7-5F78-8D459385989C}"/>
              </a:ext>
            </a:extLst>
          </p:cNvPr>
          <p:cNvSpPr txBox="1"/>
          <p:nvPr/>
        </p:nvSpPr>
        <p:spPr>
          <a:xfrm>
            <a:off x="376268" y="1543736"/>
            <a:ext cx="10970638" cy="16414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We consider to write a C code for printing Fibonacci sequence (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Fibonacci.c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)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Write the code and save the code with “.c” using any text editor (notepad, document viewer, </a:t>
            </a:r>
            <a:r>
              <a:rPr kumimoji="0" lang="en-US" sz="2000" b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codeblock</a:t>
            </a:r>
            <a:r>
              <a:rPr kumimoji="0" lang="en-US" sz="20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)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 the binary from the code using the following command</a:t>
            </a:r>
          </a:p>
          <a:p>
            <a:pPr marR="0" algn="ctr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gcc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Fibonacci.c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  -o  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Fibonacci.out</a:t>
            </a:r>
            <a:endParaRPr kumimoji="0" lang="en-US" sz="20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169863" marR="0" indent="-169863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The binary file is generated and stored in the same folder (directory)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9B9853-872F-FA5B-6384-B8E1F6BE4ACB}"/>
              </a:ext>
            </a:extLst>
          </p:cNvPr>
          <p:cNvGrpSpPr/>
          <p:nvPr/>
        </p:nvGrpSpPr>
        <p:grpSpPr>
          <a:xfrm>
            <a:off x="3052399" y="3719071"/>
            <a:ext cx="5554273" cy="2563305"/>
            <a:chOff x="2731888" y="3334732"/>
            <a:chExt cx="6172200" cy="28956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A022303-AC50-8971-27D2-32080A283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1888" y="3334732"/>
              <a:ext cx="6172200" cy="2895600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82B9A56-6DF7-69C7-587E-ACA6DE344114}"/>
                </a:ext>
              </a:extLst>
            </p:cNvPr>
            <p:cNvSpPr/>
            <p:nvPr/>
          </p:nvSpPr>
          <p:spPr>
            <a:xfrm>
              <a:off x="3827281" y="5066108"/>
              <a:ext cx="942681" cy="904974"/>
            </a:xfrm>
            <a:prstGeom prst="ellipse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4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8726F20-041D-6CF2-6FA0-6FBA3CE602C6}"/>
                </a:ext>
              </a:extLst>
            </p:cNvPr>
            <p:cNvSpPr/>
            <p:nvPr/>
          </p:nvSpPr>
          <p:spPr>
            <a:xfrm>
              <a:off x="4875307" y="5066108"/>
              <a:ext cx="942681" cy="904974"/>
            </a:xfrm>
            <a:prstGeom prst="ellipse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4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0631342-494F-DAE2-16A6-5BB03A9BEFB4}"/>
                </a:ext>
              </a:extLst>
            </p:cNvPr>
            <p:cNvCxnSpPr/>
            <p:nvPr/>
          </p:nvCxnSpPr>
          <p:spPr>
            <a:xfrm flipH="1">
              <a:off x="4383464" y="4553146"/>
              <a:ext cx="386498" cy="512962"/>
            </a:xfrm>
            <a:prstGeom prst="straightConnector1">
              <a:avLst/>
            </a:prstGeom>
            <a:noFill/>
            <a:ln w="38100" cap="flat">
              <a:solidFill>
                <a:srgbClr val="FF33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B246FE7-75E8-A481-9D17-FBCD35D4D6D2}"/>
                </a:ext>
              </a:extLst>
            </p:cNvPr>
            <p:cNvCxnSpPr/>
            <p:nvPr/>
          </p:nvCxnSpPr>
          <p:spPr>
            <a:xfrm flipH="1">
              <a:off x="5445630" y="4556184"/>
              <a:ext cx="386498" cy="512962"/>
            </a:xfrm>
            <a:prstGeom prst="straightConnector1">
              <a:avLst/>
            </a:prstGeom>
            <a:noFill/>
            <a:ln w="38100" cap="flat">
              <a:solidFill>
                <a:srgbClr val="FF33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379620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A13E0-198B-BC3A-B7CC-112D1279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2DF96-093C-566E-2F8E-1FE17956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in Gem5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008D3-791E-7F65-4B6F-40C257ACD77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BF1B4F32-5150-18EC-B5E9-9C63F0944F07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Executing 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“</a:t>
            </a:r>
            <a:r>
              <a:rPr lang="en-US" sz="2800" i="1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Fibonacci.out</a:t>
            </a:r>
            <a:r>
              <a:rPr lang="en-US" sz="2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”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 in Gem5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C85E8-5D20-AC4C-AB86-FB9180E29846}"/>
              </a:ext>
            </a:extLst>
          </p:cNvPr>
          <p:cNvSpPr txBox="1"/>
          <p:nvPr/>
        </p:nvSpPr>
        <p:spPr>
          <a:xfrm>
            <a:off x="376268" y="1851512"/>
            <a:ext cx="10970638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command runs the binary file in Gem5 and prints the output</a:t>
            </a:r>
          </a:p>
          <a:p>
            <a:pPr marR="0" algn="ctr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./build/X86/gem5.opt   configs/deprecated/example/se.py    -c  ./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Fibonacci.out</a:t>
            </a:r>
            <a:endParaRPr kumimoji="0" lang="en-US" sz="20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169863" marR="0" indent="-169863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Output of the command is shown in the terminal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9F09A8-D1B1-641F-99F0-9DD1803C0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80" y="2960161"/>
            <a:ext cx="9521072" cy="326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9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171F-2659-75A0-97FB-0CAE77D14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FEEBE-7054-9C79-EF8A-33F0BFE56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in Gem5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763DF-F1D6-D06A-2184-45BF94A896F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3DE12F7E-40E8-2B7C-663F-F10C24E2287D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Configuring the CPU, RAM and cache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AB4E5-02DE-1968-EC7C-C578DC6DF6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140" y="2970203"/>
            <a:ext cx="9711965" cy="35442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36302E-9D75-575B-21AD-877662D7F135}"/>
              </a:ext>
            </a:extLst>
          </p:cNvPr>
          <p:cNvSpPr txBox="1"/>
          <p:nvPr/>
        </p:nvSpPr>
        <p:spPr>
          <a:xfrm>
            <a:off x="218978" y="1473934"/>
            <a:ext cx="10970638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customize the execution following command is used</a:t>
            </a:r>
          </a:p>
          <a:p>
            <a:pPr marR="0" algn="ctr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./build/X86/gem5.opt   configs/deprecated/example/se.py    -c  ./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Fibonacci.out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  </a:t>
            </a:r>
          </a:p>
          <a:p>
            <a:pPr marR="0" algn="ctr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--</a:t>
            </a:r>
            <a:r>
              <a:rPr kumimoji="0" lang="en-US" sz="2000" b="0" i="1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cpu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-type=DeriveO3CPU   --mem-size=1500kB   --caches</a:t>
            </a:r>
          </a:p>
          <a:p>
            <a:pPr marL="169863" marR="0" indent="-169863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Output of the command is shown in the terminal</a:t>
            </a:r>
          </a:p>
        </p:txBody>
      </p:sp>
    </p:spTree>
    <p:extLst>
      <p:ext uri="{BB962C8B-B14F-4D97-AF65-F5344CB8AC3E}">
        <p14:creationId xmlns:p14="http://schemas.microsoft.com/office/powerpoint/2010/main" val="343906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B8562-9E05-D647-3AE6-BB42BCA6B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2BB0-B109-D795-9B09-B04C4D60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in Gem5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38CD7-5C69-95E3-A45A-E63AA08A2D2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6EE6E57C-5403-A670-3432-5593B94DD2FF}"/>
              </a:ext>
            </a:extLst>
          </p:cNvPr>
          <p:cNvSpPr/>
          <p:nvPr/>
        </p:nvSpPr>
        <p:spPr>
          <a:xfrm>
            <a:off x="540658" y="1161470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When RAM is insufficient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AC5AE-F3B9-BB10-E44F-8F34B48EB8FF}"/>
              </a:ext>
            </a:extLst>
          </p:cNvPr>
          <p:cNvSpPr txBox="1"/>
          <p:nvPr/>
        </p:nvSpPr>
        <p:spPr>
          <a:xfrm>
            <a:off x="610681" y="1851512"/>
            <a:ext cx="10970638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customized RAM is not enough to run the code, it may produce a memory error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Here we set only 15kB of memory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 memory error is found</a:t>
            </a:r>
            <a:endParaRPr kumimoji="0" lang="en-US" sz="20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FA595A-B6A1-222C-A7F9-71BAF92D6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12" y="2711059"/>
            <a:ext cx="9780370" cy="270044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0C0C2D8-3A2A-BBEC-4358-1556B2C13012}"/>
              </a:ext>
            </a:extLst>
          </p:cNvPr>
          <p:cNvCxnSpPr>
            <a:cxnSpLocks/>
          </p:cNvCxnSpPr>
          <p:nvPr/>
        </p:nvCxnSpPr>
        <p:spPr>
          <a:xfrm flipH="1" flipV="1">
            <a:off x="1686027" y="5316602"/>
            <a:ext cx="152200" cy="759855"/>
          </a:xfrm>
          <a:prstGeom prst="straightConnector1">
            <a:avLst/>
          </a:prstGeom>
          <a:noFill/>
          <a:ln w="38100" cap="flat">
            <a:solidFill>
              <a:srgbClr val="FF33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0BCCFA-4CC4-2CC5-CBDF-FA1F61F9BA00}"/>
              </a:ext>
            </a:extLst>
          </p:cNvPr>
          <p:cNvCxnSpPr>
            <a:cxnSpLocks/>
          </p:cNvCxnSpPr>
          <p:nvPr/>
        </p:nvCxnSpPr>
        <p:spPr>
          <a:xfrm flipH="1" flipV="1">
            <a:off x="9704273" y="2903340"/>
            <a:ext cx="152200" cy="759855"/>
          </a:xfrm>
          <a:prstGeom prst="straightConnector1">
            <a:avLst/>
          </a:prstGeom>
          <a:noFill/>
          <a:ln w="38100" cap="flat">
            <a:solidFill>
              <a:srgbClr val="FF33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9392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93B2F-2668-5378-C501-9FEBCDF9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DD23F-5196-DCC0-AADC-E7879568E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benchmarks and collecting statistics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B30F4-D228-03D9-4B72-9F73446C6E5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7E286E-E57A-BA69-27A8-F506AE253485}"/>
              </a:ext>
            </a:extLst>
          </p:cNvPr>
          <p:cNvSpPr txBox="1"/>
          <p:nvPr/>
        </p:nvSpPr>
        <p:spPr>
          <a:xfrm>
            <a:off x="610681" y="1155030"/>
            <a:ext cx="10970638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simulation is completed: Gem5 creates a folder 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“m5out”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contains information about system configuration and execution statistics </a:t>
            </a:r>
            <a:endParaRPr kumimoji="0" lang="en-US" sz="20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6B10BE-97ED-4FC4-C55B-E0E24FDA4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38" y="2162025"/>
            <a:ext cx="8908330" cy="17084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58649FB-59A5-7AF2-224C-69A112894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738" y="3978194"/>
            <a:ext cx="7258050" cy="191452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9349DF-6F9A-0802-FE35-B5EE9482A1B7}"/>
              </a:ext>
            </a:extLst>
          </p:cNvPr>
          <p:cNvCxnSpPr>
            <a:cxnSpLocks/>
          </p:cNvCxnSpPr>
          <p:nvPr/>
        </p:nvCxnSpPr>
        <p:spPr>
          <a:xfrm>
            <a:off x="4784103" y="2912965"/>
            <a:ext cx="5114105" cy="2130458"/>
          </a:xfrm>
          <a:prstGeom prst="straightConnector1">
            <a:avLst/>
          </a:prstGeom>
          <a:noFill/>
          <a:ln w="38100" cap="flat">
            <a:solidFill>
              <a:srgbClr val="FF33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92903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3341-4478-C81B-15C9-83F03F08F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35763-BA1E-13FF-0AB3-759DA8BF2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benchmarks and collecting statistics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290EB-C37F-BE54-3F2C-448EDE82D6E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9FB934-7D55-24FA-0E51-BE2435932216}"/>
              </a:ext>
            </a:extLst>
          </p:cNvPr>
          <p:cNvSpPr txBox="1"/>
          <p:nvPr/>
        </p:nvSpPr>
        <p:spPr>
          <a:xfrm>
            <a:off x="610681" y="847254"/>
            <a:ext cx="10710911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“m5out”  includes:	stats.txt,	</a:t>
            </a: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config.json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config.ini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file stores the system status and stats file stores the parameters of the system after execution of the code/instruction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Snap of the config file and stats file are shown below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DF4D3D-E873-2DB3-C2BC-66E49638B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52" y="2259698"/>
            <a:ext cx="2989951" cy="38652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E20897-8A01-F906-7C78-9E51A8779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454" y="2259698"/>
            <a:ext cx="7771300" cy="38652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F8D82D-A5C9-12AF-922D-008CC822C5FF}"/>
              </a:ext>
            </a:extLst>
          </p:cNvPr>
          <p:cNvSpPr txBox="1"/>
          <p:nvPr/>
        </p:nvSpPr>
        <p:spPr>
          <a:xfrm>
            <a:off x="1209909" y="6124919"/>
            <a:ext cx="1453235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configs.json</a:t>
            </a:r>
            <a:endParaRPr kumimoji="0" lang="en-US" sz="20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D229D-D967-89EC-C8C2-05BC5A776322}"/>
              </a:ext>
            </a:extLst>
          </p:cNvPr>
          <p:cNvSpPr txBox="1"/>
          <p:nvPr/>
        </p:nvSpPr>
        <p:spPr>
          <a:xfrm>
            <a:off x="7780391" y="6232187"/>
            <a:ext cx="1453235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R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stats.txt</a:t>
            </a:r>
          </a:p>
        </p:txBody>
      </p:sp>
    </p:spTree>
    <p:extLst>
      <p:ext uri="{BB962C8B-B14F-4D97-AF65-F5344CB8AC3E}">
        <p14:creationId xmlns:p14="http://schemas.microsoft.com/office/powerpoint/2010/main" val="246243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29170-9D7E-497D-6CD9-4F1865FE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E5B33-57CF-AE5E-031E-E2F93E9E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209226" cy="866180"/>
          </a:xfrm>
        </p:spPr>
        <p:txBody>
          <a:bodyPr/>
          <a:lstStyle/>
          <a:p>
            <a:r>
              <a:rPr 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simulation outputs (CPI, cache stats, execution time)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1AB8A-A699-D851-E38F-481F2A4451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DCE8D-A1EF-AE35-C2A1-36BBEEECCABA}"/>
              </a:ext>
            </a:extLst>
          </p:cNvPr>
          <p:cNvSpPr txBox="1"/>
          <p:nvPr/>
        </p:nvSpPr>
        <p:spPr>
          <a:xfrm>
            <a:off x="610681" y="1155030"/>
            <a:ext cx="10970638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the 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“stats.txt”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obtained: parameter of each components are obtained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 entry in the stats.txt file are self explanatory. Looking at the red entry from the 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stats.txt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kumimoji="0" lang="en-US" sz="20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0F2511-588D-616F-E064-B318ECF4F246}"/>
              </a:ext>
            </a:extLst>
          </p:cNvPr>
          <p:cNvSpPr txBox="1"/>
          <p:nvPr/>
        </p:nvSpPr>
        <p:spPr>
          <a:xfrm>
            <a:off x="1752945" y="2090172"/>
            <a:ext cx="10173879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---------- Begin Simulation Statistics ----------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simSeconds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0.000131                       # Number of seconds simulated (Second)</a:t>
            </a:r>
          </a:p>
          <a:p>
            <a:pPr>
              <a:buNone/>
            </a:pP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simTicks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130635000                       # Number of ticks simulated (Tick)</a:t>
            </a:r>
          </a:p>
          <a:p>
            <a:pPr>
              <a:buNone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finalTick                                   130635000                       # Number of ticks from beginning of simulation (restored from checkpoints and never reset) (Tick)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simFreq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1000000000000                       # The number of ticks per simulated second ((Tick/Second))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hostSeconds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0.09                       # Real time elapsed on the host (Second)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hostTickRate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1502173313                       # The number of ticks simulated per host second (ticks/s) ((Tick/Second))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hostMemory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676528                       # Number of bytes of host memory used (Byte)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simInsts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115170                       # Number of instructions simulated (Count)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simOps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223760                       # Number of ops (including micro ops) simulated (Count)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hostInstRate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1323215                       # Simulator instruction rate (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/s) ((Count/Second))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hostOpRate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2570713                       # Simulator op (including micro ops) rate (op/s) ((Count/Second))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system.clk_domain.clock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1000                       # Clock period in ticks (Tick)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system.cpu.numCycles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261298                       # Number of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simulated (Cycle)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system.cpu.cpi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2.268803                       # CPI: cycles per instruction (core level) ((Cycle/Count))</a:t>
            </a:r>
          </a:p>
          <a:p>
            <a:pPr>
              <a:buNone/>
            </a:pP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system.cpu.ipc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0.440761                       # IPC: instructions per cycle (core level) ((Count/Cycle))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29542D-DABC-0773-BD35-EEF8486C8A0C}"/>
              </a:ext>
            </a:extLst>
          </p:cNvPr>
          <p:cNvSpPr txBox="1"/>
          <p:nvPr/>
        </p:nvSpPr>
        <p:spPr>
          <a:xfrm>
            <a:off x="827497" y="4666867"/>
            <a:ext cx="10970638" cy="16414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simTick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130635000 means total simulated clock cycle needed to execute the “</a:t>
            </a: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Fibonacci.c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in       gem5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text in the right after the (#) symbol indicates the meaning of the parameter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CPI-Cycle per instruction, cache stats, execution time all are also explained in the stats file after the execution</a:t>
            </a:r>
            <a:endParaRPr kumimoji="0" lang="en-US" sz="20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9591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26804-D533-3BD7-707B-6785D5E7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4B10-D772-02BB-1AF4-0A973A8F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 installation: in Windows-11using  windows subsystem for Linux 2 (WSL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6EF2F-F96F-5AB2-D487-DC3A8D25C99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9B02347C-7420-16AD-E762-0BDC9B6EE17E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Installing WSL in Windows-11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1F72F2-69B0-043E-D78B-C90EF6CE13FF}"/>
              </a:ext>
            </a:extLst>
          </p:cNvPr>
          <p:cNvSpPr txBox="1"/>
          <p:nvPr/>
        </p:nvSpPr>
        <p:spPr>
          <a:xfrm>
            <a:off x="451927" y="1470327"/>
            <a:ext cx="10819319" cy="16414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From start menu search 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cmd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and run as administrator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execute the following command to install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wsl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creating a new account with user name and   password</a:t>
            </a:r>
          </a:p>
          <a:p>
            <a:pPr marR="0" algn="ctr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wsl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--install</a:t>
            </a:r>
            <a:endParaRPr kumimoji="0" lang="en-US" sz="20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Again from the start menu search for </a:t>
            </a:r>
            <a:r>
              <a:rPr kumimoji="0" lang="en-US" sz="2000" b="0" i="1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“ubuntu app” </a:t>
            </a:r>
            <a:r>
              <a:rPr kumimoji="0" lang="en-US" sz="20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and run it. It opens a terminal from the ubuntu 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D0CEC-0CB6-75E1-000E-3F235FB1B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88" y="3323425"/>
            <a:ext cx="3057919" cy="29933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424E45-B041-EEE7-072F-EB16DEA71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8295" y="3323425"/>
            <a:ext cx="3301841" cy="30774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ED9BDA-17BD-2C28-A964-AC2B3F6FCB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838" y="3323425"/>
            <a:ext cx="5190324" cy="307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7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6AB80-E5B7-B47A-0724-1D66E9D6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353DD-624F-0A93-89CE-410E2034A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 installation: In Windows11using  Windows Subsystem for Linux 2 (WSL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D3FBD-1909-0615-E48A-2D944C80E14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D5A4EC1D-0CF3-73DA-AB48-288E86DD6D57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Accessing Ubuntu 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E41FE9-3379-9FD3-68D3-64227F2D7020}"/>
              </a:ext>
            </a:extLst>
          </p:cNvPr>
          <p:cNvSpPr txBox="1"/>
          <p:nvPr/>
        </p:nvSpPr>
        <p:spPr>
          <a:xfrm>
            <a:off x="359294" y="2085474"/>
            <a:ext cx="6531700" cy="225702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starting the File Explorer: In the lower left a Linux icon is seen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Clicking there will take us to a complete ubuntu file system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we find home directory, and user directory is also available</a:t>
            </a:r>
          </a:p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user directory we can install the gem5 simulator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B36781-E82C-7731-8DB6-D7DC6EB8C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311" y="1835327"/>
            <a:ext cx="4705762" cy="426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45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2BF2-882E-5E0C-69B4-16376D8E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D849-3700-D1E5-064D-F2B8E20B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and code execution in WSL2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89ED3-5F6F-7212-E8E1-B0FA576949E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0D651240-870B-03CA-446C-BC10D55F890C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All the steps are similar to original ubuntu platform as previous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82E7EC-9069-C5BC-245C-7B926276F3C6}"/>
              </a:ext>
            </a:extLst>
          </p:cNvPr>
          <p:cNvSpPr txBox="1"/>
          <p:nvPr/>
        </p:nvSpPr>
        <p:spPr>
          <a:xfrm>
            <a:off x="838358" y="1632586"/>
            <a:ext cx="6531700" cy="35440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 fontScale="85000" lnSpcReduction="10000"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dependencies . If necessary, use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update to install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scons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B0BCC6-FEAA-1FCF-AC24-29DB5A122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00" y="1986992"/>
            <a:ext cx="5096587" cy="24339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A30DAA-54CF-59DF-EF2D-29AF254B0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780" y="1986992"/>
            <a:ext cx="5096587" cy="24339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460DFF-F172-DEF6-4BAB-4AA558728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00" y="4593389"/>
            <a:ext cx="10804367" cy="178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7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AB42-2C99-6056-9E94-05CF3A78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EC79-B3B0-02F4-01CF-25D35903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and code execution in WSL2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4E5BB-8B5C-EB35-61C5-310BCCACCF4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7528D77A-CE97-1A1A-F673-7BCA2A9A6819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All the steps are similar to original ubuntu platform as previous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0C0232-6807-D9F6-87C2-79D01C5E9042}"/>
              </a:ext>
            </a:extLst>
          </p:cNvPr>
          <p:cNvSpPr txBox="1"/>
          <p:nvPr/>
        </p:nvSpPr>
        <p:spPr>
          <a:xfrm>
            <a:off x="533558" y="1556222"/>
            <a:ext cx="6531700" cy="5486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Cloning gem5, installing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building X86 ISA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268FB5-5827-DEF8-05AE-A1E99FE3D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294" y="2066762"/>
            <a:ext cx="8657412" cy="30322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BBA420-9A18-F826-0A16-2FFAAB6AE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7294" y="5099003"/>
            <a:ext cx="8657412" cy="75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9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CACB4-8FD8-00C5-CC40-9E7A77FF6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AA30D-6902-1AA7-3296-E2E9F716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and code execution in WSL2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985C1-56EF-5718-7F24-7130596A54E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02313C58-8363-A847-1856-F2570960667B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All the steps are similar to original ubuntu platform as previous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A1BE2F-C9D5-54FF-0FF4-3D03E3DC2BF1}"/>
              </a:ext>
            </a:extLst>
          </p:cNvPr>
          <p:cNvSpPr txBox="1"/>
          <p:nvPr/>
        </p:nvSpPr>
        <p:spPr>
          <a:xfrm>
            <a:off x="533558" y="1527191"/>
            <a:ext cx="6531700" cy="6883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171450" marR="0" indent="-17145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a sample code in gem5 and the m5out contents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6B5C99-B02C-7C99-061F-48E42F842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43" y="2075832"/>
            <a:ext cx="7534601" cy="43576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7EA9C1-CE59-BA5C-A139-0E72FF175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057" y="2075832"/>
            <a:ext cx="3528767" cy="126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7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>
                <a:latin typeface="Times New Roman"/>
              </a:rPr>
              <a:t>Gem5 installation: in macOS</a:t>
            </a: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58103C9-3CC7-9DDC-ADFF-232378642ED7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lvl="0" indent="0" algn="l" defTabSz="584200" rtl="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Two ways to install gem5 on a Mac</a:t>
            </a:r>
            <a:endParaRPr kumimoji="0" lang="en-US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E1EA4-BA2B-2B7B-5E43-D293D0A1C9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ctr" defTabSz="4107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FA2CCA-4016-444A-8A97-A6204D35368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389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Gill Sans"/>
              </a:rPr>
              <a:pPr marL="0" marR="0" lvl="0" indent="0" algn="ctr" defTabSz="4107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3893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EEEAF6"/>
          </a:solidFill>
          <a:ln w="15875">
            <a:solidFill>
              <a:srgbClr val="7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120640" cy="2560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0" normalizeH="0" baseline="0" noProof="0">
                <a:ln>
                  <a:noFill/>
                </a:ln>
                <a:solidFill>
                  <a:srgbClr val="1F3A6E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Route A: Native build (Homebrew)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gem5 is compiled directly on macOS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Works on Intel and Apple Silicon (M1–M4)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Good for running gem5's ready-made test programs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Community-supported: gem5 is officially tested on Linux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E4EFFA"/>
          </a:solidFill>
          <a:ln w="15875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2560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0" normalizeH="0" baseline="0" noProof="0">
                <a:ln>
                  <a:noFill/>
                </a:ln>
                <a:solidFill>
                  <a:srgbClr val="1F3A6E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Route B: Docker (recommended)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gem5 runs inside a small Ubuntu container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Same commands as the Ubuntu / WSL2 slides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Can compile your own C programs (e.g., Fibonacci.c) for gem5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Every student gets an identical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566928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First, check which chip your Mac has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arm64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 →  Apple Silicon (M1, M2, M3, M4)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x86_64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 →  Intel processor</a:t>
            </a:r>
          </a:p>
        </p:txBody>
      </p:sp>
      <p:sp>
        <p:nvSpPr>
          <p:cNvPr id="13" name="Terminal window"/>
          <p:cNvSpPr/>
          <p:nvPr/>
        </p:nvSpPr>
        <p:spPr>
          <a:xfrm>
            <a:off x="6400800" y="4709160"/>
            <a:ext cx="5120640" cy="1554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565392" y="481888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784848" y="4818888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004304" y="481888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4745736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Arial"/>
                <a:cs typeface="Helvetica"/>
                <a:sym typeface="Helvetica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056632"/>
            <a:ext cx="484632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uname -m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arm64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sw_vers -productVersion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15.1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>
                <a:latin typeface="Times New Roman"/>
              </a:rPr>
              <a:t>Gem5 installation: in macOS (Route A: native)</a:t>
            </a: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58103C9-3CC7-9DDC-ADFF-232378642ED7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lvl="0" indent="0" algn="l" defTabSz="584200" rtl="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Installing Xcode tools and “Homebrew”</a:t>
            </a:r>
            <a:endParaRPr kumimoji="0" lang="en-US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E1EA4-BA2B-2B7B-5E43-D293D0A1C9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ctr" defTabSz="4107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FA2CCA-4016-444A-8A97-A6204D35368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389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Gill Sans"/>
              </a:rPr>
              <a:pPr marL="0" marR="0" lvl="0" indent="0" algn="ctr" defTabSz="4107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3893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852160" cy="40267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Open Terminal: press </a:t>
            </a:r>
            <a:r>
              <a:rPr kumimoji="0" sz="19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Cmd</a:t>
            </a:r>
            <a:r>
              <a:rPr kumimoji="0" sz="1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+ Space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, type </a:t>
            </a:r>
            <a:r>
              <a:rPr kumimoji="0" sz="1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Terminal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, press Enter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Install Apple's command line tools (gives </a:t>
            </a:r>
            <a:r>
              <a:rPr kumimoji="0" sz="1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clang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, </a:t>
            </a:r>
            <a:r>
              <a:rPr kumimoji="0" sz="1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git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, </a:t>
            </a:r>
            <a:r>
              <a:rPr kumimoji="0" sz="19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make</a:t>
            </a: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)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xcode</a:t>
            </a:r>
            <a:r>
              <a:rPr kumimoji="0" sz="1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-select --install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Install Homebrew, the macOS package manager (paste the one-line command from brew.sh)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Apple Silicon only: add brew to your PATH with the two commands shown on the right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Check that everything is installed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Ubuntu:  </a:t>
            </a:r>
            <a:r>
              <a:rPr kumimoji="0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sudo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 apt install &lt;pkg&gt;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macOS:  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brew install &lt;pkg&gt;</a:t>
            </a:r>
          </a:p>
        </p:txBody>
      </p:sp>
      <p:sp>
        <p:nvSpPr>
          <p:cNvPr id="9" name="Terminal window"/>
          <p:cNvSpPr/>
          <p:nvPr/>
        </p:nvSpPr>
        <p:spPr>
          <a:xfrm>
            <a:off x="6537960" y="1691640"/>
            <a:ext cx="5212080" cy="46634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702552" y="180136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922008" y="1801368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141464" y="180136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60" y="1728216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Arial"/>
                <a:cs typeface="Helvetica"/>
                <a:sym typeface="Helvetica"/>
              </a:rPr>
              <a:t>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39112"/>
            <a:ext cx="4937760" cy="42519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# 1. Apple command line tools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xcode-select --install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# 2. Homebrew (from brew.sh)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/bin/bash -c "$(curl -fsSL \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  https://raw.githubusercontent.com/\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  Homebrew/install/HEAD/install.sh)"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# 3. Apple Silicon only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echo 'eval "$(/opt/homebrew/bin/brew shellenv)"' &gt;&gt; ~/.zprofile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eval "$(/opt/homebrew/bin/brew shellenv)"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# 4. Verify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clang --version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git --version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brew --version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>
                <a:latin typeface="Times New Roman"/>
              </a:rPr>
              <a:t>Gem5 installation: in macOS (Route A: native)</a:t>
            </a: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58103C9-3CC7-9DDC-ADFF-232378642ED7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lvl="0" indent="0" algn="l" defTabSz="584200" rtl="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Installing dependencies with Homebrew</a:t>
            </a:r>
            <a:endParaRPr kumimoji="0" lang="en-US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E1EA4-BA2B-2B7B-5E43-D293D0A1C9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ctr" defTabSz="4107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FA2CCA-4016-444A-8A97-A6204D35368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389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Gill Sans"/>
              </a:rPr>
              <a:pPr marL="0" marR="0" lvl="0" indent="0" algn="ctr" defTabSz="4107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3893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One command installs everything gem5 needs:</a:t>
            </a:r>
          </a:p>
        </p:txBody>
      </p:sp>
      <p:sp>
        <p:nvSpPr>
          <p:cNvPr id="9" name="Terminal window"/>
          <p:cNvSpPr/>
          <p:nvPr/>
        </p:nvSpPr>
        <p:spPr>
          <a:xfrm>
            <a:off x="548640" y="2148840"/>
            <a:ext cx="11064240" cy="11887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13232" y="225856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32688" y="2258568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52144" y="225856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185416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Arial"/>
                <a:cs typeface="Helvetica"/>
                <a:sym typeface="Helvetica"/>
              </a:rPr>
              <a:t>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96312"/>
            <a:ext cx="10789919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brew install scons python protobuf gperftools hdf5 libpng boost m4 pkg-config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python3 --version ; scons --version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566160"/>
          <a:ext cx="11064240" cy="27797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Ubuntu package (earlier slides)</a:t>
                      </a:r>
                    </a:p>
                  </a:txBody>
                  <a:tcPr marL="73152" marR="73152" marT="27432" marB="27432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Homebrew equivalent</a:t>
                      </a:r>
                    </a:p>
                  </a:txBody>
                  <a:tcPr marL="73152" marR="73152" marT="27432" marB="27432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1F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build-essential, gcc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xcode-select --install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C/C++ compiler (Apple clang)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scons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scons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Build tool for gem5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python3-dev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python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Python 3 with headers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libprotobuf-dev protobuf-compiler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protobuf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Trace generation (optional)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libgoogle-perftools-dev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gperftools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Faster memory allocator (optional)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libboost-all-dev / libhdf5-serial-dev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boost / hdf5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C++ libraries / stats output (optional)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libpng-dev m4 pkg-config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Courier New"/>
                        </a:rPr>
                        <a:t>libpng m4 pkg-config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/>
                        </a:rPr>
                        <a:t>Image, macro and build helpers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>
                <a:latin typeface="Times New Roman"/>
              </a:rPr>
              <a:t>Gem5 installation: in macOS (Route A: native)</a:t>
            </a: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58103C9-3CC7-9DDC-ADFF-232378642ED7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lvl="0" indent="0" algn="l" defTabSz="584200" rtl="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Cloning gem5 and building the X86 ISA</a:t>
            </a:r>
            <a:endParaRPr kumimoji="0" lang="en-US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E1EA4-BA2B-2B7B-5E43-D293D0A1C9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ctr" defTabSz="4107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FA2CCA-4016-444A-8A97-A6204D35368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389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Gill Sans"/>
              </a:rPr>
              <a:pPr marL="0" marR="0" lvl="0" indent="0" algn="ctr" defTabSz="4107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3893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8" name="Terminal window"/>
          <p:cNvSpPr/>
          <p:nvPr/>
        </p:nvSpPr>
        <p:spPr>
          <a:xfrm>
            <a:off x="548640" y="1737360"/>
            <a:ext cx="6035040" cy="23774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9" name="Oval 8"/>
          <p:cNvSpPr/>
          <p:nvPr/>
        </p:nvSpPr>
        <p:spPr>
          <a:xfrm>
            <a:off x="713232" y="184708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32688" y="1847088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52144" y="184708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6035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Arial"/>
                <a:cs typeface="Helvetica"/>
                <a:sym typeface="Helvetica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84831"/>
            <a:ext cx="5760720" cy="1965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cd ~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git clone https://github.com/gem5/gem5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cd gem5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sysctl -n hw.ncpu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8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scons build/X86/gem5.opt -j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The gem5 folder is created in your home folder (</a:t>
            </a:r>
            <a:r>
              <a:rPr kumimoji="0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Finder → Go → Home</a:t>
            </a: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)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nproc</a:t>
            </a: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does not exist on macOS; use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sysctl -n hw.ncpu</a:t>
            </a: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to count CPU threads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Same build format as before: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scons build/{ISA}/gem5.{variant}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      -j {cpus}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If SCons asks about installing git hooks, press Enter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Takes ~30–60 min depending on the Mac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6035040" cy="2011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1F3A6E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If the build stops with errors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Run </a:t>
            </a:r>
            <a:r>
              <a:rPr kumimoji="0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brew update &amp;&amp; brew upgrade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, then build again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Still failing? Switch to Route B (Docker); it avoids macOS compiler issues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>
                <a:latin typeface="Times New Roman"/>
              </a:rPr>
              <a:t>Gem5 installation: in macOS (Route A: native)</a:t>
            </a: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58103C9-3CC7-9DDC-ADFF-232378642ED7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lvl="0" indent="0" algn="l" defTabSz="584200" rtl="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Running the first simulation</a:t>
            </a:r>
            <a:endParaRPr kumimoji="0" lang="en-US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E1EA4-BA2B-2B7B-5E43-D293D0A1C9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ctr" defTabSz="4107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FA2CCA-4016-444A-8A97-A6204D35368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389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Gill Sans"/>
              </a:rPr>
              <a:pPr marL="0" marR="0" lvl="0" indent="0" algn="ctr" defTabSz="4107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3893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8" name="Terminal window"/>
          <p:cNvSpPr/>
          <p:nvPr/>
        </p:nvSpPr>
        <p:spPr>
          <a:xfrm>
            <a:off x="548640" y="1737360"/>
            <a:ext cx="6400800" cy="19202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9" name="Oval 8"/>
          <p:cNvSpPr/>
          <p:nvPr/>
        </p:nvSpPr>
        <p:spPr>
          <a:xfrm>
            <a:off x="713232" y="184708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32688" y="1847088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52144" y="184708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Arial"/>
                <a:cs typeface="Helvetica"/>
                <a:sym typeface="Helvetica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84831"/>
            <a:ext cx="612648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build/X86/gem5.opt configs/learning_gem5/part1/simple.py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Beginning simulation!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Hello world!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Exiting @ tick 454646000 because exiting with last active thread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737360"/>
            <a:ext cx="4480560" cy="2194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simple.py runs a ready-made “Hello world” program that comes with gem5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Output folder </a:t>
            </a:r>
            <a:r>
              <a:rPr kumimoji="0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m5out</a:t>
            </a: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(stats.txt, config.ini) appears inside the gem5 folder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60520"/>
            <a:ext cx="11109960" cy="219456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 w="15875">
            <a:solidFill>
              <a:srgbClr val="C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59"/>
            <a:ext cx="10835640" cy="201167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1F3A6E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Important limitation of the native route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gem5 (SE mode) can only run </a:t>
            </a:r>
            <a:r>
              <a: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Linux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programs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gcc Fibonacci.c -o Fibonacci.out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on a Mac produces a </a:t>
            </a:r>
            <a:r>
              <a: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macOS</a:t>
            </a: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program that gem5 cannot load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To run your own C code, compile it inside Docker (Route B, next slides)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No KVM on macOS: KvmCPU is unavailable and full-system (FS) mode runs slowly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>
                <a:latin typeface="Times New Roman"/>
              </a:rPr>
              <a:t>Gem5 installation: in macOS (Route B: Docker)</a:t>
            </a: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58103C9-3CC7-9DDC-ADFF-232378642ED7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lvl="0" indent="0" algn="l" defTabSz="584200" rtl="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Installing Docker Desktop</a:t>
            </a:r>
            <a:endParaRPr kumimoji="0" lang="en-US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E1EA4-BA2B-2B7B-5E43-D293D0A1C9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ctr" defTabSz="4107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FA2CCA-4016-444A-8A97-A6204D35368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389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Gill Sans"/>
              </a:rPr>
              <a:pPr marL="0" marR="0" lvl="0" indent="0" algn="ctr" defTabSz="4107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3893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6400800" cy="4754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Go to </a:t>
            </a:r>
            <a:r>
              <a:rPr kumimoji="0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docker.com/products/docker-desktop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Download </a:t>
            </a:r>
            <a:r>
              <a:rPr kumimoji="0" sz="1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Docker Desktop for Mac</a:t>
            </a: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: choose </a:t>
            </a:r>
            <a:r>
              <a:rPr kumimoji="0" sz="1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Apple Silicon</a:t>
            </a: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or </a:t>
            </a:r>
            <a:r>
              <a:rPr kumimoji="0" sz="1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Intel chip</a:t>
            </a: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(from </a:t>
            </a:r>
            <a:r>
              <a:rPr kumimoji="0" sz="17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uname -m</a:t>
            </a: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)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Open the .dmg, drag Docker into Applications, launch it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Wait until the whale icon in the menu bar shows </a:t>
            </a:r>
            <a:r>
              <a:rPr kumimoji="0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Engine running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Settings ⚙ → Resources</a:t>
            </a: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: CPUs ≥ 4, Memory ≥ 8 GB, Disk ≥ 60 GB, then </a:t>
            </a:r>
            <a:r>
              <a:rPr kumimoji="0" sz="19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Apply &amp; restart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Verify in Terminal with the commands on the right</a:t>
            </a:r>
          </a:p>
        </p:txBody>
      </p:sp>
      <p:sp>
        <p:nvSpPr>
          <p:cNvPr id="9" name="Terminal window"/>
          <p:cNvSpPr/>
          <p:nvPr/>
        </p:nvSpPr>
        <p:spPr>
          <a:xfrm>
            <a:off x="7132320" y="1737360"/>
            <a:ext cx="4572000" cy="228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296912" y="184708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516367" y="1847088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735823" y="184708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0" y="1773936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Arial"/>
                <a:cs typeface="Helvetica"/>
                <a:sym typeface="Helvetica"/>
              </a:rPr>
              <a:t>Terminal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084831"/>
            <a:ext cx="4297680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docker --version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Docker version 27.x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docker run hello-world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Hello from Docker!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4251960"/>
            <a:ext cx="4572000" cy="1600200"/>
          </a:xfrm>
          <a:prstGeom prst="roundRect">
            <a:avLst>
              <a:gd name="adj" fmla="val 6000"/>
            </a:avLst>
          </a:prstGeom>
          <a:solidFill>
            <a:srgbClr val="EEEAF6"/>
          </a:solidFill>
          <a:ln w="15875">
            <a:solidFill>
              <a:srgbClr val="7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69480" y="4343400"/>
            <a:ext cx="429768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>
                <a:ln>
                  <a:noFill/>
                </a:ln>
                <a:solidFill>
                  <a:srgbClr val="1F3A6E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macOS running in VMware?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Enable </a:t>
            </a:r>
            <a:r>
              <a:rPr kumimoji="0" sz="16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Virtualize Intel VT-x/EPT</a:t>
            </a: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in VM settings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Check </a:t>
            </a: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sysctl kern.hv_support</a:t>
            </a: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prints </a:t>
            </a:r>
            <a:r>
              <a:rPr kumimoji="0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>
                <a:latin typeface="Times New Roman"/>
              </a:rPr>
              <a:t>Gem5 installation: in macOS (Route B: Docker)</a:t>
            </a: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58103C9-3CC7-9DDC-ADFF-232378642ED7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lvl="0" indent="0" algn="l" defTabSz="584200" rtl="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Starting the gem5 Ubuntu container</a:t>
            </a:r>
            <a:endParaRPr kumimoji="0" lang="en-US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E1EA4-BA2B-2B7B-5E43-D293D0A1C9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ctr" defTabSz="4107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FA2CCA-4016-444A-8A97-A6204D35368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389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Gill Sans"/>
              </a:rPr>
              <a:pPr marL="0" marR="0" lvl="0" indent="0" algn="ctr" defTabSz="4107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3893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8" name="Terminal window"/>
          <p:cNvSpPr/>
          <p:nvPr/>
        </p:nvSpPr>
        <p:spPr>
          <a:xfrm>
            <a:off x="548640" y="1737360"/>
            <a:ext cx="11064240" cy="196596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9" name="Oval 8"/>
          <p:cNvSpPr/>
          <p:nvPr/>
        </p:nvSpPr>
        <p:spPr>
          <a:xfrm>
            <a:off x="713232" y="184708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32688" y="1847088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52144" y="184708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Arial"/>
                <a:cs typeface="Helvetica"/>
                <a:sym typeface="Helvetica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84831"/>
            <a:ext cx="10789919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mkdir -p ~/gem5-work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docker pull ghcr.io/gem5/ubuntu-24.04_all-dependencies:v24-0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docker run -it --name gem5 -v ~/gem5-work:/workspace -w /workspace \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      ghcr.io/gem5/ubuntu-24.04_all-dependencies:v24-0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root@3f2a9c1d:/workspace#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5852160" cy="2560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1F3A6E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Instruction explained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pull</a:t>
            </a: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: downloads Ubuntu with all gem5 dependencies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-it</a:t>
            </a: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: gives an interactive terminal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--name gem5</a:t>
            </a: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: names the container for reuse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-v</a:t>
            </a: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: Mac folder ~/gem5-work = /workspace in Ubuntu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31920"/>
            <a:ext cx="5120640" cy="2560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1F3A6E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After this command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The prompt changes to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root@…:/workspace#</a:t>
            </a: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: you are now inside Ubuntu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Leave: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exit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Come back later: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docker start -ai gem5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>
                <a:latin typeface="Times New Roman"/>
              </a:rPr>
              <a:t>Gem5 installation: in macOS (Route B: Docker)</a:t>
            </a: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58103C9-3CC7-9DDC-ADFF-232378642ED7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lvl="0" indent="0" algn="l" defTabSz="584200" rtl="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All the steps are similar to original Ubuntu platform as previous</a:t>
            </a:r>
            <a:endParaRPr kumimoji="0" lang="en-US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E1EA4-BA2B-2B7B-5E43-D293D0A1C9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ctr" defTabSz="4107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FA2CCA-4016-444A-8A97-A6204D35368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389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Gill Sans"/>
              </a:rPr>
              <a:pPr marL="0" marR="0" lvl="0" indent="0" algn="ctr" defTabSz="4107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3893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8" name="Terminal window"/>
          <p:cNvSpPr/>
          <p:nvPr/>
        </p:nvSpPr>
        <p:spPr>
          <a:xfrm>
            <a:off x="548640" y="1737360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9" name="Oval 8"/>
          <p:cNvSpPr/>
          <p:nvPr/>
        </p:nvSpPr>
        <p:spPr>
          <a:xfrm>
            <a:off x="713232" y="184708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0" name="Oval 9"/>
          <p:cNvSpPr/>
          <p:nvPr/>
        </p:nvSpPr>
        <p:spPr>
          <a:xfrm>
            <a:off x="932688" y="1847088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52144" y="184708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Arial"/>
                <a:cs typeface="Helvetica"/>
                <a:sym typeface="Helvetica"/>
              </a:rPr>
              <a:t>root@gem5: /workspace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84831"/>
            <a:ext cx="5212080" cy="1965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# inside the container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git clone https://github.com/gem5/gem5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cd gem5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scons build/X86/gem5.opt -j 4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4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build/X86/gem5.opt \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   configs/learning_gem5/part1/simple.py</a:t>
            </a:r>
          </a:p>
        </p:txBody>
      </p:sp>
      <p:sp>
        <p:nvSpPr>
          <p:cNvPr id="14" name="Terminal window"/>
          <p:cNvSpPr/>
          <p:nvPr/>
        </p:nvSpPr>
        <p:spPr>
          <a:xfrm>
            <a:off x="6263640" y="1737360"/>
            <a:ext cx="5394960" cy="237744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428231" y="184708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647688" y="1847088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867144" y="184708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63640" y="1773936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Arial"/>
                <a:cs typeface="Helvetica"/>
                <a:sym typeface="Helvetica"/>
              </a:rPr>
              <a:t>root@gem5: /workspace/gem5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84831"/>
            <a:ext cx="5120640" cy="1965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# Apple Silicon: cross-compile for x86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apt update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apt install -y gcc-x86-64-linux-gnu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3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x86_64-linux-gnu-gcc -static \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    Fibonacci.c -o Fibonacci.out</a:t>
            </a:r>
          </a:p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# Intel Mac: plain gcc -static works</a:t>
            </a:r>
          </a:p>
        </p:txBody>
      </p:sp>
      <p:sp>
        <p:nvSpPr>
          <p:cNvPr id="20" name="Terminal window"/>
          <p:cNvSpPr/>
          <p:nvPr/>
        </p:nvSpPr>
        <p:spPr>
          <a:xfrm>
            <a:off x="548640" y="4343400"/>
            <a:ext cx="11109960" cy="8686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13232" y="4453128"/>
            <a:ext cx="128016" cy="128016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932688" y="4453128"/>
            <a:ext cx="128016" cy="128016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152144" y="4453128"/>
            <a:ext cx="128016" cy="128016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Light"/>
              <a:sym typeface="Helvetic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4379976"/>
            <a:ext cx="11109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Arial"/>
                <a:cs typeface="Helvetica"/>
                <a:sym typeface="Helvetica"/>
              </a:rPr>
              <a:t>Run Fibonacci.out in gem5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90872"/>
            <a:ext cx="10835640" cy="4571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0" marR="0" lvl="0" indent="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4EC97A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$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./build/X86/gem5.opt configs/deprecated/example/se.py -c ./Fibonacci.out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Apple Silicon containers are ARM-based, so a plain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gcc</a:t>
            </a: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makes an ARM program;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-static</a:t>
            </a: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bundles the libraries gem5 needs</a:t>
            </a:r>
          </a:p>
          <a:p>
            <a:pPr marL="285750" marR="0" lvl="0" indent="-28575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Results are visible on the Mac in </a:t>
            </a:r>
            <a:r>
              <a:rPr kumimoji="0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cs typeface="Helvetica"/>
                <a:sym typeface="Helvetica"/>
              </a:rPr>
              <a:t>~/gem5-work/gem5/m5out</a:t>
            </a:r>
            <a:r>
              <a:rPr kumimoji="0" sz="1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Helvetica"/>
                <a:sym typeface="Helvetica"/>
              </a:rPr>
              <a:t> (open with Finder or any editor)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>
                <a:latin typeface="Times New Roman"/>
              </a:rPr>
              <a:t>Gem5 installation in macOS: troubleshooting</a:t>
            </a: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58103C9-3CC7-9DDC-ADFF-232378642ED7}"/>
              </a:ext>
            </a:extLst>
          </p:cNvPr>
          <p:cNvSpPr/>
          <p:nvPr/>
        </p:nvSpPr>
        <p:spPr>
          <a:xfrm>
            <a:off x="533558" y="1007582"/>
            <a:ext cx="10656058" cy="548640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lvl="0" indent="0" algn="l" defTabSz="584200" rtl="0" eaLnBrk="1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Common errors and fixes</a:t>
            </a:r>
            <a:endParaRPr kumimoji="0" lang="en-US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E1EA4-BA2B-2B7B-5E43-D293D0A1C92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ctr" defTabSz="4107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FA2CCA-4016-444A-8A97-A6204D353686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389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Gill Sans"/>
              </a:rPr>
              <a:pPr marL="0" marR="0" lvl="0" indent="0" algn="ctr" defTabSz="4107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3893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Gill Sans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109960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Problem</a:t>
                      </a:r>
                    </a:p>
                  </a:txBody>
                  <a:tcPr marL="73152" marR="73152" marT="27432" marB="27432" anchor="ctr"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Fix</a:t>
                      </a:r>
                    </a:p>
                  </a:txBody>
                  <a:tcPr marL="73152" marR="73152" marT="27432" marB="27432" anchor="ctr">
                    <a:solidFill>
                      <a:srgbClr val="1F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Build stops with “Killed” during scons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Out of memory: use -j 2, or raise Docker Memory in Settings → Resources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“brew: command not found” (Apple Silicon)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Run the brew shellenv commands, then reopen Terminal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“Cannot connect to the Docker daemon”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Open Docker Desktop and wait for “Engine running”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gem5 cannot load my compiled program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It was built for macOS or ARM: compile in Docker with x86_64-linux-gnu-gcc -static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Docker very slow on Apple Silicon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Do not add --platform linux/amd64; use the default ARM image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Docker will not start inside a VMware macOS VM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Enable VT-x/EPT in VMware; check sysctl kern.hv_support = 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“xcrun: error: invalid active developer path”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/>
                        </a:rPr>
                        <a:t>Run xcode-select --install again (common after macOS updates)</a:t>
                      </a:r>
                    </a:p>
                  </a:txBody>
                  <a:tcPr marL="73152" marR="73152" marT="27432" marB="27432"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C5257-1E76-2BB0-971A-BF1D38D96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F00697-EB24-22B8-7634-34B37E44CDD1}"/>
              </a:ext>
            </a:extLst>
          </p:cNvPr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8187F1E-ED1E-68E5-867B-64FA72743DE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8636000" y="0"/>
            <a:ext cx="3556000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F58935A4-8B8C-428B-B652-A071D6965E47}"/>
              </a:ext>
            </a:extLst>
          </p:cNvPr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5" name="Image 1" descr="MEST — National Microelectronics Security Training Center logo">
            <a:extLst>
              <a:ext uri="{FF2B5EF4-FFF2-40B4-BE49-F238E27FC236}">
                <a16:creationId xmlns:a16="http://schemas.microsoft.com/office/drawing/2014/main" id="{803D8DC6-F0D2-25F6-6A37-F13EB4C220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5" r="-45"/>
          <a:stretch/>
        </p:blipFill>
        <p:spPr>
          <a:xfrm>
            <a:off x="812800" y="609600"/>
            <a:ext cx="952500" cy="92075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69075C40-BDF2-5CA4-3690-1137F7E4568A}"/>
              </a:ext>
            </a:extLst>
          </p:cNvPr>
          <p:cNvSpPr/>
          <p:nvPr/>
        </p:nvSpPr>
        <p:spPr>
          <a:xfrm>
            <a:off x="2019300" y="749300"/>
            <a:ext cx="12700" cy="635000"/>
          </a:xfrm>
          <a:prstGeom prst="rect">
            <a:avLst/>
          </a:prstGeom>
          <a:solidFill>
            <a:srgbClr val="D6D2C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7" name="Image 2" descr="Florida International University logo">
            <a:extLst>
              <a:ext uri="{FF2B5EF4-FFF2-40B4-BE49-F238E27FC236}">
                <a16:creationId xmlns:a16="http://schemas.microsoft.com/office/drawing/2014/main" id="{69F8B8B8-840E-CD49-976F-6B90C0A181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3300" y="698500"/>
            <a:ext cx="996950" cy="74295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E93EEFF5-6DC7-267C-53CE-0FB417795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2794000"/>
            <a:ext cx="758698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000" b="1" i="0" dirty="0">
                <a:solidFill>
                  <a:srgbClr val="0B1F3F"/>
                </a:solidFill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Thank you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B33E139-0D89-ADB4-5E93-E0CE13809153}"/>
              </a:ext>
            </a:extLst>
          </p:cNvPr>
          <p:cNvSpPr/>
          <p:nvPr/>
        </p:nvSpPr>
        <p:spPr>
          <a:xfrm>
            <a:off x="812800" y="4063999"/>
            <a:ext cx="6772988" cy="45719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13" name="Image 3" descr="SeRLoP Research logo">
            <a:extLst>
              <a:ext uri="{FF2B5EF4-FFF2-40B4-BE49-F238E27FC236}">
                <a16:creationId xmlns:a16="http://schemas.microsoft.com/office/drawing/2014/main" id="{3A1162CB-6FBB-D84C-BEF8-BA21FCCC77C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11" r="-811"/>
          <a:stretch/>
        </p:blipFill>
        <p:spPr>
          <a:xfrm>
            <a:off x="222250" y="6534150"/>
            <a:ext cx="1555750" cy="165100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FC5D018E-C913-09D6-99B4-B88734615F8C}"/>
              </a:ext>
            </a:extLst>
          </p:cNvPr>
          <p:cNvSpPr/>
          <p:nvPr/>
        </p:nvSpPr>
        <p:spPr>
          <a:xfrm>
            <a:off x="10363200" y="6238280"/>
            <a:ext cx="1016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D4E5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98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8858538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9DA02-E1CF-FCD4-FAF8-66F2CA10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race 15">
            <a:extLst>
              <a:ext uri="{FF2B5EF4-FFF2-40B4-BE49-F238E27FC236}">
                <a16:creationId xmlns:a16="http://schemas.microsoft.com/office/drawing/2014/main" id="{6D51462E-5B5A-4474-636A-C415C82D6176}"/>
              </a:ext>
            </a:extLst>
          </p:cNvPr>
          <p:cNvSpPr/>
          <p:nvPr/>
        </p:nvSpPr>
        <p:spPr>
          <a:xfrm>
            <a:off x="8153400" y="0"/>
            <a:ext cx="0" cy="3524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7" name="Trace 16">
            <a:extLst>
              <a:ext uri="{FF2B5EF4-FFF2-40B4-BE49-F238E27FC236}">
                <a16:creationId xmlns:a16="http://schemas.microsoft.com/office/drawing/2014/main" id="{8E0E3AF4-5B0F-7826-4420-311B44C8285A}"/>
              </a:ext>
            </a:extLst>
          </p:cNvPr>
          <p:cNvSpPr/>
          <p:nvPr/>
        </p:nvSpPr>
        <p:spPr>
          <a:xfrm>
            <a:off x="86677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9" name="Trace 18">
            <a:extLst>
              <a:ext uri="{FF2B5EF4-FFF2-40B4-BE49-F238E27FC236}">
                <a16:creationId xmlns:a16="http://schemas.microsoft.com/office/drawing/2014/main" id="{AB9A5823-BD68-8A44-BA0E-AA1415E6F4F7}"/>
              </a:ext>
            </a:extLst>
          </p:cNvPr>
          <p:cNvSpPr/>
          <p:nvPr/>
        </p:nvSpPr>
        <p:spPr>
          <a:xfrm>
            <a:off x="93535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0" name="Trace 19">
            <a:extLst>
              <a:ext uri="{FF2B5EF4-FFF2-40B4-BE49-F238E27FC236}">
                <a16:creationId xmlns:a16="http://schemas.microsoft.com/office/drawing/2014/main" id="{F013ADBF-D932-05DA-08CA-4245AB82AE7F}"/>
              </a:ext>
            </a:extLst>
          </p:cNvPr>
          <p:cNvSpPr/>
          <p:nvPr/>
        </p:nvSpPr>
        <p:spPr>
          <a:xfrm>
            <a:off x="96964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2" name="Trace 21">
            <a:extLst>
              <a:ext uri="{FF2B5EF4-FFF2-40B4-BE49-F238E27FC236}">
                <a16:creationId xmlns:a16="http://schemas.microsoft.com/office/drawing/2014/main" id="{6F00FA67-E74D-7937-B51C-A1652979878C}"/>
              </a:ext>
            </a:extLst>
          </p:cNvPr>
          <p:cNvSpPr/>
          <p:nvPr/>
        </p:nvSpPr>
        <p:spPr>
          <a:xfrm>
            <a:off x="103822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" name="Trace 24">
            <a:extLst>
              <a:ext uri="{FF2B5EF4-FFF2-40B4-BE49-F238E27FC236}">
                <a16:creationId xmlns:a16="http://schemas.microsoft.com/office/drawing/2014/main" id="{AEEC5E75-D75C-5DF4-AA29-77FD3209DCB9}"/>
              </a:ext>
            </a:extLst>
          </p:cNvPr>
          <p:cNvSpPr/>
          <p:nvPr/>
        </p:nvSpPr>
        <p:spPr>
          <a:xfrm>
            <a:off x="10896600" y="0"/>
            <a:ext cx="0" cy="3524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D59CAA56-CABA-753A-7350-69A2928EA771}"/>
              </a:ext>
            </a:extLst>
          </p:cNvPr>
          <p:cNvGrpSpPr/>
          <p:nvPr/>
        </p:nvGrpSpPr>
        <p:grpSpPr>
          <a:xfrm>
            <a:off x="7674610" y="1028700"/>
            <a:ext cx="4517390" cy="5689282"/>
            <a:chOff x="7223760" y="352425"/>
            <a:chExt cx="4968240" cy="4463415"/>
          </a:xfrm>
        </p:grpSpPr>
        <p:sp>
          <p:nvSpPr>
            <p:cNvPr id="2" name="Trace 1">
              <a:extLst>
                <a:ext uri="{FF2B5EF4-FFF2-40B4-BE49-F238E27FC236}">
                  <a16:creationId xmlns:a16="http://schemas.microsoft.com/office/drawing/2014/main" id="{A2DA02B7-A35D-ABB5-C7E5-75E9A48ED6DF}"/>
                </a:ext>
              </a:extLst>
            </p:cNvPr>
            <p:cNvSpPr/>
            <p:nvPr/>
          </p:nvSpPr>
          <p:spPr>
            <a:xfrm>
              <a:off x="11325225" y="1295400"/>
              <a:ext cx="2476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" name="Trace 2">
              <a:extLst>
                <a:ext uri="{FF2B5EF4-FFF2-40B4-BE49-F238E27FC236}">
                  <a16:creationId xmlns:a16="http://schemas.microsoft.com/office/drawing/2014/main" id="{1909CC2E-8D20-EF01-F9E1-93407E8793A7}"/>
                </a:ext>
              </a:extLst>
            </p:cNvPr>
            <p:cNvSpPr/>
            <p:nvPr/>
          </p:nvSpPr>
          <p:spPr>
            <a:xfrm flipV="1">
              <a:off x="11572875" y="1057275"/>
              <a:ext cx="238125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" name="Trace 3">
              <a:extLst>
                <a:ext uri="{FF2B5EF4-FFF2-40B4-BE49-F238E27FC236}">
                  <a16:creationId xmlns:a16="http://schemas.microsoft.com/office/drawing/2014/main" id="{4430417A-A9E5-EC96-3D2A-79B574AF618D}"/>
                </a:ext>
              </a:extLst>
            </p:cNvPr>
            <p:cNvSpPr/>
            <p:nvPr/>
          </p:nvSpPr>
          <p:spPr>
            <a:xfrm>
              <a:off x="11811000" y="1057275"/>
              <a:ext cx="3810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" name="Trace 4">
              <a:extLst>
                <a:ext uri="{FF2B5EF4-FFF2-40B4-BE49-F238E27FC236}">
                  <a16:creationId xmlns:a16="http://schemas.microsoft.com/office/drawing/2014/main" id="{5E80B1F1-C9F4-F4A0-DE97-AF28AD11403C}"/>
                </a:ext>
              </a:extLst>
            </p:cNvPr>
            <p:cNvSpPr/>
            <p:nvPr/>
          </p:nvSpPr>
          <p:spPr>
            <a:xfrm>
              <a:off x="11325225" y="16383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" name="Trace 5">
              <a:extLst>
                <a:ext uri="{FF2B5EF4-FFF2-40B4-BE49-F238E27FC236}">
                  <a16:creationId xmlns:a16="http://schemas.microsoft.com/office/drawing/2014/main" id="{E0353B2C-D891-26EF-9986-8E916CD75A3C}"/>
                </a:ext>
              </a:extLst>
            </p:cNvPr>
            <p:cNvSpPr/>
            <p:nvPr/>
          </p:nvSpPr>
          <p:spPr>
            <a:xfrm>
              <a:off x="11325225" y="1981200"/>
              <a:ext cx="3524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" name="Trace 6">
              <a:extLst>
                <a:ext uri="{FF2B5EF4-FFF2-40B4-BE49-F238E27FC236}">
                  <a16:creationId xmlns:a16="http://schemas.microsoft.com/office/drawing/2014/main" id="{4B8615CD-BAE8-ABA4-1505-E843116E19D3}"/>
                </a:ext>
              </a:extLst>
            </p:cNvPr>
            <p:cNvSpPr/>
            <p:nvPr/>
          </p:nvSpPr>
          <p:spPr>
            <a:xfrm>
              <a:off x="11325225" y="23241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" name="Trace 7">
              <a:extLst>
                <a:ext uri="{FF2B5EF4-FFF2-40B4-BE49-F238E27FC236}">
                  <a16:creationId xmlns:a16="http://schemas.microsoft.com/office/drawing/2014/main" id="{C46230AF-0B75-FD32-1660-E14E37590A78}"/>
                </a:ext>
              </a:extLst>
            </p:cNvPr>
            <p:cNvSpPr/>
            <p:nvPr/>
          </p:nvSpPr>
          <p:spPr>
            <a:xfrm>
              <a:off x="11325225" y="26670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" name="Trace 8">
              <a:extLst>
                <a:ext uri="{FF2B5EF4-FFF2-40B4-BE49-F238E27FC236}">
                  <a16:creationId xmlns:a16="http://schemas.microsoft.com/office/drawing/2014/main" id="{178B1F34-5609-0AB5-223C-E4508BFB6911}"/>
                </a:ext>
              </a:extLst>
            </p:cNvPr>
            <p:cNvSpPr/>
            <p:nvPr/>
          </p:nvSpPr>
          <p:spPr>
            <a:xfrm>
              <a:off x="11325225" y="3009900"/>
              <a:ext cx="3143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" name="Trace 9">
              <a:extLst>
                <a:ext uri="{FF2B5EF4-FFF2-40B4-BE49-F238E27FC236}">
                  <a16:creationId xmlns:a16="http://schemas.microsoft.com/office/drawing/2014/main" id="{BC359A7E-7722-D7D0-BF18-8EDE9085523A}"/>
                </a:ext>
              </a:extLst>
            </p:cNvPr>
            <p:cNvSpPr/>
            <p:nvPr/>
          </p:nvSpPr>
          <p:spPr>
            <a:xfrm>
              <a:off x="11325225" y="3352800"/>
              <a:ext cx="2476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" name="Trace 10">
              <a:extLst>
                <a:ext uri="{FF2B5EF4-FFF2-40B4-BE49-F238E27FC236}">
                  <a16:creationId xmlns:a16="http://schemas.microsoft.com/office/drawing/2014/main" id="{829E416E-95C5-8465-48C4-D1911440BF08}"/>
                </a:ext>
              </a:extLst>
            </p:cNvPr>
            <p:cNvSpPr/>
            <p:nvPr/>
          </p:nvSpPr>
          <p:spPr>
            <a:xfrm>
              <a:off x="11572875" y="3352800"/>
              <a:ext cx="238125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" name="Trace 11">
              <a:extLst>
                <a:ext uri="{FF2B5EF4-FFF2-40B4-BE49-F238E27FC236}">
                  <a16:creationId xmlns:a16="http://schemas.microsoft.com/office/drawing/2014/main" id="{2D6C3058-1B5B-F65E-AAFE-503297974A72}"/>
                </a:ext>
              </a:extLst>
            </p:cNvPr>
            <p:cNvSpPr/>
            <p:nvPr/>
          </p:nvSpPr>
          <p:spPr>
            <a:xfrm>
              <a:off x="11811000" y="3590925"/>
              <a:ext cx="3810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" name="Trace 12">
              <a:extLst>
                <a:ext uri="{FF2B5EF4-FFF2-40B4-BE49-F238E27FC236}">
                  <a16:creationId xmlns:a16="http://schemas.microsoft.com/office/drawing/2014/main" id="{228EECA6-C624-D8A0-09FC-30509DD9155B}"/>
                </a:ext>
              </a:extLst>
            </p:cNvPr>
            <p:cNvSpPr/>
            <p:nvPr/>
          </p:nvSpPr>
          <p:spPr>
            <a:xfrm>
              <a:off x="11325225" y="36957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" name="Trace 13">
              <a:extLst>
                <a:ext uri="{FF2B5EF4-FFF2-40B4-BE49-F238E27FC236}">
                  <a16:creationId xmlns:a16="http://schemas.microsoft.com/office/drawing/2014/main" id="{5DD49BEE-A082-CE6A-832D-F9826077BAB5}"/>
                </a:ext>
              </a:extLst>
            </p:cNvPr>
            <p:cNvSpPr/>
            <p:nvPr/>
          </p:nvSpPr>
          <p:spPr>
            <a:xfrm>
              <a:off x="8324850" y="523875"/>
              <a:ext cx="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" name="Trace 14">
              <a:extLst>
                <a:ext uri="{FF2B5EF4-FFF2-40B4-BE49-F238E27FC236}">
                  <a16:creationId xmlns:a16="http://schemas.microsoft.com/office/drawing/2014/main" id="{BFB0B1F7-4ECA-6F8C-44F2-5411F3B8932A}"/>
                </a:ext>
              </a:extLst>
            </p:cNvPr>
            <p:cNvSpPr/>
            <p:nvPr/>
          </p:nvSpPr>
          <p:spPr>
            <a:xfrm>
              <a:off x="8153400" y="352425"/>
              <a:ext cx="17145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" name="Trace 17">
              <a:extLst>
                <a:ext uri="{FF2B5EF4-FFF2-40B4-BE49-F238E27FC236}">
                  <a16:creationId xmlns:a16="http://schemas.microsoft.com/office/drawing/2014/main" id="{3338007A-AD54-9AB3-50BF-718C4C653A95}"/>
                </a:ext>
              </a:extLst>
            </p:cNvPr>
            <p:cNvSpPr/>
            <p:nvPr/>
          </p:nvSpPr>
          <p:spPr>
            <a:xfrm>
              <a:off x="9010650" y="457200"/>
              <a:ext cx="0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" name="Trace 20">
              <a:extLst>
                <a:ext uri="{FF2B5EF4-FFF2-40B4-BE49-F238E27FC236}">
                  <a16:creationId xmlns:a16="http://schemas.microsoft.com/office/drawing/2014/main" id="{BCEEF435-DAAF-7AEB-CFE8-8ED74A51838B}"/>
                </a:ext>
              </a:extLst>
            </p:cNvPr>
            <p:cNvSpPr/>
            <p:nvPr/>
          </p:nvSpPr>
          <p:spPr>
            <a:xfrm>
              <a:off x="10039350" y="457200"/>
              <a:ext cx="0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" name="Trace 22">
              <a:extLst>
                <a:ext uri="{FF2B5EF4-FFF2-40B4-BE49-F238E27FC236}">
                  <a16:creationId xmlns:a16="http://schemas.microsoft.com/office/drawing/2014/main" id="{C03591DF-A0A5-085A-CA0E-3FDF568225DC}"/>
                </a:ext>
              </a:extLst>
            </p:cNvPr>
            <p:cNvSpPr/>
            <p:nvPr/>
          </p:nvSpPr>
          <p:spPr>
            <a:xfrm>
              <a:off x="10725150" y="523875"/>
              <a:ext cx="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" name="Trace 23">
              <a:extLst>
                <a:ext uri="{FF2B5EF4-FFF2-40B4-BE49-F238E27FC236}">
                  <a16:creationId xmlns:a16="http://schemas.microsoft.com/office/drawing/2014/main" id="{FB0F0896-F04E-201D-BF81-6B02AAC10357}"/>
                </a:ext>
              </a:extLst>
            </p:cNvPr>
            <p:cNvSpPr/>
            <p:nvPr/>
          </p:nvSpPr>
          <p:spPr>
            <a:xfrm flipV="1">
              <a:off x="10725150" y="352425"/>
              <a:ext cx="17145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6" name="Trace 25">
              <a:extLst>
                <a:ext uri="{FF2B5EF4-FFF2-40B4-BE49-F238E27FC236}">
                  <a16:creationId xmlns:a16="http://schemas.microsoft.com/office/drawing/2014/main" id="{4BAFC2D8-6105-5ABB-7399-F95D1B276A74}"/>
                </a:ext>
              </a:extLst>
            </p:cNvPr>
            <p:cNvSpPr/>
            <p:nvPr/>
          </p:nvSpPr>
          <p:spPr>
            <a:xfrm>
              <a:off x="8324850" y="4295775"/>
              <a:ext cx="0" cy="1809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7" name="Trace 26">
              <a:extLst>
                <a:ext uri="{FF2B5EF4-FFF2-40B4-BE49-F238E27FC236}">
                  <a16:creationId xmlns:a16="http://schemas.microsoft.com/office/drawing/2014/main" id="{C025DB3F-B2D3-971B-6D10-177A61493860}"/>
                </a:ext>
              </a:extLst>
            </p:cNvPr>
            <p:cNvSpPr/>
            <p:nvPr/>
          </p:nvSpPr>
          <p:spPr>
            <a:xfrm flipV="1">
              <a:off x="8096250" y="4476750"/>
              <a:ext cx="228600" cy="22860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8" name="Trace 27">
              <a:extLst>
                <a:ext uri="{FF2B5EF4-FFF2-40B4-BE49-F238E27FC236}">
                  <a16:creationId xmlns:a16="http://schemas.microsoft.com/office/drawing/2014/main" id="{46F6A54C-E8BE-FA88-3897-FE53AB3D11B2}"/>
                </a:ext>
              </a:extLst>
            </p:cNvPr>
            <p:cNvSpPr/>
            <p:nvPr/>
          </p:nvSpPr>
          <p:spPr>
            <a:xfrm>
              <a:off x="7524750" y="4705350"/>
              <a:ext cx="5715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9" name="Trace 28">
              <a:extLst>
                <a:ext uri="{FF2B5EF4-FFF2-40B4-BE49-F238E27FC236}">
                  <a16:creationId xmlns:a16="http://schemas.microsoft.com/office/drawing/2014/main" id="{2AE8DBDE-C72A-E67C-30E7-691B2E405349}"/>
                </a:ext>
              </a:extLst>
            </p:cNvPr>
            <p:cNvSpPr/>
            <p:nvPr/>
          </p:nvSpPr>
          <p:spPr>
            <a:xfrm>
              <a:off x="86677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0" name="Trace 29">
              <a:extLst>
                <a:ext uri="{FF2B5EF4-FFF2-40B4-BE49-F238E27FC236}">
                  <a16:creationId xmlns:a16="http://schemas.microsoft.com/office/drawing/2014/main" id="{5634E0ED-3167-D24D-963C-36BC0C40037E}"/>
                </a:ext>
              </a:extLst>
            </p:cNvPr>
            <p:cNvSpPr/>
            <p:nvPr/>
          </p:nvSpPr>
          <p:spPr>
            <a:xfrm>
              <a:off x="90106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1" name="Trace 30">
              <a:extLst>
                <a:ext uri="{FF2B5EF4-FFF2-40B4-BE49-F238E27FC236}">
                  <a16:creationId xmlns:a16="http://schemas.microsoft.com/office/drawing/2014/main" id="{66DC6D07-6C3C-BE18-B67B-6E016E7A3541}"/>
                </a:ext>
              </a:extLst>
            </p:cNvPr>
            <p:cNvSpPr/>
            <p:nvPr/>
          </p:nvSpPr>
          <p:spPr>
            <a:xfrm>
              <a:off x="93535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2" name="Trace 31">
              <a:extLst>
                <a:ext uri="{FF2B5EF4-FFF2-40B4-BE49-F238E27FC236}">
                  <a16:creationId xmlns:a16="http://schemas.microsoft.com/office/drawing/2014/main" id="{FD98238F-F4F9-FECD-7C84-649370FB8848}"/>
                </a:ext>
              </a:extLst>
            </p:cNvPr>
            <p:cNvSpPr/>
            <p:nvPr/>
          </p:nvSpPr>
          <p:spPr>
            <a:xfrm>
              <a:off x="96964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3" name="Trace 32">
              <a:extLst>
                <a:ext uri="{FF2B5EF4-FFF2-40B4-BE49-F238E27FC236}">
                  <a16:creationId xmlns:a16="http://schemas.microsoft.com/office/drawing/2014/main" id="{789E5F35-8E21-3278-0EE7-33F943DBC788}"/>
                </a:ext>
              </a:extLst>
            </p:cNvPr>
            <p:cNvSpPr/>
            <p:nvPr/>
          </p:nvSpPr>
          <p:spPr>
            <a:xfrm>
              <a:off x="100393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4" name="Trace 33">
              <a:extLst>
                <a:ext uri="{FF2B5EF4-FFF2-40B4-BE49-F238E27FC236}">
                  <a16:creationId xmlns:a16="http://schemas.microsoft.com/office/drawing/2014/main" id="{A045C237-0987-8160-CE37-97022BCD15ED}"/>
                </a:ext>
              </a:extLst>
            </p:cNvPr>
            <p:cNvSpPr/>
            <p:nvPr/>
          </p:nvSpPr>
          <p:spPr>
            <a:xfrm>
              <a:off x="103822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5" name="Trace 34">
              <a:extLst>
                <a:ext uri="{FF2B5EF4-FFF2-40B4-BE49-F238E27FC236}">
                  <a16:creationId xmlns:a16="http://schemas.microsoft.com/office/drawing/2014/main" id="{20162F4A-B85F-DCF6-4860-96EFEAD0AB95}"/>
                </a:ext>
              </a:extLst>
            </p:cNvPr>
            <p:cNvSpPr/>
            <p:nvPr/>
          </p:nvSpPr>
          <p:spPr>
            <a:xfrm>
              <a:off x="10725150" y="4295775"/>
              <a:ext cx="0" cy="1809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6" name="Trace 35">
              <a:extLst>
                <a:ext uri="{FF2B5EF4-FFF2-40B4-BE49-F238E27FC236}">
                  <a16:creationId xmlns:a16="http://schemas.microsoft.com/office/drawing/2014/main" id="{2BB09E3D-6E0B-C56C-485E-8A09ECE93E6D}"/>
                </a:ext>
              </a:extLst>
            </p:cNvPr>
            <p:cNvSpPr/>
            <p:nvPr/>
          </p:nvSpPr>
          <p:spPr>
            <a:xfrm>
              <a:off x="10725150" y="4476750"/>
              <a:ext cx="228600" cy="22860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7" name="Trace 36">
              <a:extLst>
                <a:ext uri="{FF2B5EF4-FFF2-40B4-BE49-F238E27FC236}">
                  <a16:creationId xmlns:a16="http://schemas.microsoft.com/office/drawing/2014/main" id="{EC84289D-D0D5-8F28-40F9-28609E48509B}"/>
                </a:ext>
              </a:extLst>
            </p:cNvPr>
            <p:cNvSpPr/>
            <p:nvPr/>
          </p:nvSpPr>
          <p:spPr>
            <a:xfrm>
              <a:off x="10953750" y="4705350"/>
              <a:ext cx="12382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8" name="Trace 37">
              <a:extLst>
                <a:ext uri="{FF2B5EF4-FFF2-40B4-BE49-F238E27FC236}">
                  <a16:creationId xmlns:a16="http://schemas.microsoft.com/office/drawing/2014/main" id="{5081808B-1995-B0A4-A1E3-34B2B0438C34}"/>
                </a:ext>
              </a:extLst>
            </p:cNvPr>
            <p:cNvSpPr/>
            <p:nvPr/>
          </p:nvSpPr>
          <p:spPr>
            <a:xfrm>
              <a:off x="7258050" y="12954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9" name="Trace 38">
              <a:extLst>
                <a:ext uri="{FF2B5EF4-FFF2-40B4-BE49-F238E27FC236}">
                  <a16:creationId xmlns:a16="http://schemas.microsoft.com/office/drawing/2014/main" id="{482AA035-9886-7DB1-BA84-F985FC3DAC62}"/>
                </a:ext>
              </a:extLst>
            </p:cNvPr>
            <p:cNvSpPr/>
            <p:nvPr/>
          </p:nvSpPr>
          <p:spPr>
            <a:xfrm>
              <a:off x="7467600" y="16383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0" name="Trace 39">
              <a:extLst>
                <a:ext uri="{FF2B5EF4-FFF2-40B4-BE49-F238E27FC236}">
                  <a16:creationId xmlns:a16="http://schemas.microsoft.com/office/drawing/2014/main" id="{F6323BCC-9A8B-F7C8-EB0A-6C17CB917416}"/>
                </a:ext>
              </a:extLst>
            </p:cNvPr>
            <p:cNvSpPr/>
            <p:nvPr/>
          </p:nvSpPr>
          <p:spPr>
            <a:xfrm>
              <a:off x="7258050" y="19812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1" name="Trace 40">
              <a:extLst>
                <a:ext uri="{FF2B5EF4-FFF2-40B4-BE49-F238E27FC236}">
                  <a16:creationId xmlns:a16="http://schemas.microsoft.com/office/drawing/2014/main" id="{E1067E49-4D6E-5951-F7AA-197AAE0AD2E1}"/>
                </a:ext>
              </a:extLst>
            </p:cNvPr>
            <p:cNvSpPr/>
            <p:nvPr/>
          </p:nvSpPr>
          <p:spPr>
            <a:xfrm>
              <a:off x="7467600" y="23241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2" name="Trace 41">
              <a:extLst>
                <a:ext uri="{FF2B5EF4-FFF2-40B4-BE49-F238E27FC236}">
                  <a16:creationId xmlns:a16="http://schemas.microsoft.com/office/drawing/2014/main" id="{9541A927-6509-71CD-5C90-C59306871C1B}"/>
                </a:ext>
              </a:extLst>
            </p:cNvPr>
            <p:cNvSpPr/>
            <p:nvPr/>
          </p:nvSpPr>
          <p:spPr>
            <a:xfrm>
              <a:off x="7258050" y="26670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3" name="Trace 42">
              <a:extLst>
                <a:ext uri="{FF2B5EF4-FFF2-40B4-BE49-F238E27FC236}">
                  <a16:creationId xmlns:a16="http://schemas.microsoft.com/office/drawing/2014/main" id="{77100FCF-34CB-560B-35E6-EBDA46085E01}"/>
                </a:ext>
              </a:extLst>
            </p:cNvPr>
            <p:cNvSpPr/>
            <p:nvPr/>
          </p:nvSpPr>
          <p:spPr>
            <a:xfrm>
              <a:off x="7467600" y="30099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4" name="Trace 43">
              <a:extLst>
                <a:ext uri="{FF2B5EF4-FFF2-40B4-BE49-F238E27FC236}">
                  <a16:creationId xmlns:a16="http://schemas.microsoft.com/office/drawing/2014/main" id="{1D423814-84B9-8354-F358-872ACB086590}"/>
                </a:ext>
              </a:extLst>
            </p:cNvPr>
            <p:cNvSpPr/>
            <p:nvPr/>
          </p:nvSpPr>
          <p:spPr>
            <a:xfrm>
              <a:off x="7258050" y="33528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5" name="Trace 44">
              <a:extLst>
                <a:ext uri="{FF2B5EF4-FFF2-40B4-BE49-F238E27FC236}">
                  <a16:creationId xmlns:a16="http://schemas.microsoft.com/office/drawing/2014/main" id="{FE629C59-3489-611B-8CA3-2D089DF36495}"/>
                </a:ext>
              </a:extLst>
            </p:cNvPr>
            <p:cNvSpPr/>
            <p:nvPr/>
          </p:nvSpPr>
          <p:spPr>
            <a:xfrm>
              <a:off x="7467600" y="36957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6" name="Via 1">
              <a:extLst>
                <a:ext uri="{FF2B5EF4-FFF2-40B4-BE49-F238E27FC236}">
                  <a16:creationId xmlns:a16="http://schemas.microsoft.com/office/drawing/2014/main" id="{30862404-4165-3B95-FD4F-C8986C347094}"/>
                </a:ext>
              </a:extLst>
            </p:cNvPr>
            <p:cNvSpPr/>
            <p:nvPr/>
          </p:nvSpPr>
          <p:spPr>
            <a:xfrm>
              <a:off x="11643360" y="1946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7" name="Via 2">
              <a:extLst>
                <a:ext uri="{FF2B5EF4-FFF2-40B4-BE49-F238E27FC236}">
                  <a16:creationId xmlns:a16="http://schemas.microsoft.com/office/drawing/2014/main" id="{EAB66F78-D846-53AC-9DE9-75313BCC9015}"/>
                </a:ext>
              </a:extLst>
            </p:cNvPr>
            <p:cNvSpPr/>
            <p:nvPr/>
          </p:nvSpPr>
          <p:spPr>
            <a:xfrm>
              <a:off x="11605260" y="29756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8" name="Via 3">
              <a:extLst>
                <a:ext uri="{FF2B5EF4-FFF2-40B4-BE49-F238E27FC236}">
                  <a16:creationId xmlns:a16="http://schemas.microsoft.com/office/drawing/2014/main" id="{7B7C1764-B849-1822-8A67-6E111E6EA38F}"/>
                </a:ext>
              </a:extLst>
            </p:cNvPr>
            <p:cNvSpPr/>
            <p:nvPr/>
          </p:nvSpPr>
          <p:spPr>
            <a:xfrm>
              <a:off x="8976360" y="422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9" name="Via 4">
              <a:extLst>
                <a:ext uri="{FF2B5EF4-FFF2-40B4-BE49-F238E27FC236}">
                  <a16:creationId xmlns:a16="http://schemas.microsoft.com/office/drawing/2014/main" id="{98ABC062-40B8-D19A-0A10-B96B21E8918A}"/>
                </a:ext>
              </a:extLst>
            </p:cNvPr>
            <p:cNvSpPr/>
            <p:nvPr/>
          </p:nvSpPr>
          <p:spPr>
            <a:xfrm>
              <a:off x="10005060" y="422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0" name="Via 5">
              <a:extLst>
                <a:ext uri="{FF2B5EF4-FFF2-40B4-BE49-F238E27FC236}">
                  <a16:creationId xmlns:a16="http://schemas.microsoft.com/office/drawing/2014/main" id="{3F605D5E-AC5E-5B0A-9EE9-617D2E51EC51}"/>
                </a:ext>
              </a:extLst>
            </p:cNvPr>
            <p:cNvSpPr/>
            <p:nvPr/>
          </p:nvSpPr>
          <p:spPr>
            <a:xfrm>
              <a:off x="7490460" y="46710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1" name="Via 6">
              <a:extLst>
                <a:ext uri="{FF2B5EF4-FFF2-40B4-BE49-F238E27FC236}">
                  <a16:creationId xmlns:a16="http://schemas.microsoft.com/office/drawing/2014/main" id="{CDA00A73-12F8-3059-8CC3-24EC2A62836B}"/>
                </a:ext>
              </a:extLst>
            </p:cNvPr>
            <p:cNvSpPr/>
            <p:nvPr/>
          </p:nvSpPr>
          <p:spPr>
            <a:xfrm>
              <a:off x="86334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2" name="Via 7">
              <a:extLst>
                <a:ext uri="{FF2B5EF4-FFF2-40B4-BE49-F238E27FC236}">
                  <a16:creationId xmlns:a16="http://schemas.microsoft.com/office/drawing/2014/main" id="{43A36220-87AF-2625-A215-FA4B17F6F5A7}"/>
                </a:ext>
              </a:extLst>
            </p:cNvPr>
            <p:cNvSpPr/>
            <p:nvPr/>
          </p:nvSpPr>
          <p:spPr>
            <a:xfrm>
              <a:off x="89763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3" name="Via 8">
              <a:extLst>
                <a:ext uri="{FF2B5EF4-FFF2-40B4-BE49-F238E27FC236}">
                  <a16:creationId xmlns:a16="http://schemas.microsoft.com/office/drawing/2014/main" id="{3F1E529E-8DF8-488A-2B6C-CD23109BAE9F}"/>
                </a:ext>
              </a:extLst>
            </p:cNvPr>
            <p:cNvSpPr/>
            <p:nvPr/>
          </p:nvSpPr>
          <p:spPr>
            <a:xfrm>
              <a:off x="93192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4" name="Via 9">
              <a:extLst>
                <a:ext uri="{FF2B5EF4-FFF2-40B4-BE49-F238E27FC236}">
                  <a16:creationId xmlns:a16="http://schemas.microsoft.com/office/drawing/2014/main" id="{703821F6-2A14-4BFB-10C0-7F7C1E5F9FA0}"/>
                </a:ext>
              </a:extLst>
            </p:cNvPr>
            <p:cNvSpPr/>
            <p:nvPr/>
          </p:nvSpPr>
          <p:spPr>
            <a:xfrm>
              <a:off x="96621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5" name="Via 10">
              <a:extLst>
                <a:ext uri="{FF2B5EF4-FFF2-40B4-BE49-F238E27FC236}">
                  <a16:creationId xmlns:a16="http://schemas.microsoft.com/office/drawing/2014/main" id="{3257A30E-7EA3-A5FA-0ED4-CA330F401A04}"/>
                </a:ext>
              </a:extLst>
            </p:cNvPr>
            <p:cNvSpPr/>
            <p:nvPr/>
          </p:nvSpPr>
          <p:spPr>
            <a:xfrm>
              <a:off x="100050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6" name="Via 11">
              <a:extLst>
                <a:ext uri="{FF2B5EF4-FFF2-40B4-BE49-F238E27FC236}">
                  <a16:creationId xmlns:a16="http://schemas.microsoft.com/office/drawing/2014/main" id="{E815D4DD-B9F1-0BC2-D8B6-E3395BE4F66D}"/>
                </a:ext>
              </a:extLst>
            </p:cNvPr>
            <p:cNvSpPr/>
            <p:nvPr/>
          </p:nvSpPr>
          <p:spPr>
            <a:xfrm>
              <a:off x="103479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7" name="Via 12">
              <a:extLst>
                <a:ext uri="{FF2B5EF4-FFF2-40B4-BE49-F238E27FC236}">
                  <a16:creationId xmlns:a16="http://schemas.microsoft.com/office/drawing/2014/main" id="{7FD05500-AFB6-317F-402C-9DF49466101B}"/>
                </a:ext>
              </a:extLst>
            </p:cNvPr>
            <p:cNvSpPr/>
            <p:nvPr/>
          </p:nvSpPr>
          <p:spPr>
            <a:xfrm>
              <a:off x="7223760" y="12611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8" name="Via 13">
              <a:extLst>
                <a:ext uri="{FF2B5EF4-FFF2-40B4-BE49-F238E27FC236}">
                  <a16:creationId xmlns:a16="http://schemas.microsoft.com/office/drawing/2014/main" id="{BE3AF8FF-0E08-0E56-D82E-B8C18326751F}"/>
                </a:ext>
              </a:extLst>
            </p:cNvPr>
            <p:cNvSpPr/>
            <p:nvPr/>
          </p:nvSpPr>
          <p:spPr>
            <a:xfrm>
              <a:off x="7433310" y="16040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9" name="Via 14">
              <a:extLst>
                <a:ext uri="{FF2B5EF4-FFF2-40B4-BE49-F238E27FC236}">
                  <a16:creationId xmlns:a16="http://schemas.microsoft.com/office/drawing/2014/main" id="{BA019F36-8D0F-B359-4C33-258303C927DE}"/>
                </a:ext>
              </a:extLst>
            </p:cNvPr>
            <p:cNvSpPr/>
            <p:nvPr/>
          </p:nvSpPr>
          <p:spPr>
            <a:xfrm>
              <a:off x="7223760" y="1946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0" name="Via 15">
              <a:extLst>
                <a:ext uri="{FF2B5EF4-FFF2-40B4-BE49-F238E27FC236}">
                  <a16:creationId xmlns:a16="http://schemas.microsoft.com/office/drawing/2014/main" id="{8A681226-EDE3-E4B6-D6AB-6128745EFB40}"/>
                </a:ext>
              </a:extLst>
            </p:cNvPr>
            <p:cNvSpPr/>
            <p:nvPr/>
          </p:nvSpPr>
          <p:spPr>
            <a:xfrm>
              <a:off x="7433310" y="22898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1" name="Via 16">
              <a:extLst>
                <a:ext uri="{FF2B5EF4-FFF2-40B4-BE49-F238E27FC236}">
                  <a16:creationId xmlns:a16="http://schemas.microsoft.com/office/drawing/2014/main" id="{966A55CC-D24A-C8B9-59E7-B2416D09E12E}"/>
                </a:ext>
              </a:extLst>
            </p:cNvPr>
            <p:cNvSpPr/>
            <p:nvPr/>
          </p:nvSpPr>
          <p:spPr>
            <a:xfrm>
              <a:off x="7223760" y="26327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2" name="Via 17">
              <a:extLst>
                <a:ext uri="{FF2B5EF4-FFF2-40B4-BE49-F238E27FC236}">
                  <a16:creationId xmlns:a16="http://schemas.microsoft.com/office/drawing/2014/main" id="{F3A3F6D8-6278-BA10-BC78-7A317FC2F58D}"/>
                </a:ext>
              </a:extLst>
            </p:cNvPr>
            <p:cNvSpPr/>
            <p:nvPr/>
          </p:nvSpPr>
          <p:spPr>
            <a:xfrm>
              <a:off x="7433310" y="29756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3" name="Via 18">
              <a:extLst>
                <a:ext uri="{FF2B5EF4-FFF2-40B4-BE49-F238E27FC236}">
                  <a16:creationId xmlns:a16="http://schemas.microsoft.com/office/drawing/2014/main" id="{54291442-427F-328B-2319-1298A894AFD2}"/>
                </a:ext>
              </a:extLst>
            </p:cNvPr>
            <p:cNvSpPr/>
            <p:nvPr/>
          </p:nvSpPr>
          <p:spPr>
            <a:xfrm>
              <a:off x="7223760" y="33185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4" name="Via 19">
              <a:extLst>
                <a:ext uri="{FF2B5EF4-FFF2-40B4-BE49-F238E27FC236}">
                  <a16:creationId xmlns:a16="http://schemas.microsoft.com/office/drawing/2014/main" id="{660D84AE-E39B-56A1-3C87-B1581F62A9F8}"/>
                </a:ext>
              </a:extLst>
            </p:cNvPr>
            <p:cNvSpPr/>
            <p:nvPr/>
          </p:nvSpPr>
          <p:spPr>
            <a:xfrm>
              <a:off x="7433310" y="36614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5" name="Pin L1">
              <a:extLst>
                <a:ext uri="{FF2B5EF4-FFF2-40B4-BE49-F238E27FC236}">
                  <a16:creationId xmlns:a16="http://schemas.microsoft.com/office/drawing/2014/main" id="{637542CB-CF60-1EC9-D6D4-D848AE014CDD}"/>
                </a:ext>
              </a:extLst>
            </p:cNvPr>
            <p:cNvSpPr/>
            <p:nvPr/>
          </p:nvSpPr>
          <p:spPr>
            <a:xfrm>
              <a:off x="7724775" y="12611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6" name="Pin R1">
              <a:extLst>
                <a:ext uri="{FF2B5EF4-FFF2-40B4-BE49-F238E27FC236}">
                  <a16:creationId xmlns:a16="http://schemas.microsoft.com/office/drawing/2014/main" id="{4F963BE0-708A-5DA9-C785-310F1977DFE2}"/>
                </a:ext>
              </a:extLst>
            </p:cNvPr>
            <p:cNvSpPr/>
            <p:nvPr/>
          </p:nvSpPr>
          <p:spPr>
            <a:xfrm>
              <a:off x="11068050" y="12611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7" name="Pin T1">
              <a:extLst>
                <a:ext uri="{FF2B5EF4-FFF2-40B4-BE49-F238E27FC236}">
                  <a16:creationId xmlns:a16="http://schemas.microsoft.com/office/drawing/2014/main" id="{24BF8C59-31CA-C873-EBB6-F56547F147BB}"/>
                </a:ext>
              </a:extLst>
            </p:cNvPr>
            <p:cNvSpPr/>
            <p:nvPr/>
          </p:nvSpPr>
          <p:spPr>
            <a:xfrm>
              <a:off x="82905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8" name="Pin B1">
              <a:extLst>
                <a:ext uri="{FF2B5EF4-FFF2-40B4-BE49-F238E27FC236}">
                  <a16:creationId xmlns:a16="http://schemas.microsoft.com/office/drawing/2014/main" id="{1BEA8BDE-6213-5306-4E6D-02999E6B1948}"/>
                </a:ext>
              </a:extLst>
            </p:cNvPr>
            <p:cNvSpPr/>
            <p:nvPr/>
          </p:nvSpPr>
          <p:spPr>
            <a:xfrm>
              <a:off x="82905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9" name="Pin L2">
              <a:extLst>
                <a:ext uri="{FF2B5EF4-FFF2-40B4-BE49-F238E27FC236}">
                  <a16:creationId xmlns:a16="http://schemas.microsoft.com/office/drawing/2014/main" id="{0050BEA8-9A1C-A737-BBE0-CAD71231CD18}"/>
                </a:ext>
              </a:extLst>
            </p:cNvPr>
            <p:cNvSpPr/>
            <p:nvPr/>
          </p:nvSpPr>
          <p:spPr>
            <a:xfrm>
              <a:off x="7724775" y="16040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0" name="Pin R2">
              <a:extLst>
                <a:ext uri="{FF2B5EF4-FFF2-40B4-BE49-F238E27FC236}">
                  <a16:creationId xmlns:a16="http://schemas.microsoft.com/office/drawing/2014/main" id="{B7AF79C3-D415-1E23-EC92-266F76132BB3}"/>
                </a:ext>
              </a:extLst>
            </p:cNvPr>
            <p:cNvSpPr/>
            <p:nvPr/>
          </p:nvSpPr>
          <p:spPr>
            <a:xfrm>
              <a:off x="11068050" y="16040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1" name="Pin T2">
              <a:extLst>
                <a:ext uri="{FF2B5EF4-FFF2-40B4-BE49-F238E27FC236}">
                  <a16:creationId xmlns:a16="http://schemas.microsoft.com/office/drawing/2014/main" id="{B61758AE-9655-D54E-78C3-38AB67A29FF5}"/>
                </a:ext>
              </a:extLst>
            </p:cNvPr>
            <p:cNvSpPr/>
            <p:nvPr/>
          </p:nvSpPr>
          <p:spPr>
            <a:xfrm>
              <a:off x="86334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2" name="Pin B2">
              <a:extLst>
                <a:ext uri="{FF2B5EF4-FFF2-40B4-BE49-F238E27FC236}">
                  <a16:creationId xmlns:a16="http://schemas.microsoft.com/office/drawing/2014/main" id="{0CD786F6-8EA7-2B19-20E8-414631B498CE}"/>
                </a:ext>
              </a:extLst>
            </p:cNvPr>
            <p:cNvSpPr/>
            <p:nvPr/>
          </p:nvSpPr>
          <p:spPr>
            <a:xfrm>
              <a:off x="86334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3" name="Pin L3">
              <a:extLst>
                <a:ext uri="{FF2B5EF4-FFF2-40B4-BE49-F238E27FC236}">
                  <a16:creationId xmlns:a16="http://schemas.microsoft.com/office/drawing/2014/main" id="{EDB86BC2-692E-DDB3-9FEE-15A5579E41C3}"/>
                </a:ext>
              </a:extLst>
            </p:cNvPr>
            <p:cNvSpPr/>
            <p:nvPr/>
          </p:nvSpPr>
          <p:spPr>
            <a:xfrm>
              <a:off x="7724775" y="19469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4" name="Pin R3">
              <a:extLst>
                <a:ext uri="{FF2B5EF4-FFF2-40B4-BE49-F238E27FC236}">
                  <a16:creationId xmlns:a16="http://schemas.microsoft.com/office/drawing/2014/main" id="{8DA978DA-AF0C-AEFF-B5F6-40E49E7AAE45}"/>
                </a:ext>
              </a:extLst>
            </p:cNvPr>
            <p:cNvSpPr/>
            <p:nvPr/>
          </p:nvSpPr>
          <p:spPr>
            <a:xfrm>
              <a:off x="11068050" y="19469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5" name="Pin T3">
              <a:extLst>
                <a:ext uri="{FF2B5EF4-FFF2-40B4-BE49-F238E27FC236}">
                  <a16:creationId xmlns:a16="http://schemas.microsoft.com/office/drawing/2014/main" id="{000799F1-E152-87C8-D618-B347D3AA2E90}"/>
                </a:ext>
              </a:extLst>
            </p:cNvPr>
            <p:cNvSpPr/>
            <p:nvPr/>
          </p:nvSpPr>
          <p:spPr>
            <a:xfrm>
              <a:off x="89763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6" name="Pin B3">
              <a:extLst>
                <a:ext uri="{FF2B5EF4-FFF2-40B4-BE49-F238E27FC236}">
                  <a16:creationId xmlns:a16="http://schemas.microsoft.com/office/drawing/2014/main" id="{D384E81C-E831-7359-1FE3-CC45AAA318EE}"/>
                </a:ext>
              </a:extLst>
            </p:cNvPr>
            <p:cNvSpPr/>
            <p:nvPr/>
          </p:nvSpPr>
          <p:spPr>
            <a:xfrm>
              <a:off x="89763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7" name="Pin L4">
              <a:extLst>
                <a:ext uri="{FF2B5EF4-FFF2-40B4-BE49-F238E27FC236}">
                  <a16:creationId xmlns:a16="http://schemas.microsoft.com/office/drawing/2014/main" id="{30A54586-A26E-B426-42AE-EC583221881C}"/>
                </a:ext>
              </a:extLst>
            </p:cNvPr>
            <p:cNvSpPr/>
            <p:nvPr/>
          </p:nvSpPr>
          <p:spPr>
            <a:xfrm>
              <a:off x="7724775" y="22898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8" name="Pin R4">
              <a:extLst>
                <a:ext uri="{FF2B5EF4-FFF2-40B4-BE49-F238E27FC236}">
                  <a16:creationId xmlns:a16="http://schemas.microsoft.com/office/drawing/2014/main" id="{829F6C9A-CCD5-9DC5-C2B2-6AF9A3DFF999}"/>
                </a:ext>
              </a:extLst>
            </p:cNvPr>
            <p:cNvSpPr/>
            <p:nvPr/>
          </p:nvSpPr>
          <p:spPr>
            <a:xfrm>
              <a:off x="11068050" y="22898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9" name="Pin T4">
              <a:extLst>
                <a:ext uri="{FF2B5EF4-FFF2-40B4-BE49-F238E27FC236}">
                  <a16:creationId xmlns:a16="http://schemas.microsoft.com/office/drawing/2014/main" id="{C3E533A3-F9A1-68FE-4259-806721AF523A}"/>
                </a:ext>
              </a:extLst>
            </p:cNvPr>
            <p:cNvSpPr/>
            <p:nvPr/>
          </p:nvSpPr>
          <p:spPr>
            <a:xfrm>
              <a:off x="93192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0" name="Pin B4">
              <a:extLst>
                <a:ext uri="{FF2B5EF4-FFF2-40B4-BE49-F238E27FC236}">
                  <a16:creationId xmlns:a16="http://schemas.microsoft.com/office/drawing/2014/main" id="{62BFF4C2-A569-4737-643A-6598BEE18651}"/>
                </a:ext>
              </a:extLst>
            </p:cNvPr>
            <p:cNvSpPr/>
            <p:nvPr/>
          </p:nvSpPr>
          <p:spPr>
            <a:xfrm>
              <a:off x="93192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1" name="Pin L5">
              <a:extLst>
                <a:ext uri="{FF2B5EF4-FFF2-40B4-BE49-F238E27FC236}">
                  <a16:creationId xmlns:a16="http://schemas.microsoft.com/office/drawing/2014/main" id="{FD6469A2-C1DC-066D-7DC4-A667E5C78184}"/>
                </a:ext>
              </a:extLst>
            </p:cNvPr>
            <p:cNvSpPr/>
            <p:nvPr/>
          </p:nvSpPr>
          <p:spPr>
            <a:xfrm>
              <a:off x="7724775" y="26327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2" name="Pin R5">
              <a:extLst>
                <a:ext uri="{FF2B5EF4-FFF2-40B4-BE49-F238E27FC236}">
                  <a16:creationId xmlns:a16="http://schemas.microsoft.com/office/drawing/2014/main" id="{E91893F9-EE09-8E9D-E237-C522A579F1BA}"/>
                </a:ext>
              </a:extLst>
            </p:cNvPr>
            <p:cNvSpPr/>
            <p:nvPr/>
          </p:nvSpPr>
          <p:spPr>
            <a:xfrm>
              <a:off x="11068050" y="26327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3" name="Pin T5">
              <a:extLst>
                <a:ext uri="{FF2B5EF4-FFF2-40B4-BE49-F238E27FC236}">
                  <a16:creationId xmlns:a16="http://schemas.microsoft.com/office/drawing/2014/main" id="{E8914E01-A0A5-338E-C458-4378F7699596}"/>
                </a:ext>
              </a:extLst>
            </p:cNvPr>
            <p:cNvSpPr/>
            <p:nvPr/>
          </p:nvSpPr>
          <p:spPr>
            <a:xfrm>
              <a:off x="96621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4" name="Pin B5">
              <a:extLst>
                <a:ext uri="{FF2B5EF4-FFF2-40B4-BE49-F238E27FC236}">
                  <a16:creationId xmlns:a16="http://schemas.microsoft.com/office/drawing/2014/main" id="{CD7FBB3A-8E45-D7EA-58BC-99D6F72AB074}"/>
                </a:ext>
              </a:extLst>
            </p:cNvPr>
            <p:cNvSpPr/>
            <p:nvPr/>
          </p:nvSpPr>
          <p:spPr>
            <a:xfrm>
              <a:off x="96621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5" name="Pin L6">
              <a:extLst>
                <a:ext uri="{FF2B5EF4-FFF2-40B4-BE49-F238E27FC236}">
                  <a16:creationId xmlns:a16="http://schemas.microsoft.com/office/drawing/2014/main" id="{0C04A1ED-AFBB-D18D-F1C4-9C99F8EF58A2}"/>
                </a:ext>
              </a:extLst>
            </p:cNvPr>
            <p:cNvSpPr/>
            <p:nvPr/>
          </p:nvSpPr>
          <p:spPr>
            <a:xfrm>
              <a:off x="7724775" y="29756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6" name="Pin R6">
              <a:extLst>
                <a:ext uri="{FF2B5EF4-FFF2-40B4-BE49-F238E27FC236}">
                  <a16:creationId xmlns:a16="http://schemas.microsoft.com/office/drawing/2014/main" id="{C7A0E751-EB20-B0CE-0F11-644F6D85089C}"/>
                </a:ext>
              </a:extLst>
            </p:cNvPr>
            <p:cNvSpPr/>
            <p:nvPr/>
          </p:nvSpPr>
          <p:spPr>
            <a:xfrm>
              <a:off x="11068050" y="29756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7" name="Pin T6">
              <a:extLst>
                <a:ext uri="{FF2B5EF4-FFF2-40B4-BE49-F238E27FC236}">
                  <a16:creationId xmlns:a16="http://schemas.microsoft.com/office/drawing/2014/main" id="{31CED91B-3609-1C42-D074-2D98BD14811F}"/>
                </a:ext>
              </a:extLst>
            </p:cNvPr>
            <p:cNvSpPr/>
            <p:nvPr/>
          </p:nvSpPr>
          <p:spPr>
            <a:xfrm>
              <a:off x="100050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8" name="Pin B6">
              <a:extLst>
                <a:ext uri="{FF2B5EF4-FFF2-40B4-BE49-F238E27FC236}">
                  <a16:creationId xmlns:a16="http://schemas.microsoft.com/office/drawing/2014/main" id="{07B7B16A-673E-39B1-9C91-3AB72633518D}"/>
                </a:ext>
              </a:extLst>
            </p:cNvPr>
            <p:cNvSpPr/>
            <p:nvPr/>
          </p:nvSpPr>
          <p:spPr>
            <a:xfrm>
              <a:off x="100050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9" name="Pin L7">
              <a:extLst>
                <a:ext uri="{FF2B5EF4-FFF2-40B4-BE49-F238E27FC236}">
                  <a16:creationId xmlns:a16="http://schemas.microsoft.com/office/drawing/2014/main" id="{A7FE5EA9-6E4B-3D87-E782-765498838713}"/>
                </a:ext>
              </a:extLst>
            </p:cNvPr>
            <p:cNvSpPr/>
            <p:nvPr/>
          </p:nvSpPr>
          <p:spPr>
            <a:xfrm>
              <a:off x="7724775" y="33185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0" name="Pin R7">
              <a:extLst>
                <a:ext uri="{FF2B5EF4-FFF2-40B4-BE49-F238E27FC236}">
                  <a16:creationId xmlns:a16="http://schemas.microsoft.com/office/drawing/2014/main" id="{08B3D57F-9B99-6DA3-CDD8-09F90E61FFC9}"/>
                </a:ext>
              </a:extLst>
            </p:cNvPr>
            <p:cNvSpPr/>
            <p:nvPr/>
          </p:nvSpPr>
          <p:spPr>
            <a:xfrm>
              <a:off x="11068050" y="33185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1" name="Pin T7">
              <a:extLst>
                <a:ext uri="{FF2B5EF4-FFF2-40B4-BE49-F238E27FC236}">
                  <a16:creationId xmlns:a16="http://schemas.microsoft.com/office/drawing/2014/main" id="{DFAD5F8E-C058-8877-18A3-A16274FE0454}"/>
                </a:ext>
              </a:extLst>
            </p:cNvPr>
            <p:cNvSpPr/>
            <p:nvPr/>
          </p:nvSpPr>
          <p:spPr>
            <a:xfrm>
              <a:off x="103479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2" name="Pin B7">
              <a:extLst>
                <a:ext uri="{FF2B5EF4-FFF2-40B4-BE49-F238E27FC236}">
                  <a16:creationId xmlns:a16="http://schemas.microsoft.com/office/drawing/2014/main" id="{E8C810FA-2C63-AF8F-FFD9-8F4762F191CD}"/>
                </a:ext>
              </a:extLst>
            </p:cNvPr>
            <p:cNvSpPr/>
            <p:nvPr/>
          </p:nvSpPr>
          <p:spPr>
            <a:xfrm>
              <a:off x="103479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3" name="Pin L8">
              <a:extLst>
                <a:ext uri="{FF2B5EF4-FFF2-40B4-BE49-F238E27FC236}">
                  <a16:creationId xmlns:a16="http://schemas.microsoft.com/office/drawing/2014/main" id="{1764CDB7-450F-FCF2-10DC-DC282F463CA5}"/>
                </a:ext>
              </a:extLst>
            </p:cNvPr>
            <p:cNvSpPr/>
            <p:nvPr/>
          </p:nvSpPr>
          <p:spPr>
            <a:xfrm>
              <a:off x="7724775" y="36614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4" name="Pin R8">
              <a:extLst>
                <a:ext uri="{FF2B5EF4-FFF2-40B4-BE49-F238E27FC236}">
                  <a16:creationId xmlns:a16="http://schemas.microsoft.com/office/drawing/2014/main" id="{1E6F99F3-F0A5-DC95-64AA-3E79CD2F51F9}"/>
                </a:ext>
              </a:extLst>
            </p:cNvPr>
            <p:cNvSpPr/>
            <p:nvPr/>
          </p:nvSpPr>
          <p:spPr>
            <a:xfrm>
              <a:off x="11068050" y="36614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5" name="Pin T8">
              <a:extLst>
                <a:ext uri="{FF2B5EF4-FFF2-40B4-BE49-F238E27FC236}">
                  <a16:creationId xmlns:a16="http://schemas.microsoft.com/office/drawing/2014/main" id="{3FB93675-40CC-5D5D-CAF5-15CC131CD1B4}"/>
                </a:ext>
              </a:extLst>
            </p:cNvPr>
            <p:cNvSpPr/>
            <p:nvPr/>
          </p:nvSpPr>
          <p:spPr>
            <a:xfrm>
              <a:off x="106908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6" name="Pin B8">
              <a:extLst>
                <a:ext uri="{FF2B5EF4-FFF2-40B4-BE49-F238E27FC236}">
                  <a16:creationId xmlns:a16="http://schemas.microsoft.com/office/drawing/2014/main" id="{369A918D-F43B-3843-ECCA-37B098EB59AE}"/>
                </a:ext>
              </a:extLst>
            </p:cNvPr>
            <p:cNvSpPr/>
            <p:nvPr/>
          </p:nvSpPr>
          <p:spPr>
            <a:xfrm>
              <a:off x="106908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7" name="Chip package">
              <a:extLst>
                <a:ext uri="{FF2B5EF4-FFF2-40B4-BE49-F238E27FC236}">
                  <a16:creationId xmlns:a16="http://schemas.microsoft.com/office/drawing/2014/main" id="{F27FE193-E130-0502-36C3-AB72A7AFB783}"/>
                </a:ext>
              </a:extLst>
            </p:cNvPr>
            <p:cNvSpPr/>
            <p:nvPr/>
          </p:nvSpPr>
          <p:spPr>
            <a:xfrm>
              <a:off x="7981950" y="952500"/>
              <a:ext cx="3086100" cy="30861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4000"/>
              </a:schemeClr>
            </a:solidFill>
            <a:ln w="19050">
              <a:solidFill>
                <a:schemeClr val="accent1">
                  <a:alpha val="7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8" name="Pin-1 marker">
              <a:extLst>
                <a:ext uri="{FF2B5EF4-FFF2-40B4-BE49-F238E27FC236}">
                  <a16:creationId xmlns:a16="http://schemas.microsoft.com/office/drawing/2014/main" id="{EA71E9FF-E4F9-8948-85E1-E92055B8C39C}"/>
                </a:ext>
              </a:extLst>
            </p:cNvPr>
            <p:cNvSpPr/>
            <p:nvPr/>
          </p:nvSpPr>
          <p:spPr>
            <a:xfrm>
              <a:off x="8144828" y="1115378"/>
              <a:ext cx="85725" cy="85725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9" name="Chip die">
              <a:extLst>
                <a:ext uri="{FF2B5EF4-FFF2-40B4-BE49-F238E27FC236}">
                  <a16:creationId xmlns:a16="http://schemas.microsoft.com/office/drawing/2014/main" id="{7D63644B-145C-767F-5697-D549E55F7C1B}"/>
                </a:ext>
              </a:extLst>
            </p:cNvPr>
            <p:cNvSpPr/>
            <p:nvPr/>
          </p:nvSpPr>
          <p:spPr>
            <a:xfrm>
              <a:off x="8410575" y="1381125"/>
              <a:ext cx="2228850" cy="2228850"/>
            </a:xfrm>
            <a:prstGeom prst="roundRect">
              <a:avLst>
                <a:gd name="adj" fmla="val 3077"/>
              </a:avLst>
            </a:prstGeom>
            <a:solidFill>
              <a:schemeClr val="accent1">
                <a:alpha val="7000"/>
              </a:schemeClr>
            </a:solidFill>
            <a:ln w="13970">
              <a:solidFill>
                <a:schemeClr val="accent1">
                  <a:alpha val="9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0" name="Core 0">
              <a:extLst>
                <a:ext uri="{FF2B5EF4-FFF2-40B4-BE49-F238E27FC236}">
                  <a16:creationId xmlns:a16="http://schemas.microsoft.com/office/drawing/2014/main" id="{579D60DE-98F4-B496-7C1C-D4CA66961DCC}"/>
                </a:ext>
              </a:extLst>
            </p:cNvPr>
            <p:cNvSpPr/>
            <p:nvPr/>
          </p:nvSpPr>
          <p:spPr>
            <a:xfrm>
              <a:off x="8530590" y="150114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1" name="Core 0 label">
              <a:extLst>
                <a:ext uri="{FF2B5EF4-FFF2-40B4-BE49-F238E27FC236}">
                  <a16:creationId xmlns:a16="http://schemas.microsoft.com/office/drawing/2014/main" id="{FFCAAC32-4B6D-4821-2CD3-A8B43C3E6561}"/>
                </a:ext>
              </a:extLst>
            </p:cNvPr>
            <p:cNvSpPr txBox="1"/>
            <p:nvPr/>
          </p:nvSpPr>
          <p:spPr>
            <a:xfrm>
              <a:off x="8616315" y="155257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0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2" name="Core 0 L1">
              <a:extLst>
                <a:ext uri="{FF2B5EF4-FFF2-40B4-BE49-F238E27FC236}">
                  <a16:creationId xmlns:a16="http://schemas.microsoft.com/office/drawing/2014/main" id="{85A298EE-1E7E-4B50-684B-9E6E4F56A986}"/>
                </a:ext>
              </a:extLst>
            </p:cNvPr>
            <p:cNvSpPr/>
            <p:nvPr/>
          </p:nvSpPr>
          <p:spPr>
            <a:xfrm>
              <a:off x="8616315" y="175831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3" name="Core 0 L1 label">
              <a:extLst>
                <a:ext uri="{FF2B5EF4-FFF2-40B4-BE49-F238E27FC236}">
                  <a16:creationId xmlns:a16="http://schemas.microsoft.com/office/drawing/2014/main" id="{BA22CC3E-66E5-15D9-2F74-8C20905157CF}"/>
                </a:ext>
              </a:extLst>
            </p:cNvPr>
            <p:cNvSpPr txBox="1"/>
            <p:nvPr/>
          </p:nvSpPr>
          <p:spPr>
            <a:xfrm>
              <a:off x="8616315" y="175831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4" name="Core 0 stage 1">
              <a:extLst>
                <a:ext uri="{FF2B5EF4-FFF2-40B4-BE49-F238E27FC236}">
                  <a16:creationId xmlns:a16="http://schemas.microsoft.com/office/drawing/2014/main" id="{4DA43751-41B3-1E18-2BE4-5D3FD855A719}"/>
                </a:ext>
              </a:extLst>
            </p:cNvPr>
            <p:cNvSpPr/>
            <p:nvPr/>
          </p:nvSpPr>
          <p:spPr>
            <a:xfrm>
              <a:off x="8993505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5" name="Core 0 stage 2">
              <a:extLst>
                <a:ext uri="{FF2B5EF4-FFF2-40B4-BE49-F238E27FC236}">
                  <a16:creationId xmlns:a16="http://schemas.microsoft.com/office/drawing/2014/main" id="{345403A7-62A3-8779-9330-EE7E162AC564}"/>
                </a:ext>
              </a:extLst>
            </p:cNvPr>
            <p:cNvSpPr/>
            <p:nvPr/>
          </p:nvSpPr>
          <p:spPr>
            <a:xfrm>
              <a:off x="9104948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6" name="Core 0 stage 3">
              <a:extLst>
                <a:ext uri="{FF2B5EF4-FFF2-40B4-BE49-F238E27FC236}">
                  <a16:creationId xmlns:a16="http://schemas.microsoft.com/office/drawing/2014/main" id="{66368902-C76F-0251-4D9D-9B2C05D368AC}"/>
                </a:ext>
              </a:extLst>
            </p:cNvPr>
            <p:cNvSpPr/>
            <p:nvPr/>
          </p:nvSpPr>
          <p:spPr>
            <a:xfrm>
              <a:off x="9216390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7" name="Core 0 stage 4">
              <a:extLst>
                <a:ext uri="{FF2B5EF4-FFF2-40B4-BE49-F238E27FC236}">
                  <a16:creationId xmlns:a16="http://schemas.microsoft.com/office/drawing/2014/main" id="{D4ED4128-5866-4CE8-D9BA-A21F869E1BA3}"/>
                </a:ext>
              </a:extLst>
            </p:cNvPr>
            <p:cNvSpPr/>
            <p:nvPr/>
          </p:nvSpPr>
          <p:spPr>
            <a:xfrm>
              <a:off x="9327833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8" name="Core 1">
              <a:extLst>
                <a:ext uri="{FF2B5EF4-FFF2-40B4-BE49-F238E27FC236}">
                  <a16:creationId xmlns:a16="http://schemas.microsoft.com/office/drawing/2014/main" id="{251DB9EA-83D7-81A1-6EDA-13ABE0BE6E4A}"/>
                </a:ext>
              </a:extLst>
            </p:cNvPr>
            <p:cNvSpPr/>
            <p:nvPr/>
          </p:nvSpPr>
          <p:spPr>
            <a:xfrm>
              <a:off x="9576435" y="150114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9" name="Core 1 label">
              <a:extLst>
                <a:ext uri="{FF2B5EF4-FFF2-40B4-BE49-F238E27FC236}">
                  <a16:creationId xmlns:a16="http://schemas.microsoft.com/office/drawing/2014/main" id="{8582B489-C589-4C7E-8772-FCA37037F820}"/>
                </a:ext>
              </a:extLst>
            </p:cNvPr>
            <p:cNvSpPr txBox="1"/>
            <p:nvPr/>
          </p:nvSpPr>
          <p:spPr>
            <a:xfrm>
              <a:off x="9662160" y="155257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0" name="Core 1 L1">
              <a:extLst>
                <a:ext uri="{FF2B5EF4-FFF2-40B4-BE49-F238E27FC236}">
                  <a16:creationId xmlns:a16="http://schemas.microsoft.com/office/drawing/2014/main" id="{7B364E3A-940E-6BB7-6F35-AAFA65BA4F9E}"/>
                </a:ext>
              </a:extLst>
            </p:cNvPr>
            <p:cNvSpPr/>
            <p:nvPr/>
          </p:nvSpPr>
          <p:spPr>
            <a:xfrm>
              <a:off x="9662160" y="175831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1" name="Core 1 L1 label">
              <a:extLst>
                <a:ext uri="{FF2B5EF4-FFF2-40B4-BE49-F238E27FC236}">
                  <a16:creationId xmlns:a16="http://schemas.microsoft.com/office/drawing/2014/main" id="{B03FDCC8-2512-5F2E-F788-D8B7239A528A}"/>
                </a:ext>
              </a:extLst>
            </p:cNvPr>
            <p:cNvSpPr txBox="1"/>
            <p:nvPr/>
          </p:nvSpPr>
          <p:spPr>
            <a:xfrm>
              <a:off x="9662160" y="175831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2" name="Core 1 stage 1">
              <a:extLst>
                <a:ext uri="{FF2B5EF4-FFF2-40B4-BE49-F238E27FC236}">
                  <a16:creationId xmlns:a16="http://schemas.microsoft.com/office/drawing/2014/main" id="{5F7809F7-8363-981D-B8C9-8F650498A949}"/>
                </a:ext>
              </a:extLst>
            </p:cNvPr>
            <p:cNvSpPr/>
            <p:nvPr/>
          </p:nvSpPr>
          <p:spPr>
            <a:xfrm>
              <a:off x="10039350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3" name="Core 1 stage 2">
              <a:extLst>
                <a:ext uri="{FF2B5EF4-FFF2-40B4-BE49-F238E27FC236}">
                  <a16:creationId xmlns:a16="http://schemas.microsoft.com/office/drawing/2014/main" id="{03C1705F-CDD6-9362-8538-CDB4636C800A}"/>
                </a:ext>
              </a:extLst>
            </p:cNvPr>
            <p:cNvSpPr/>
            <p:nvPr/>
          </p:nvSpPr>
          <p:spPr>
            <a:xfrm>
              <a:off x="10150793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4" name="Core 1 stage 3">
              <a:extLst>
                <a:ext uri="{FF2B5EF4-FFF2-40B4-BE49-F238E27FC236}">
                  <a16:creationId xmlns:a16="http://schemas.microsoft.com/office/drawing/2014/main" id="{4F313239-FFAF-7073-4FF6-607A2D41E19A}"/>
                </a:ext>
              </a:extLst>
            </p:cNvPr>
            <p:cNvSpPr/>
            <p:nvPr/>
          </p:nvSpPr>
          <p:spPr>
            <a:xfrm>
              <a:off x="10262235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5" name="Core 1 stage 4">
              <a:extLst>
                <a:ext uri="{FF2B5EF4-FFF2-40B4-BE49-F238E27FC236}">
                  <a16:creationId xmlns:a16="http://schemas.microsoft.com/office/drawing/2014/main" id="{99208E42-DA08-1410-199A-BF27E1B22F27}"/>
                </a:ext>
              </a:extLst>
            </p:cNvPr>
            <p:cNvSpPr/>
            <p:nvPr/>
          </p:nvSpPr>
          <p:spPr>
            <a:xfrm>
              <a:off x="10373678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6" name="Core 2">
              <a:extLst>
                <a:ext uri="{FF2B5EF4-FFF2-40B4-BE49-F238E27FC236}">
                  <a16:creationId xmlns:a16="http://schemas.microsoft.com/office/drawing/2014/main" id="{F75CBD2B-2474-9050-3C9B-BA760D681CEB}"/>
                </a:ext>
              </a:extLst>
            </p:cNvPr>
            <p:cNvSpPr/>
            <p:nvPr/>
          </p:nvSpPr>
          <p:spPr>
            <a:xfrm>
              <a:off x="8530590" y="280416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7" name="Core 2 label">
              <a:extLst>
                <a:ext uri="{FF2B5EF4-FFF2-40B4-BE49-F238E27FC236}">
                  <a16:creationId xmlns:a16="http://schemas.microsoft.com/office/drawing/2014/main" id="{C0B6C40E-BC16-80B3-B32B-1AB4FB28D753}"/>
                </a:ext>
              </a:extLst>
            </p:cNvPr>
            <p:cNvSpPr txBox="1"/>
            <p:nvPr/>
          </p:nvSpPr>
          <p:spPr>
            <a:xfrm>
              <a:off x="8616315" y="285559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2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8" name="Core 2 L1">
              <a:extLst>
                <a:ext uri="{FF2B5EF4-FFF2-40B4-BE49-F238E27FC236}">
                  <a16:creationId xmlns:a16="http://schemas.microsoft.com/office/drawing/2014/main" id="{3786873B-CDA1-DC04-179B-88F509FA2630}"/>
                </a:ext>
              </a:extLst>
            </p:cNvPr>
            <p:cNvSpPr/>
            <p:nvPr/>
          </p:nvSpPr>
          <p:spPr>
            <a:xfrm>
              <a:off x="8616315" y="306133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9" name="Core 2 L1 label">
              <a:extLst>
                <a:ext uri="{FF2B5EF4-FFF2-40B4-BE49-F238E27FC236}">
                  <a16:creationId xmlns:a16="http://schemas.microsoft.com/office/drawing/2014/main" id="{39A330D5-5CCA-09D5-FF5F-EC91BC7AE77E}"/>
                </a:ext>
              </a:extLst>
            </p:cNvPr>
            <p:cNvSpPr txBox="1"/>
            <p:nvPr/>
          </p:nvSpPr>
          <p:spPr>
            <a:xfrm>
              <a:off x="8616315" y="306133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0" name="Core 2 stage 1">
              <a:extLst>
                <a:ext uri="{FF2B5EF4-FFF2-40B4-BE49-F238E27FC236}">
                  <a16:creationId xmlns:a16="http://schemas.microsoft.com/office/drawing/2014/main" id="{2D750333-B4F2-7431-E288-C426A2283A15}"/>
                </a:ext>
              </a:extLst>
            </p:cNvPr>
            <p:cNvSpPr/>
            <p:nvPr/>
          </p:nvSpPr>
          <p:spPr>
            <a:xfrm>
              <a:off x="8993505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1" name="Core 2 stage 2">
              <a:extLst>
                <a:ext uri="{FF2B5EF4-FFF2-40B4-BE49-F238E27FC236}">
                  <a16:creationId xmlns:a16="http://schemas.microsoft.com/office/drawing/2014/main" id="{ADCC69D1-1BA7-0FF8-CF2E-6CD1A2644A78}"/>
                </a:ext>
              </a:extLst>
            </p:cNvPr>
            <p:cNvSpPr/>
            <p:nvPr/>
          </p:nvSpPr>
          <p:spPr>
            <a:xfrm>
              <a:off x="9104948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2" name="Core 2 stage 3">
              <a:extLst>
                <a:ext uri="{FF2B5EF4-FFF2-40B4-BE49-F238E27FC236}">
                  <a16:creationId xmlns:a16="http://schemas.microsoft.com/office/drawing/2014/main" id="{ED026EB0-1266-686B-91FD-8811D4F007D9}"/>
                </a:ext>
              </a:extLst>
            </p:cNvPr>
            <p:cNvSpPr/>
            <p:nvPr/>
          </p:nvSpPr>
          <p:spPr>
            <a:xfrm>
              <a:off x="9216390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3" name="Core 2 stage 4">
              <a:extLst>
                <a:ext uri="{FF2B5EF4-FFF2-40B4-BE49-F238E27FC236}">
                  <a16:creationId xmlns:a16="http://schemas.microsoft.com/office/drawing/2014/main" id="{82534C49-A4DE-8590-7053-C39044EA40D6}"/>
                </a:ext>
              </a:extLst>
            </p:cNvPr>
            <p:cNvSpPr/>
            <p:nvPr/>
          </p:nvSpPr>
          <p:spPr>
            <a:xfrm>
              <a:off x="9327833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4" name="Core 3">
              <a:extLst>
                <a:ext uri="{FF2B5EF4-FFF2-40B4-BE49-F238E27FC236}">
                  <a16:creationId xmlns:a16="http://schemas.microsoft.com/office/drawing/2014/main" id="{F1587956-7892-2DF5-081F-C79F8A533B76}"/>
                </a:ext>
              </a:extLst>
            </p:cNvPr>
            <p:cNvSpPr/>
            <p:nvPr/>
          </p:nvSpPr>
          <p:spPr>
            <a:xfrm>
              <a:off x="9576435" y="280416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5" name="Core 3 label">
              <a:extLst>
                <a:ext uri="{FF2B5EF4-FFF2-40B4-BE49-F238E27FC236}">
                  <a16:creationId xmlns:a16="http://schemas.microsoft.com/office/drawing/2014/main" id="{91B28A87-F7F9-104C-3F09-E824190285A9}"/>
                </a:ext>
              </a:extLst>
            </p:cNvPr>
            <p:cNvSpPr txBox="1"/>
            <p:nvPr/>
          </p:nvSpPr>
          <p:spPr>
            <a:xfrm>
              <a:off x="9662160" y="285559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3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6" name="Core 3 L1">
              <a:extLst>
                <a:ext uri="{FF2B5EF4-FFF2-40B4-BE49-F238E27FC236}">
                  <a16:creationId xmlns:a16="http://schemas.microsoft.com/office/drawing/2014/main" id="{4D7E4E00-E750-D1B6-0CC7-7CE9937179AB}"/>
                </a:ext>
              </a:extLst>
            </p:cNvPr>
            <p:cNvSpPr/>
            <p:nvPr/>
          </p:nvSpPr>
          <p:spPr>
            <a:xfrm>
              <a:off x="9662160" y="306133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7" name="Core 3 L1 label">
              <a:extLst>
                <a:ext uri="{FF2B5EF4-FFF2-40B4-BE49-F238E27FC236}">
                  <a16:creationId xmlns:a16="http://schemas.microsoft.com/office/drawing/2014/main" id="{569088EB-F197-AA19-775E-1FE5F276C2FD}"/>
                </a:ext>
              </a:extLst>
            </p:cNvPr>
            <p:cNvSpPr txBox="1"/>
            <p:nvPr/>
          </p:nvSpPr>
          <p:spPr>
            <a:xfrm>
              <a:off x="9662160" y="306133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8" name="Core 3 stage 1">
              <a:extLst>
                <a:ext uri="{FF2B5EF4-FFF2-40B4-BE49-F238E27FC236}">
                  <a16:creationId xmlns:a16="http://schemas.microsoft.com/office/drawing/2014/main" id="{F394F4FA-97D2-C278-9E50-F29BF0392052}"/>
                </a:ext>
              </a:extLst>
            </p:cNvPr>
            <p:cNvSpPr/>
            <p:nvPr/>
          </p:nvSpPr>
          <p:spPr>
            <a:xfrm>
              <a:off x="10039350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9" name="Core 3 stage 2">
              <a:extLst>
                <a:ext uri="{FF2B5EF4-FFF2-40B4-BE49-F238E27FC236}">
                  <a16:creationId xmlns:a16="http://schemas.microsoft.com/office/drawing/2014/main" id="{02DC1CF0-71CA-F6A5-76D5-E67EA2AA24AD}"/>
                </a:ext>
              </a:extLst>
            </p:cNvPr>
            <p:cNvSpPr/>
            <p:nvPr/>
          </p:nvSpPr>
          <p:spPr>
            <a:xfrm>
              <a:off x="10150793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0" name="Core 3 stage 3">
              <a:extLst>
                <a:ext uri="{FF2B5EF4-FFF2-40B4-BE49-F238E27FC236}">
                  <a16:creationId xmlns:a16="http://schemas.microsoft.com/office/drawing/2014/main" id="{4DAA2488-AD1B-6E26-B100-A139E0E9BBE5}"/>
                </a:ext>
              </a:extLst>
            </p:cNvPr>
            <p:cNvSpPr/>
            <p:nvPr/>
          </p:nvSpPr>
          <p:spPr>
            <a:xfrm>
              <a:off x="10262235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1" name="Core 3 stage 4">
              <a:extLst>
                <a:ext uri="{FF2B5EF4-FFF2-40B4-BE49-F238E27FC236}">
                  <a16:creationId xmlns:a16="http://schemas.microsoft.com/office/drawing/2014/main" id="{31A6B544-D5DC-B18A-11DB-E4F3539A3CE9}"/>
                </a:ext>
              </a:extLst>
            </p:cNvPr>
            <p:cNvSpPr/>
            <p:nvPr/>
          </p:nvSpPr>
          <p:spPr>
            <a:xfrm>
              <a:off x="10373678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2" name="Shared L3">
              <a:extLst>
                <a:ext uri="{FF2B5EF4-FFF2-40B4-BE49-F238E27FC236}">
                  <a16:creationId xmlns:a16="http://schemas.microsoft.com/office/drawing/2014/main" id="{88430D0F-FACC-A995-6F20-454E8AF10020}"/>
                </a:ext>
              </a:extLst>
            </p:cNvPr>
            <p:cNvSpPr/>
            <p:nvPr/>
          </p:nvSpPr>
          <p:spPr>
            <a:xfrm>
              <a:off x="8530590" y="2289810"/>
              <a:ext cx="1988820" cy="411480"/>
            </a:xfrm>
            <a:prstGeom prst="roundRect">
              <a:avLst>
                <a:gd name="adj" fmla="val 8333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3" name="L3 cell 0-0">
              <a:extLst>
                <a:ext uri="{FF2B5EF4-FFF2-40B4-BE49-F238E27FC236}">
                  <a16:creationId xmlns:a16="http://schemas.microsoft.com/office/drawing/2014/main" id="{C830D32F-E892-8614-1726-AB291CEC93D4}"/>
                </a:ext>
              </a:extLst>
            </p:cNvPr>
            <p:cNvSpPr/>
            <p:nvPr/>
          </p:nvSpPr>
          <p:spPr>
            <a:xfrm>
              <a:off x="85948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4" name="L3 cell 0-1">
              <a:extLst>
                <a:ext uri="{FF2B5EF4-FFF2-40B4-BE49-F238E27FC236}">
                  <a16:creationId xmlns:a16="http://schemas.microsoft.com/office/drawing/2014/main" id="{D9BA0369-B58A-3B3A-F51E-1C6075A7194A}"/>
                </a:ext>
              </a:extLst>
            </p:cNvPr>
            <p:cNvSpPr/>
            <p:nvPr/>
          </p:nvSpPr>
          <p:spPr>
            <a:xfrm>
              <a:off x="86806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5" name="L3 cell 0-2">
              <a:extLst>
                <a:ext uri="{FF2B5EF4-FFF2-40B4-BE49-F238E27FC236}">
                  <a16:creationId xmlns:a16="http://schemas.microsoft.com/office/drawing/2014/main" id="{BA338E8A-B24E-9760-10DF-BC833B660E07}"/>
                </a:ext>
              </a:extLst>
            </p:cNvPr>
            <p:cNvSpPr/>
            <p:nvPr/>
          </p:nvSpPr>
          <p:spPr>
            <a:xfrm>
              <a:off x="87663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6" name="L3 cell 0-3">
              <a:extLst>
                <a:ext uri="{FF2B5EF4-FFF2-40B4-BE49-F238E27FC236}">
                  <a16:creationId xmlns:a16="http://schemas.microsoft.com/office/drawing/2014/main" id="{C28FEE9E-82F3-F74B-A057-6882C2365032}"/>
                </a:ext>
              </a:extLst>
            </p:cNvPr>
            <p:cNvSpPr/>
            <p:nvPr/>
          </p:nvSpPr>
          <p:spPr>
            <a:xfrm>
              <a:off x="88520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7" name="L3 cell 0-4">
              <a:extLst>
                <a:ext uri="{FF2B5EF4-FFF2-40B4-BE49-F238E27FC236}">
                  <a16:creationId xmlns:a16="http://schemas.microsoft.com/office/drawing/2014/main" id="{E48C215F-2391-BB30-5DB2-1199C3C1C2A4}"/>
                </a:ext>
              </a:extLst>
            </p:cNvPr>
            <p:cNvSpPr/>
            <p:nvPr/>
          </p:nvSpPr>
          <p:spPr>
            <a:xfrm>
              <a:off x="89377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8" name="L3 cell 0-5">
              <a:extLst>
                <a:ext uri="{FF2B5EF4-FFF2-40B4-BE49-F238E27FC236}">
                  <a16:creationId xmlns:a16="http://schemas.microsoft.com/office/drawing/2014/main" id="{84D7C0A9-A2A3-4AD0-EA3D-39AE47C28BB1}"/>
                </a:ext>
              </a:extLst>
            </p:cNvPr>
            <p:cNvSpPr/>
            <p:nvPr/>
          </p:nvSpPr>
          <p:spPr>
            <a:xfrm>
              <a:off x="90235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9" name="L3 cell 0-6">
              <a:extLst>
                <a:ext uri="{FF2B5EF4-FFF2-40B4-BE49-F238E27FC236}">
                  <a16:creationId xmlns:a16="http://schemas.microsoft.com/office/drawing/2014/main" id="{70E67686-A6A0-05A7-41CD-42871912A580}"/>
                </a:ext>
              </a:extLst>
            </p:cNvPr>
            <p:cNvSpPr/>
            <p:nvPr/>
          </p:nvSpPr>
          <p:spPr>
            <a:xfrm>
              <a:off x="91092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0" name="L3 cell 0-7">
              <a:extLst>
                <a:ext uri="{FF2B5EF4-FFF2-40B4-BE49-F238E27FC236}">
                  <a16:creationId xmlns:a16="http://schemas.microsoft.com/office/drawing/2014/main" id="{5BB7FDE0-340D-40BF-C7AF-FC9D3A788469}"/>
                </a:ext>
              </a:extLst>
            </p:cNvPr>
            <p:cNvSpPr/>
            <p:nvPr/>
          </p:nvSpPr>
          <p:spPr>
            <a:xfrm>
              <a:off x="91949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1" name="L3 cell 0-8">
              <a:extLst>
                <a:ext uri="{FF2B5EF4-FFF2-40B4-BE49-F238E27FC236}">
                  <a16:creationId xmlns:a16="http://schemas.microsoft.com/office/drawing/2014/main" id="{F847D30D-1F0D-6C25-CB41-38A6BE7C1D59}"/>
                </a:ext>
              </a:extLst>
            </p:cNvPr>
            <p:cNvSpPr/>
            <p:nvPr/>
          </p:nvSpPr>
          <p:spPr>
            <a:xfrm>
              <a:off x="92806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2" name="L3 cell 0-9">
              <a:extLst>
                <a:ext uri="{FF2B5EF4-FFF2-40B4-BE49-F238E27FC236}">
                  <a16:creationId xmlns:a16="http://schemas.microsoft.com/office/drawing/2014/main" id="{5DE4099B-8C29-B35C-604D-62DE80E6EF8C}"/>
                </a:ext>
              </a:extLst>
            </p:cNvPr>
            <p:cNvSpPr/>
            <p:nvPr/>
          </p:nvSpPr>
          <p:spPr>
            <a:xfrm>
              <a:off x="93664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3" name="L3 cell 0-10">
              <a:extLst>
                <a:ext uri="{FF2B5EF4-FFF2-40B4-BE49-F238E27FC236}">
                  <a16:creationId xmlns:a16="http://schemas.microsoft.com/office/drawing/2014/main" id="{8F4B7347-8749-CB1B-06C3-7FF6A3FABD72}"/>
                </a:ext>
              </a:extLst>
            </p:cNvPr>
            <p:cNvSpPr/>
            <p:nvPr/>
          </p:nvSpPr>
          <p:spPr>
            <a:xfrm>
              <a:off x="94521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4" name="L3 cell 0-11">
              <a:extLst>
                <a:ext uri="{FF2B5EF4-FFF2-40B4-BE49-F238E27FC236}">
                  <a16:creationId xmlns:a16="http://schemas.microsoft.com/office/drawing/2014/main" id="{B159199B-D03A-A447-571D-C73DD3918C4F}"/>
                </a:ext>
              </a:extLst>
            </p:cNvPr>
            <p:cNvSpPr/>
            <p:nvPr/>
          </p:nvSpPr>
          <p:spPr>
            <a:xfrm>
              <a:off x="95378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5" name="L3 cell 0-12">
              <a:extLst>
                <a:ext uri="{FF2B5EF4-FFF2-40B4-BE49-F238E27FC236}">
                  <a16:creationId xmlns:a16="http://schemas.microsoft.com/office/drawing/2014/main" id="{A61CDE6A-66AE-24DE-B617-1EA9A96CEFD6}"/>
                </a:ext>
              </a:extLst>
            </p:cNvPr>
            <p:cNvSpPr/>
            <p:nvPr/>
          </p:nvSpPr>
          <p:spPr>
            <a:xfrm>
              <a:off x="96235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6" name="L3 cell 0-13">
              <a:extLst>
                <a:ext uri="{FF2B5EF4-FFF2-40B4-BE49-F238E27FC236}">
                  <a16:creationId xmlns:a16="http://schemas.microsoft.com/office/drawing/2014/main" id="{A80AB90E-FCD7-B65E-B478-4C87849B7154}"/>
                </a:ext>
              </a:extLst>
            </p:cNvPr>
            <p:cNvSpPr/>
            <p:nvPr/>
          </p:nvSpPr>
          <p:spPr>
            <a:xfrm>
              <a:off x="97093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7" name="L3 cell 0-14">
              <a:extLst>
                <a:ext uri="{FF2B5EF4-FFF2-40B4-BE49-F238E27FC236}">
                  <a16:creationId xmlns:a16="http://schemas.microsoft.com/office/drawing/2014/main" id="{726BB55C-AF38-AD08-FB49-94B275164BCD}"/>
                </a:ext>
              </a:extLst>
            </p:cNvPr>
            <p:cNvSpPr/>
            <p:nvPr/>
          </p:nvSpPr>
          <p:spPr>
            <a:xfrm>
              <a:off x="97950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8" name="L3 cell 0-15">
              <a:extLst>
                <a:ext uri="{FF2B5EF4-FFF2-40B4-BE49-F238E27FC236}">
                  <a16:creationId xmlns:a16="http://schemas.microsoft.com/office/drawing/2014/main" id="{60B04286-D6CF-A443-D5D8-FAB5E05B962A}"/>
                </a:ext>
              </a:extLst>
            </p:cNvPr>
            <p:cNvSpPr/>
            <p:nvPr/>
          </p:nvSpPr>
          <p:spPr>
            <a:xfrm>
              <a:off x="98807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9" name="L3 cell 0-16">
              <a:extLst>
                <a:ext uri="{FF2B5EF4-FFF2-40B4-BE49-F238E27FC236}">
                  <a16:creationId xmlns:a16="http://schemas.microsoft.com/office/drawing/2014/main" id="{3EC66D40-C142-957D-5599-DF66D4DB283D}"/>
                </a:ext>
              </a:extLst>
            </p:cNvPr>
            <p:cNvSpPr/>
            <p:nvPr/>
          </p:nvSpPr>
          <p:spPr>
            <a:xfrm>
              <a:off x="99664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0" name="L3 cell 0-17">
              <a:extLst>
                <a:ext uri="{FF2B5EF4-FFF2-40B4-BE49-F238E27FC236}">
                  <a16:creationId xmlns:a16="http://schemas.microsoft.com/office/drawing/2014/main" id="{81555904-8176-4DA0-84A4-847D3E24E4EA}"/>
                </a:ext>
              </a:extLst>
            </p:cNvPr>
            <p:cNvSpPr/>
            <p:nvPr/>
          </p:nvSpPr>
          <p:spPr>
            <a:xfrm>
              <a:off x="100522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1" name="L3 cell 0-18">
              <a:extLst>
                <a:ext uri="{FF2B5EF4-FFF2-40B4-BE49-F238E27FC236}">
                  <a16:creationId xmlns:a16="http://schemas.microsoft.com/office/drawing/2014/main" id="{B8AA0864-34F4-CD5C-EA9C-E94CA6253580}"/>
                </a:ext>
              </a:extLst>
            </p:cNvPr>
            <p:cNvSpPr/>
            <p:nvPr/>
          </p:nvSpPr>
          <p:spPr>
            <a:xfrm>
              <a:off x="101379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2" name="L3 cell 0-19">
              <a:extLst>
                <a:ext uri="{FF2B5EF4-FFF2-40B4-BE49-F238E27FC236}">
                  <a16:creationId xmlns:a16="http://schemas.microsoft.com/office/drawing/2014/main" id="{6705C154-7648-FD83-C640-D4B9B045782B}"/>
                </a:ext>
              </a:extLst>
            </p:cNvPr>
            <p:cNvSpPr/>
            <p:nvPr/>
          </p:nvSpPr>
          <p:spPr>
            <a:xfrm>
              <a:off x="102236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3" name="L3 cell 0-20">
              <a:extLst>
                <a:ext uri="{FF2B5EF4-FFF2-40B4-BE49-F238E27FC236}">
                  <a16:creationId xmlns:a16="http://schemas.microsoft.com/office/drawing/2014/main" id="{EFA2D87E-6C06-9BD3-9A11-8381A6AED84A}"/>
                </a:ext>
              </a:extLst>
            </p:cNvPr>
            <p:cNvSpPr/>
            <p:nvPr/>
          </p:nvSpPr>
          <p:spPr>
            <a:xfrm>
              <a:off x="103093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4" name="L3 cell 0-21">
              <a:extLst>
                <a:ext uri="{FF2B5EF4-FFF2-40B4-BE49-F238E27FC236}">
                  <a16:creationId xmlns:a16="http://schemas.microsoft.com/office/drawing/2014/main" id="{291F32C7-69C2-C81C-417C-AB2FC696F6D7}"/>
                </a:ext>
              </a:extLst>
            </p:cNvPr>
            <p:cNvSpPr/>
            <p:nvPr/>
          </p:nvSpPr>
          <p:spPr>
            <a:xfrm>
              <a:off x="103951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5" name="L3 cell 1-0">
              <a:extLst>
                <a:ext uri="{FF2B5EF4-FFF2-40B4-BE49-F238E27FC236}">
                  <a16:creationId xmlns:a16="http://schemas.microsoft.com/office/drawing/2014/main" id="{4E3E7CAC-07BC-F31C-2874-8D38D9BF5D84}"/>
                </a:ext>
              </a:extLst>
            </p:cNvPr>
            <p:cNvSpPr/>
            <p:nvPr/>
          </p:nvSpPr>
          <p:spPr>
            <a:xfrm>
              <a:off x="85948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6" name="L3 cell 1-1">
              <a:extLst>
                <a:ext uri="{FF2B5EF4-FFF2-40B4-BE49-F238E27FC236}">
                  <a16:creationId xmlns:a16="http://schemas.microsoft.com/office/drawing/2014/main" id="{C00CA5DA-CB3E-860B-CD6F-1656F68F3CCB}"/>
                </a:ext>
              </a:extLst>
            </p:cNvPr>
            <p:cNvSpPr/>
            <p:nvPr/>
          </p:nvSpPr>
          <p:spPr>
            <a:xfrm>
              <a:off x="86806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7" name="L3 cell 1-2">
              <a:extLst>
                <a:ext uri="{FF2B5EF4-FFF2-40B4-BE49-F238E27FC236}">
                  <a16:creationId xmlns:a16="http://schemas.microsoft.com/office/drawing/2014/main" id="{644101AA-0940-AE81-5091-1E5EB665E812}"/>
                </a:ext>
              </a:extLst>
            </p:cNvPr>
            <p:cNvSpPr/>
            <p:nvPr/>
          </p:nvSpPr>
          <p:spPr>
            <a:xfrm>
              <a:off x="87663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8" name="L3 cell 1-3">
              <a:extLst>
                <a:ext uri="{FF2B5EF4-FFF2-40B4-BE49-F238E27FC236}">
                  <a16:creationId xmlns:a16="http://schemas.microsoft.com/office/drawing/2014/main" id="{5BCDFA5E-DE19-50B2-1234-F0035AFF9707}"/>
                </a:ext>
              </a:extLst>
            </p:cNvPr>
            <p:cNvSpPr/>
            <p:nvPr/>
          </p:nvSpPr>
          <p:spPr>
            <a:xfrm>
              <a:off x="88520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9" name="L3 cell 1-4">
              <a:extLst>
                <a:ext uri="{FF2B5EF4-FFF2-40B4-BE49-F238E27FC236}">
                  <a16:creationId xmlns:a16="http://schemas.microsoft.com/office/drawing/2014/main" id="{CE439D14-F21C-B6DD-6A2C-7B3EB2B4AD78}"/>
                </a:ext>
              </a:extLst>
            </p:cNvPr>
            <p:cNvSpPr/>
            <p:nvPr/>
          </p:nvSpPr>
          <p:spPr>
            <a:xfrm>
              <a:off x="89377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0" name="L3 cell 1-5">
              <a:extLst>
                <a:ext uri="{FF2B5EF4-FFF2-40B4-BE49-F238E27FC236}">
                  <a16:creationId xmlns:a16="http://schemas.microsoft.com/office/drawing/2014/main" id="{2B49F047-614C-4D73-10E6-49375DC4F7F1}"/>
                </a:ext>
              </a:extLst>
            </p:cNvPr>
            <p:cNvSpPr/>
            <p:nvPr/>
          </p:nvSpPr>
          <p:spPr>
            <a:xfrm>
              <a:off x="90235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1" name="L3 cell 1-6">
              <a:extLst>
                <a:ext uri="{FF2B5EF4-FFF2-40B4-BE49-F238E27FC236}">
                  <a16:creationId xmlns:a16="http://schemas.microsoft.com/office/drawing/2014/main" id="{8F7A0FEC-8809-3D6D-D068-F581F7679FDE}"/>
                </a:ext>
              </a:extLst>
            </p:cNvPr>
            <p:cNvSpPr/>
            <p:nvPr/>
          </p:nvSpPr>
          <p:spPr>
            <a:xfrm>
              <a:off x="91092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2" name="L3 cell 1-7">
              <a:extLst>
                <a:ext uri="{FF2B5EF4-FFF2-40B4-BE49-F238E27FC236}">
                  <a16:creationId xmlns:a16="http://schemas.microsoft.com/office/drawing/2014/main" id="{13CC972C-CE43-0CE2-11E9-7BAF67DF9570}"/>
                </a:ext>
              </a:extLst>
            </p:cNvPr>
            <p:cNvSpPr/>
            <p:nvPr/>
          </p:nvSpPr>
          <p:spPr>
            <a:xfrm>
              <a:off x="91949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3" name="L3 cell 1-8">
              <a:extLst>
                <a:ext uri="{FF2B5EF4-FFF2-40B4-BE49-F238E27FC236}">
                  <a16:creationId xmlns:a16="http://schemas.microsoft.com/office/drawing/2014/main" id="{3E80F3F2-C7ED-44EF-D27A-59C023DB6E3F}"/>
                </a:ext>
              </a:extLst>
            </p:cNvPr>
            <p:cNvSpPr/>
            <p:nvPr/>
          </p:nvSpPr>
          <p:spPr>
            <a:xfrm>
              <a:off x="92806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4" name="L3 cell 1-9">
              <a:extLst>
                <a:ext uri="{FF2B5EF4-FFF2-40B4-BE49-F238E27FC236}">
                  <a16:creationId xmlns:a16="http://schemas.microsoft.com/office/drawing/2014/main" id="{9CCDD3A3-832D-FCC5-1EDB-58080C53AEBD}"/>
                </a:ext>
              </a:extLst>
            </p:cNvPr>
            <p:cNvSpPr/>
            <p:nvPr/>
          </p:nvSpPr>
          <p:spPr>
            <a:xfrm>
              <a:off x="93664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5" name="L3 cell 1-10">
              <a:extLst>
                <a:ext uri="{FF2B5EF4-FFF2-40B4-BE49-F238E27FC236}">
                  <a16:creationId xmlns:a16="http://schemas.microsoft.com/office/drawing/2014/main" id="{5C18FFF0-F772-3D2C-3F78-6A758B4D62ED}"/>
                </a:ext>
              </a:extLst>
            </p:cNvPr>
            <p:cNvSpPr/>
            <p:nvPr/>
          </p:nvSpPr>
          <p:spPr>
            <a:xfrm>
              <a:off x="94521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6" name="L3 cell 1-11">
              <a:extLst>
                <a:ext uri="{FF2B5EF4-FFF2-40B4-BE49-F238E27FC236}">
                  <a16:creationId xmlns:a16="http://schemas.microsoft.com/office/drawing/2014/main" id="{6DF3A369-A073-FE2F-6F64-9964B465D989}"/>
                </a:ext>
              </a:extLst>
            </p:cNvPr>
            <p:cNvSpPr/>
            <p:nvPr/>
          </p:nvSpPr>
          <p:spPr>
            <a:xfrm>
              <a:off x="95378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7" name="L3 cell 1-12">
              <a:extLst>
                <a:ext uri="{FF2B5EF4-FFF2-40B4-BE49-F238E27FC236}">
                  <a16:creationId xmlns:a16="http://schemas.microsoft.com/office/drawing/2014/main" id="{99CA154D-E443-4FBD-6358-B10A4FFD4FBB}"/>
                </a:ext>
              </a:extLst>
            </p:cNvPr>
            <p:cNvSpPr/>
            <p:nvPr/>
          </p:nvSpPr>
          <p:spPr>
            <a:xfrm>
              <a:off x="96235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8" name="L3 cell 1-13">
              <a:extLst>
                <a:ext uri="{FF2B5EF4-FFF2-40B4-BE49-F238E27FC236}">
                  <a16:creationId xmlns:a16="http://schemas.microsoft.com/office/drawing/2014/main" id="{C705E4D5-4BB4-E815-0824-D8164C98854C}"/>
                </a:ext>
              </a:extLst>
            </p:cNvPr>
            <p:cNvSpPr/>
            <p:nvPr/>
          </p:nvSpPr>
          <p:spPr>
            <a:xfrm>
              <a:off x="97093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9" name="L3 cell 1-14">
              <a:extLst>
                <a:ext uri="{FF2B5EF4-FFF2-40B4-BE49-F238E27FC236}">
                  <a16:creationId xmlns:a16="http://schemas.microsoft.com/office/drawing/2014/main" id="{6EDA3A15-2467-7BF2-6D9D-D62C73345C26}"/>
                </a:ext>
              </a:extLst>
            </p:cNvPr>
            <p:cNvSpPr/>
            <p:nvPr/>
          </p:nvSpPr>
          <p:spPr>
            <a:xfrm>
              <a:off x="97950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0" name="L3 cell 1-15">
              <a:extLst>
                <a:ext uri="{FF2B5EF4-FFF2-40B4-BE49-F238E27FC236}">
                  <a16:creationId xmlns:a16="http://schemas.microsoft.com/office/drawing/2014/main" id="{BD35BD85-A43D-DF24-E6CD-4B8714B008A5}"/>
                </a:ext>
              </a:extLst>
            </p:cNvPr>
            <p:cNvSpPr/>
            <p:nvPr/>
          </p:nvSpPr>
          <p:spPr>
            <a:xfrm>
              <a:off x="98807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1" name="L3 cell 1-16">
              <a:extLst>
                <a:ext uri="{FF2B5EF4-FFF2-40B4-BE49-F238E27FC236}">
                  <a16:creationId xmlns:a16="http://schemas.microsoft.com/office/drawing/2014/main" id="{14F3538D-0BC7-8B92-FBE3-53FC72181101}"/>
                </a:ext>
              </a:extLst>
            </p:cNvPr>
            <p:cNvSpPr/>
            <p:nvPr/>
          </p:nvSpPr>
          <p:spPr>
            <a:xfrm>
              <a:off x="99664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2" name="L3 cell 1-17">
              <a:extLst>
                <a:ext uri="{FF2B5EF4-FFF2-40B4-BE49-F238E27FC236}">
                  <a16:creationId xmlns:a16="http://schemas.microsoft.com/office/drawing/2014/main" id="{7ABAF8DA-D07D-8463-75EB-9B30F1A53469}"/>
                </a:ext>
              </a:extLst>
            </p:cNvPr>
            <p:cNvSpPr/>
            <p:nvPr/>
          </p:nvSpPr>
          <p:spPr>
            <a:xfrm>
              <a:off x="100522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3" name="L3 cell 1-18">
              <a:extLst>
                <a:ext uri="{FF2B5EF4-FFF2-40B4-BE49-F238E27FC236}">
                  <a16:creationId xmlns:a16="http://schemas.microsoft.com/office/drawing/2014/main" id="{7D9B8BB9-3339-DF2B-3E35-9B0EFFD455A6}"/>
                </a:ext>
              </a:extLst>
            </p:cNvPr>
            <p:cNvSpPr/>
            <p:nvPr/>
          </p:nvSpPr>
          <p:spPr>
            <a:xfrm>
              <a:off x="101379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4" name="L3 cell 1-19">
              <a:extLst>
                <a:ext uri="{FF2B5EF4-FFF2-40B4-BE49-F238E27FC236}">
                  <a16:creationId xmlns:a16="http://schemas.microsoft.com/office/drawing/2014/main" id="{0726D87B-C74A-3A0B-CACB-3667790EAE60}"/>
                </a:ext>
              </a:extLst>
            </p:cNvPr>
            <p:cNvSpPr/>
            <p:nvPr/>
          </p:nvSpPr>
          <p:spPr>
            <a:xfrm>
              <a:off x="102236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5" name="L3 cell 1-20">
              <a:extLst>
                <a:ext uri="{FF2B5EF4-FFF2-40B4-BE49-F238E27FC236}">
                  <a16:creationId xmlns:a16="http://schemas.microsoft.com/office/drawing/2014/main" id="{9EDE2A2D-7904-A06B-78E4-B0075901734D}"/>
                </a:ext>
              </a:extLst>
            </p:cNvPr>
            <p:cNvSpPr/>
            <p:nvPr/>
          </p:nvSpPr>
          <p:spPr>
            <a:xfrm>
              <a:off x="103093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6" name="L3 cell 1-21">
              <a:extLst>
                <a:ext uri="{FF2B5EF4-FFF2-40B4-BE49-F238E27FC236}">
                  <a16:creationId xmlns:a16="http://schemas.microsoft.com/office/drawing/2014/main" id="{F2215FC6-2382-C044-EB60-64B6879E04FD}"/>
                </a:ext>
              </a:extLst>
            </p:cNvPr>
            <p:cNvSpPr/>
            <p:nvPr/>
          </p:nvSpPr>
          <p:spPr>
            <a:xfrm>
              <a:off x="103951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7" name="L3 cell 2-0">
              <a:extLst>
                <a:ext uri="{FF2B5EF4-FFF2-40B4-BE49-F238E27FC236}">
                  <a16:creationId xmlns:a16="http://schemas.microsoft.com/office/drawing/2014/main" id="{07344D24-DCE4-B49B-C016-1E34B73EEE0D}"/>
                </a:ext>
              </a:extLst>
            </p:cNvPr>
            <p:cNvSpPr/>
            <p:nvPr/>
          </p:nvSpPr>
          <p:spPr>
            <a:xfrm>
              <a:off x="85948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8" name="L3 cell 2-1">
              <a:extLst>
                <a:ext uri="{FF2B5EF4-FFF2-40B4-BE49-F238E27FC236}">
                  <a16:creationId xmlns:a16="http://schemas.microsoft.com/office/drawing/2014/main" id="{74474498-2B6C-D21B-C48E-797A316366B6}"/>
                </a:ext>
              </a:extLst>
            </p:cNvPr>
            <p:cNvSpPr/>
            <p:nvPr/>
          </p:nvSpPr>
          <p:spPr>
            <a:xfrm>
              <a:off x="86806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9" name="L3 cell 2-2">
              <a:extLst>
                <a:ext uri="{FF2B5EF4-FFF2-40B4-BE49-F238E27FC236}">
                  <a16:creationId xmlns:a16="http://schemas.microsoft.com/office/drawing/2014/main" id="{F39B9000-94E0-D094-9D0A-63FD2E34626B}"/>
                </a:ext>
              </a:extLst>
            </p:cNvPr>
            <p:cNvSpPr/>
            <p:nvPr/>
          </p:nvSpPr>
          <p:spPr>
            <a:xfrm>
              <a:off x="87663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0" name="L3 cell 2-3">
              <a:extLst>
                <a:ext uri="{FF2B5EF4-FFF2-40B4-BE49-F238E27FC236}">
                  <a16:creationId xmlns:a16="http://schemas.microsoft.com/office/drawing/2014/main" id="{790B8D83-EAE0-58A0-9468-740EFEFC3CF3}"/>
                </a:ext>
              </a:extLst>
            </p:cNvPr>
            <p:cNvSpPr/>
            <p:nvPr/>
          </p:nvSpPr>
          <p:spPr>
            <a:xfrm>
              <a:off x="88520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1" name="L3 cell 2-4">
              <a:extLst>
                <a:ext uri="{FF2B5EF4-FFF2-40B4-BE49-F238E27FC236}">
                  <a16:creationId xmlns:a16="http://schemas.microsoft.com/office/drawing/2014/main" id="{ADA2246D-A840-BDE4-17C8-506A52DBC20F}"/>
                </a:ext>
              </a:extLst>
            </p:cNvPr>
            <p:cNvSpPr/>
            <p:nvPr/>
          </p:nvSpPr>
          <p:spPr>
            <a:xfrm>
              <a:off x="89377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2" name="L3 cell 2-5">
              <a:extLst>
                <a:ext uri="{FF2B5EF4-FFF2-40B4-BE49-F238E27FC236}">
                  <a16:creationId xmlns:a16="http://schemas.microsoft.com/office/drawing/2014/main" id="{621AE98F-B389-7A05-4B42-816FCE5511EE}"/>
                </a:ext>
              </a:extLst>
            </p:cNvPr>
            <p:cNvSpPr/>
            <p:nvPr/>
          </p:nvSpPr>
          <p:spPr>
            <a:xfrm>
              <a:off x="90235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3" name="L3 cell 2-6">
              <a:extLst>
                <a:ext uri="{FF2B5EF4-FFF2-40B4-BE49-F238E27FC236}">
                  <a16:creationId xmlns:a16="http://schemas.microsoft.com/office/drawing/2014/main" id="{11234A75-791F-BE93-8EA3-F223AEC90F91}"/>
                </a:ext>
              </a:extLst>
            </p:cNvPr>
            <p:cNvSpPr/>
            <p:nvPr/>
          </p:nvSpPr>
          <p:spPr>
            <a:xfrm>
              <a:off x="91092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4" name="L3 cell 2-7">
              <a:extLst>
                <a:ext uri="{FF2B5EF4-FFF2-40B4-BE49-F238E27FC236}">
                  <a16:creationId xmlns:a16="http://schemas.microsoft.com/office/drawing/2014/main" id="{8EC94AC8-87B8-9641-FEE7-7E116FA65E6B}"/>
                </a:ext>
              </a:extLst>
            </p:cNvPr>
            <p:cNvSpPr/>
            <p:nvPr/>
          </p:nvSpPr>
          <p:spPr>
            <a:xfrm>
              <a:off x="91949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5" name="L3 cell 2-8">
              <a:extLst>
                <a:ext uri="{FF2B5EF4-FFF2-40B4-BE49-F238E27FC236}">
                  <a16:creationId xmlns:a16="http://schemas.microsoft.com/office/drawing/2014/main" id="{6E5A534A-FAED-33A3-DCB8-3F5E056248F3}"/>
                </a:ext>
              </a:extLst>
            </p:cNvPr>
            <p:cNvSpPr/>
            <p:nvPr/>
          </p:nvSpPr>
          <p:spPr>
            <a:xfrm>
              <a:off x="92806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6" name="L3 cell 2-9">
              <a:extLst>
                <a:ext uri="{FF2B5EF4-FFF2-40B4-BE49-F238E27FC236}">
                  <a16:creationId xmlns:a16="http://schemas.microsoft.com/office/drawing/2014/main" id="{6A47F218-AAB4-742B-E6B3-A4E99F4238DA}"/>
                </a:ext>
              </a:extLst>
            </p:cNvPr>
            <p:cNvSpPr/>
            <p:nvPr/>
          </p:nvSpPr>
          <p:spPr>
            <a:xfrm>
              <a:off x="93664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7" name="L3 cell 2-10">
              <a:extLst>
                <a:ext uri="{FF2B5EF4-FFF2-40B4-BE49-F238E27FC236}">
                  <a16:creationId xmlns:a16="http://schemas.microsoft.com/office/drawing/2014/main" id="{F8C87AD8-94D9-6421-9C00-EB20024BFDA1}"/>
                </a:ext>
              </a:extLst>
            </p:cNvPr>
            <p:cNvSpPr/>
            <p:nvPr/>
          </p:nvSpPr>
          <p:spPr>
            <a:xfrm>
              <a:off x="94521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8" name="L3 cell 2-11">
              <a:extLst>
                <a:ext uri="{FF2B5EF4-FFF2-40B4-BE49-F238E27FC236}">
                  <a16:creationId xmlns:a16="http://schemas.microsoft.com/office/drawing/2014/main" id="{E3724464-9CA3-C4DE-3B99-70B3DA643295}"/>
                </a:ext>
              </a:extLst>
            </p:cNvPr>
            <p:cNvSpPr/>
            <p:nvPr/>
          </p:nvSpPr>
          <p:spPr>
            <a:xfrm>
              <a:off x="95378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9" name="L3 cell 2-12">
              <a:extLst>
                <a:ext uri="{FF2B5EF4-FFF2-40B4-BE49-F238E27FC236}">
                  <a16:creationId xmlns:a16="http://schemas.microsoft.com/office/drawing/2014/main" id="{D62C59B4-417F-E059-0AAB-23875A9D1A4D}"/>
                </a:ext>
              </a:extLst>
            </p:cNvPr>
            <p:cNvSpPr/>
            <p:nvPr/>
          </p:nvSpPr>
          <p:spPr>
            <a:xfrm>
              <a:off x="96235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0" name="L3 cell 2-13">
              <a:extLst>
                <a:ext uri="{FF2B5EF4-FFF2-40B4-BE49-F238E27FC236}">
                  <a16:creationId xmlns:a16="http://schemas.microsoft.com/office/drawing/2014/main" id="{FFE74F46-E5F8-7EBD-0931-FA27B7F56089}"/>
                </a:ext>
              </a:extLst>
            </p:cNvPr>
            <p:cNvSpPr/>
            <p:nvPr/>
          </p:nvSpPr>
          <p:spPr>
            <a:xfrm>
              <a:off x="97093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1" name="L3 cell 2-14">
              <a:extLst>
                <a:ext uri="{FF2B5EF4-FFF2-40B4-BE49-F238E27FC236}">
                  <a16:creationId xmlns:a16="http://schemas.microsoft.com/office/drawing/2014/main" id="{E514FAE5-347A-9D36-A840-C0011482CFC5}"/>
                </a:ext>
              </a:extLst>
            </p:cNvPr>
            <p:cNvSpPr/>
            <p:nvPr/>
          </p:nvSpPr>
          <p:spPr>
            <a:xfrm>
              <a:off x="97950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2" name="L3 cell 2-15">
              <a:extLst>
                <a:ext uri="{FF2B5EF4-FFF2-40B4-BE49-F238E27FC236}">
                  <a16:creationId xmlns:a16="http://schemas.microsoft.com/office/drawing/2014/main" id="{47D552DD-66B3-3069-329E-E77DB3064A40}"/>
                </a:ext>
              </a:extLst>
            </p:cNvPr>
            <p:cNvSpPr/>
            <p:nvPr/>
          </p:nvSpPr>
          <p:spPr>
            <a:xfrm>
              <a:off x="98807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3" name="L3 cell 2-16">
              <a:extLst>
                <a:ext uri="{FF2B5EF4-FFF2-40B4-BE49-F238E27FC236}">
                  <a16:creationId xmlns:a16="http://schemas.microsoft.com/office/drawing/2014/main" id="{3AE11A06-B15E-0F2C-5FA2-FC6F74C33123}"/>
                </a:ext>
              </a:extLst>
            </p:cNvPr>
            <p:cNvSpPr/>
            <p:nvPr/>
          </p:nvSpPr>
          <p:spPr>
            <a:xfrm>
              <a:off x="99664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4" name="L3 cell 2-17">
              <a:extLst>
                <a:ext uri="{FF2B5EF4-FFF2-40B4-BE49-F238E27FC236}">
                  <a16:creationId xmlns:a16="http://schemas.microsoft.com/office/drawing/2014/main" id="{2E7497C8-C5F9-E3F2-832F-477881D0C5A4}"/>
                </a:ext>
              </a:extLst>
            </p:cNvPr>
            <p:cNvSpPr/>
            <p:nvPr/>
          </p:nvSpPr>
          <p:spPr>
            <a:xfrm>
              <a:off x="100522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5" name="L3 cell 2-18">
              <a:extLst>
                <a:ext uri="{FF2B5EF4-FFF2-40B4-BE49-F238E27FC236}">
                  <a16:creationId xmlns:a16="http://schemas.microsoft.com/office/drawing/2014/main" id="{5C095C9D-EFC1-0C28-D46D-7B5D12A319FE}"/>
                </a:ext>
              </a:extLst>
            </p:cNvPr>
            <p:cNvSpPr/>
            <p:nvPr/>
          </p:nvSpPr>
          <p:spPr>
            <a:xfrm>
              <a:off x="101379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6" name="L3 cell 2-19">
              <a:extLst>
                <a:ext uri="{FF2B5EF4-FFF2-40B4-BE49-F238E27FC236}">
                  <a16:creationId xmlns:a16="http://schemas.microsoft.com/office/drawing/2014/main" id="{42C998F2-FF2E-6B8C-DD53-F1B17DFB0008}"/>
                </a:ext>
              </a:extLst>
            </p:cNvPr>
            <p:cNvSpPr/>
            <p:nvPr/>
          </p:nvSpPr>
          <p:spPr>
            <a:xfrm>
              <a:off x="102236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7" name="L3 cell 2-20">
              <a:extLst>
                <a:ext uri="{FF2B5EF4-FFF2-40B4-BE49-F238E27FC236}">
                  <a16:creationId xmlns:a16="http://schemas.microsoft.com/office/drawing/2014/main" id="{CD742D3D-9C40-E600-C1F6-6D42517A18F8}"/>
                </a:ext>
              </a:extLst>
            </p:cNvPr>
            <p:cNvSpPr/>
            <p:nvPr/>
          </p:nvSpPr>
          <p:spPr>
            <a:xfrm>
              <a:off x="103093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8" name="L3 cell 2-21">
              <a:extLst>
                <a:ext uri="{FF2B5EF4-FFF2-40B4-BE49-F238E27FC236}">
                  <a16:creationId xmlns:a16="http://schemas.microsoft.com/office/drawing/2014/main" id="{45683366-6D90-FEED-CFF2-545C8C87F289}"/>
                </a:ext>
              </a:extLst>
            </p:cNvPr>
            <p:cNvSpPr/>
            <p:nvPr/>
          </p:nvSpPr>
          <p:spPr>
            <a:xfrm>
              <a:off x="103951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9" name="L3 cell 3-0">
              <a:extLst>
                <a:ext uri="{FF2B5EF4-FFF2-40B4-BE49-F238E27FC236}">
                  <a16:creationId xmlns:a16="http://schemas.microsoft.com/office/drawing/2014/main" id="{9AAC3C9C-765B-626F-75C4-0E8FDAC80CD3}"/>
                </a:ext>
              </a:extLst>
            </p:cNvPr>
            <p:cNvSpPr/>
            <p:nvPr/>
          </p:nvSpPr>
          <p:spPr>
            <a:xfrm>
              <a:off x="85948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0" name="L3 cell 3-1">
              <a:extLst>
                <a:ext uri="{FF2B5EF4-FFF2-40B4-BE49-F238E27FC236}">
                  <a16:creationId xmlns:a16="http://schemas.microsoft.com/office/drawing/2014/main" id="{519E0848-5440-5A68-A882-2C4F131A62F5}"/>
                </a:ext>
              </a:extLst>
            </p:cNvPr>
            <p:cNvSpPr/>
            <p:nvPr/>
          </p:nvSpPr>
          <p:spPr>
            <a:xfrm>
              <a:off x="86806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1" name="L3 cell 3-2">
              <a:extLst>
                <a:ext uri="{FF2B5EF4-FFF2-40B4-BE49-F238E27FC236}">
                  <a16:creationId xmlns:a16="http://schemas.microsoft.com/office/drawing/2014/main" id="{96807007-49FF-507E-2D67-88970856C8E8}"/>
                </a:ext>
              </a:extLst>
            </p:cNvPr>
            <p:cNvSpPr/>
            <p:nvPr/>
          </p:nvSpPr>
          <p:spPr>
            <a:xfrm>
              <a:off x="87663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2" name="L3 cell 3-3">
              <a:extLst>
                <a:ext uri="{FF2B5EF4-FFF2-40B4-BE49-F238E27FC236}">
                  <a16:creationId xmlns:a16="http://schemas.microsoft.com/office/drawing/2014/main" id="{774B75B9-5033-9D2D-5D0F-5A65E84F7312}"/>
                </a:ext>
              </a:extLst>
            </p:cNvPr>
            <p:cNvSpPr/>
            <p:nvPr/>
          </p:nvSpPr>
          <p:spPr>
            <a:xfrm>
              <a:off x="88520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3" name="L3 cell 3-4">
              <a:extLst>
                <a:ext uri="{FF2B5EF4-FFF2-40B4-BE49-F238E27FC236}">
                  <a16:creationId xmlns:a16="http://schemas.microsoft.com/office/drawing/2014/main" id="{418A2739-253D-1E32-828C-9143FB646842}"/>
                </a:ext>
              </a:extLst>
            </p:cNvPr>
            <p:cNvSpPr/>
            <p:nvPr/>
          </p:nvSpPr>
          <p:spPr>
            <a:xfrm>
              <a:off x="89377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4" name="L3 cell 3-5">
              <a:extLst>
                <a:ext uri="{FF2B5EF4-FFF2-40B4-BE49-F238E27FC236}">
                  <a16:creationId xmlns:a16="http://schemas.microsoft.com/office/drawing/2014/main" id="{318A4DB9-70E9-74A0-705D-2B855C3D5FA4}"/>
                </a:ext>
              </a:extLst>
            </p:cNvPr>
            <p:cNvSpPr/>
            <p:nvPr/>
          </p:nvSpPr>
          <p:spPr>
            <a:xfrm>
              <a:off x="90235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5" name="L3 cell 3-6">
              <a:extLst>
                <a:ext uri="{FF2B5EF4-FFF2-40B4-BE49-F238E27FC236}">
                  <a16:creationId xmlns:a16="http://schemas.microsoft.com/office/drawing/2014/main" id="{122B2D87-3FAD-B38C-138D-9B8A7F53FBE8}"/>
                </a:ext>
              </a:extLst>
            </p:cNvPr>
            <p:cNvSpPr/>
            <p:nvPr/>
          </p:nvSpPr>
          <p:spPr>
            <a:xfrm>
              <a:off x="91092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6" name="L3 cell 3-7">
              <a:extLst>
                <a:ext uri="{FF2B5EF4-FFF2-40B4-BE49-F238E27FC236}">
                  <a16:creationId xmlns:a16="http://schemas.microsoft.com/office/drawing/2014/main" id="{19854AE5-0FC7-9032-9789-BB24335A8776}"/>
                </a:ext>
              </a:extLst>
            </p:cNvPr>
            <p:cNvSpPr/>
            <p:nvPr/>
          </p:nvSpPr>
          <p:spPr>
            <a:xfrm>
              <a:off x="91949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7" name="L3 cell 3-8">
              <a:extLst>
                <a:ext uri="{FF2B5EF4-FFF2-40B4-BE49-F238E27FC236}">
                  <a16:creationId xmlns:a16="http://schemas.microsoft.com/office/drawing/2014/main" id="{E32A2739-C72F-E94E-04FA-67DA7630BDDC}"/>
                </a:ext>
              </a:extLst>
            </p:cNvPr>
            <p:cNvSpPr/>
            <p:nvPr/>
          </p:nvSpPr>
          <p:spPr>
            <a:xfrm>
              <a:off x="92806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8" name="L3 cell 3-9">
              <a:extLst>
                <a:ext uri="{FF2B5EF4-FFF2-40B4-BE49-F238E27FC236}">
                  <a16:creationId xmlns:a16="http://schemas.microsoft.com/office/drawing/2014/main" id="{2647EF1A-4D81-A8F0-D52F-FA82DB8FB2D8}"/>
                </a:ext>
              </a:extLst>
            </p:cNvPr>
            <p:cNvSpPr/>
            <p:nvPr/>
          </p:nvSpPr>
          <p:spPr>
            <a:xfrm>
              <a:off x="93664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9" name="L3 cell 3-10">
              <a:extLst>
                <a:ext uri="{FF2B5EF4-FFF2-40B4-BE49-F238E27FC236}">
                  <a16:creationId xmlns:a16="http://schemas.microsoft.com/office/drawing/2014/main" id="{3D3BB355-7E30-D0E3-1151-680F34B6DA6F}"/>
                </a:ext>
              </a:extLst>
            </p:cNvPr>
            <p:cNvSpPr/>
            <p:nvPr/>
          </p:nvSpPr>
          <p:spPr>
            <a:xfrm>
              <a:off x="94521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0" name="L3 cell 3-11">
              <a:extLst>
                <a:ext uri="{FF2B5EF4-FFF2-40B4-BE49-F238E27FC236}">
                  <a16:creationId xmlns:a16="http://schemas.microsoft.com/office/drawing/2014/main" id="{90C8B009-1618-B3A6-6771-CB98D46BB96E}"/>
                </a:ext>
              </a:extLst>
            </p:cNvPr>
            <p:cNvSpPr/>
            <p:nvPr/>
          </p:nvSpPr>
          <p:spPr>
            <a:xfrm>
              <a:off x="95378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1" name="L3 cell 3-12">
              <a:extLst>
                <a:ext uri="{FF2B5EF4-FFF2-40B4-BE49-F238E27FC236}">
                  <a16:creationId xmlns:a16="http://schemas.microsoft.com/office/drawing/2014/main" id="{ABB756CB-C4C1-2B6F-AAE3-477C78B43752}"/>
                </a:ext>
              </a:extLst>
            </p:cNvPr>
            <p:cNvSpPr/>
            <p:nvPr/>
          </p:nvSpPr>
          <p:spPr>
            <a:xfrm>
              <a:off x="96235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2" name="L3 cell 3-13">
              <a:extLst>
                <a:ext uri="{FF2B5EF4-FFF2-40B4-BE49-F238E27FC236}">
                  <a16:creationId xmlns:a16="http://schemas.microsoft.com/office/drawing/2014/main" id="{66787BDF-6445-3F12-FF3D-2E13082160DA}"/>
                </a:ext>
              </a:extLst>
            </p:cNvPr>
            <p:cNvSpPr/>
            <p:nvPr/>
          </p:nvSpPr>
          <p:spPr>
            <a:xfrm>
              <a:off x="97093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3" name="L3 cell 3-14">
              <a:extLst>
                <a:ext uri="{FF2B5EF4-FFF2-40B4-BE49-F238E27FC236}">
                  <a16:creationId xmlns:a16="http://schemas.microsoft.com/office/drawing/2014/main" id="{1BB4F288-5EA6-D12F-C983-9C42E4C9FC71}"/>
                </a:ext>
              </a:extLst>
            </p:cNvPr>
            <p:cNvSpPr/>
            <p:nvPr/>
          </p:nvSpPr>
          <p:spPr>
            <a:xfrm>
              <a:off x="97950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4" name="L3 cell 3-15">
              <a:extLst>
                <a:ext uri="{FF2B5EF4-FFF2-40B4-BE49-F238E27FC236}">
                  <a16:creationId xmlns:a16="http://schemas.microsoft.com/office/drawing/2014/main" id="{5A1649B1-32AC-D019-8E72-F8EB76DB9BF7}"/>
                </a:ext>
              </a:extLst>
            </p:cNvPr>
            <p:cNvSpPr/>
            <p:nvPr/>
          </p:nvSpPr>
          <p:spPr>
            <a:xfrm>
              <a:off x="98807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5" name="L3 cell 3-16">
              <a:extLst>
                <a:ext uri="{FF2B5EF4-FFF2-40B4-BE49-F238E27FC236}">
                  <a16:creationId xmlns:a16="http://schemas.microsoft.com/office/drawing/2014/main" id="{846382D1-33F7-B131-FB76-0BFD894E0198}"/>
                </a:ext>
              </a:extLst>
            </p:cNvPr>
            <p:cNvSpPr/>
            <p:nvPr/>
          </p:nvSpPr>
          <p:spPr>
            <a:xfrm>
              <a:off x="99664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6" name="L3 cell 3-17">
              <a:extLst>
                <a:ext uri="{FF2B5EF4-FFF2-40B4-BE49-F238E27FC236}">
                  <a16:creationId xmlns:a16="http://schemas.microsoft.com/office/drawing/2014/main" id="{86123804-E645-446B-D147-3B9CCFE04FBC}"/>
                </a:ext>
              </a:extLst>
            </p:cNvPr>
            <p:cNvSpPr/>
            <p:nvPr/>
          </p:nvSpPr>
          <p:spPr>
            <a:xfrm>
              <a:off x="100522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7" name="L3 cell 3-18">
              <a:extLst>
                <a:ext uri="{FF2B5EF4-FFF2-40B4-BE49-F238E27FC236}">
                  <a16:creationId xmlns:a16="http://schemas.microsoft.com/office/drawing/2014/main" id="{580887BF-011D-6058-DB2E-F8F72EF4665E}"/>
                </a:ext>
              </a:extLst>
            </p:cNvPr>
            <p:cNvSpPr/>
            <p:nvPr/>
          </p:nvSpPr>
          <p:spPr>
            <a:xfrm>
              <a:off x="101379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8" name="L3 cell 3-19">
              <a:extLst>
                <a:ext uri="{FF2B5EF4-FFF2-40B4-BE49-F238E27FC236}">
                  <a16:creationId xmlns:a16="http://schemas.microsoft.com/office/drawing/2014/main" id="{2B6BEBA7-D209-D742-9CEA-06136E3AE9B6}"/>
                </a:ext>
              </a:extLst>
            </p:cNvPr>
            <p:cNvSpPr/>
            <p:nvPr/>
          </p:nvSpPr>
          <p:spPr>
            <a:xfrm>
              <a:off x="102236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9" name="L3 cell 3-20">
              <a:extLst>
                <a:ext uri="{FF2B5EF4-FFF2-40B4-BE49-F238E27FC236}">
                  <a16:creationId xmlns:a16="http://schemas.microsoft.com/office/drawing/2014/main" id="{108D7439-2CC0-2269-D6AD-E8FFE329064D}"/>
                </a:ext>
              </a:extLst>
            </p:cNvPr>
            <p:cNvSpPr/>
            <p:nvPr/>
          </p:nvSpPr>
          <p:spPr>
            <a:xfrm>
              <a:off x="103093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0" name="L3 cell 3-21">
              <a:extLst>
                <a:ext uri="{FF2B5EF4-FFF2-40B4-BE49-F238E27FC236}">
                  <a16:creationId xmlns:a16="http://schemas.microsoft.com/office/drawing/2014/main" id="{BB3757DB-2527-A5B1-B95D-46E6AC942CD0}"/>
                </a:ext>
              </a:extLst>
            </p:cNvPr>
            <p:cNvSpPr/>
            <p:nvPr/>
          </p:nvSpPr>
          <p:spPr>
            <a:xfrm>
              <a:off x="103951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1" name="L3 label">
              <a:extLst>
                <a:ext uri="{FF2B5EF4-FFF2-40B4-BE49-F238E27FC236}">
                  <a16:creationId xmlns:a16="http://schemas.microsoft.com/office/drawing/2014/main" id="{62CB8BB1-1920-0CC6-0E76-6B74C26E1026}"/>
                </a:ext>
              </a:extLst>
            </p:cNvPr>
            <p:cNvSpPr/>
            <p:nvPr/>
          </p:nvSpPr>
          <p:spPr>
            <a:xfrm>
              <a:off x="9027795" y="2418398"/>
              <a:ext cx="994410" cy="154305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chemeClr val="accent1">
                  <a:alpha val="5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SHARED L3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109F8005-9701-8F66-5444-44E3949B80A4}"/>
              </a:ext>
            </a:extLst>
          </p:cNvPr>
          <p:cNvGrpSpPr/>
          <p:nvPr/>
        </p:nvGrpSpPr>
        <p:grpSpPr>
          <a:xfrm>
            <a:off x="4762500" y="4229100"/>
            <a:ext cx="2457450" cy="1447800"/>
            <a:chOff x="8286750" y="5048250"/>
            <a:chExt cx="2457450" cy="1447800"/>
          </a:xfrm>
        </p:grpSpPr>
        <p:sp>
          <p:nvSpPr>
            <p:cNvPr id="222" name="Pipeline IF 1">
              <a:extLst>
                <a:ext uri="{FF2B5EF4-FFF2-40B4-BE49-F238E27FC236}">
                  <a16:creationId xmlns:a16="http://schemas.microsoft.com/office/drawing/2014/main" id="{9FEFC5BE-2E23-8B9A-E39D-997BF18BB341}"/>
                </a:ext>
              </a:extLst>
            </p:cNvPr>
            <p:cNvSpPr/>
            <p:nvPr/>
          </p:nvSpPr>
          <p:spPr>
            <a:xfrm>
              <a:off x="82867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3" name="Pipeline ID 1">
              <a:extLst>
                <a:ext uri="{FF2B5EF4-FFF2-40B4-BE49-F238E27FC236}">
                  <a16:creationId xmlns:a16="http://schemas.microsoft.com/office/drawing/2014/main" id="{A692F09F-3018-5D8F-96AA-1C47E5DCDA7F}"/>
                </a:ext>
              </a:extLst>
            </p:cNvPr>
            <p:cNvSpPr/>
            <p:nvPr/>
          </p:nvSpPr>
          <p:spPr>
            <a:xfrm>
              <a:off x="853440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4" name="Pipeline EX 1">
              <a:extLst>
                <a:ext uri="{FF2B5EF4-FFF2-40B4-BE49-F238E27FC236}">
                  <a16:creationId xmlns:a16="http://schemas.microsoft.com/office/drawing/2014/main" id="{9A52A1F1-495C-9F61-DA7F-2F3586B13577}"/>
                </a:ext>
              </a:extLst>
            </p:cNvPr>
            <p:cNvSpPr/>
            <p:nvPr/>
          </p:nvSpPr>
          <p:spPr>
            <a:xfrm>
              <a:off x="87820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5" name="Pipeline MEM 1">
              <a:extLst>
                <a:ext uri="{FF2B5EF4-FFF2-40B4-BE49-F238E27FC236}">
                  <a16:creationId xmlns:a16="http://schemas.microsoft.com/office/drawing/2014/main" id="{29867AC0-01F4-FB90-521D-C7D5CFDBD43B}"/>
                </a:ext>
              </a:extLst>
            </p:cNvPr>
            <p:cNvSpPr/>
            <p:nvPr/>
          </p:nvSpPr>
          <p:spPr>
            <a:xfrm>
              <a:off x="902970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6" name="Pipeline WB 1">
              <a:extLst>
                <a:ext uri="{FF2B5EF4-FFF2-40B4-BE49-F238E27FC236}">
                  <a16:creationId xmlns:a16="http://schemas.microsoft.com/office/drawing/2014/main" id="{E454B0F0-57C7-F694-BAAC-9506E6D7EF17}"/>
                </a:ext>
              </a:extLst>
            </p:cNvPr>
            <p:cNvSpPr/>
            <p:nvPr/>
          </p:nvSpPr>
          <p:spPr>
            <a:xfrm>
              <a:off x="92773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7" name="Pipeline IF 2">
              <a:extLst>
                <a:ext uri="{FF2B5EF4-FFF2-40B4-BE49-F238E27FC236}">
                  <a16:creationId xmlns:a16="http://schemas.microsoft.com/office/drawing/2014/main" id="{F8CCB553-1639-2ECE-04FC-B0E5B71709A1}"/>
                </a:ext>
              </a:extLst>
            </p:cNvPr>
            <p:cNvSpPr/>
            <p:nvPr/>
          </p:nvSpPr>
          <p:spPr>
            <a:xfrm>
              <a:off x="85344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8" name="Pipeline ID 2">
              <a:extLst>
                <a:ext uri="{FF2B5EF4-FFF2-40B4-BE49-F238E27FC236}">
                  <a16:creationId xmlns:a16="http://schemas.microsoft.com/office/drawing/2014/main" id="{E47B83F9-023D-97C2-9FEB-E01E38C654F3}"/>
                </a:ext>
              </a:extLst>
            </p:cNvPr>
            <p:cNvSpPr/>
            <p:nvPr/>
          </p:nvSpPr>
          <p:spPr>
            <a:xfrm>
              <a:off x="878205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9" name="Pipeline EX 2">
              <a:extLst>
                <a:ext uri="{FF2B5EF4-FFF2-40B4-BE49-F238E27FC236}">
                  <a16:creationId xmlns:a16="http://schemas.microsoft.com/office/drawing/2014/main" id="{42948008-83AB-9D5E-550A-E91DC8A52599}"/>
                </a:ext>
              </a:extLst>
            </p:cNvPr>
            <p:cNvSpPr/>
            <p:nvPr/>
          </p:nvSpPr>
          <p:spPr>
            <a:xfrm>
              <a:off x="90297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0" name="Pipeline MEM 2">
              <a:extLst>
                <a:ext uri="{FF2B5EF4-FFF2-40B4-BE49-F238E27FC236}">
                  <a16:creationId xmlns:a16="http://schemas.microsoft.com/office/drawing/2014/main" id="{44229899-37AB-CA55-819E-AA0A32144B51}"/>
                </a:ext>
              </a:extLst>
            </p:cNvPr>
            <p:cNvSpPr/>
            <p:nvPr/>
          </p:nvSpPr>
          <p:spPr>
            <a:xfrm>
              <a:off x="927735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1" name="Pipeline WB 2">
              <a:extLst>
                <a:ext uri="{FF2B5EF4-FFF2-40B4-BE49-F238E27FC236}">
                  <a16:creationId xmlns:a16="http://schemas.microsoft.com/office/drawing/2014/main" id="{BE104387-E284-D867-C532-A195700379E2}"/>
                </a:ext>
              </a:extLst>
            </p:cNvPr>
            <p:cNvSpPr/>
            <p:nvPr/>
          </p:nvSpPr>
          <p:spPr>
            <a:xfrm>
              <a:off x="95250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2" name="Pipeline IF 3">
              <a:extLst>
                <a:ext uri="{FF2B5EF4-FFF2-40B4-BE49-F238E27FC236}">
                  <a16:creationId xmlns:a16="http://schemas.microsoft.com/office/drawing/2014/main" id="{79A07832-F1A5-9049-788F-E007F1E8A949}"/>
                </a:ext>
              </a:extLst>
            </p:cNvPr>
            <p:cNvSpPr/>
            <p:nvPr/>
          </p:nvSpPr>
          <p:spPr>
            <a:xfrm>
              <a:off x="878205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3" name="Pipeline ID 3">
              <a:extLst>
                <a:ext uri="{FF2B5EF4-FFF2-40B4-BE49-F238E27FC236}">
                  <a16:creationId xmlns:a16="http://schemas.microsoft.com/office/drawing/2014/main" id="{8A5B3E86-AEC0-18F9-51D6-EB3EEF3A66AE}"/>
                </a:ext>
              </a:extLst>
            </p:cNvPr>
            <p:cNvSpPr/>
            <p:nvPr/>
          </p:nvSpPr>
          <p:spPr>
            <a:xfrm>
              <a:off x="90297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4" name="Pipeline stall 3">
              <a:extLst>
                <a:ext uri="{FF2B5EF4-FFF2-40B4-BE49-F238E27FC236}">
                  <a16:creationId xmlns:a16="http://schemas.microsoft.com/office/drawing/2014/main" id="{19D5C7BB-BD7D-3B0C-583D-972B7E10601A}"/>
                </a:ext>
              </a:extLst>
            </p:cNvPr>
            <p:cNvSpPr/>
            <p:nvPr/>
          </p:nvSpPr>
          <p:spPr>
            <a:xfrm>
              <a:off x="9277350" y="5657850"/>
              <a:ext cx="228600" cy="228600"/>
            </a:xfrm>
            <a:prstGeom prst="roundRect">
              <a:avLst>
                <a:gd name="adj" fmla="val 12500"/>
              </a:avLst>
            </a:prstGeom>
            <a:ln w="11430">
              <a:solidFill>
                <a:schemeClr val="accent1">
                  <a:alpha val="90000"/>
                </a:schemeClr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5" name="Pipeline EX 3">
              <a:extLst>
                <a:ext uri="{FF2B5EF4-FFF2-40B4-BE49-F238E27FC236}">
                  <a16:creationId xmlns:a16="http://schemas.microsoft.com/office/drawing/2014/main" id="{4082C587-9B89-9A4C-7154-E5F6551D61F6}"/>
                </a:ext>
              </a:extLst>
            </p:cNvPr>
            <p:cNvSpPr/>
            <p:nvPr/>
          </p:nvSpPr>
          <p:spPr>
            <a:xfrm>
              <a:off x="95250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6" name="Pipeline MEM 3">
              <a:extLst>
                <a:ext uri="{FF2B5EF4-FFF2-40B4-BE49-F238E27FC236}">
                  <a16:creationId xmlns:a16="http://schemas.microsoft.com/office/drawing/2014/main" id="{9C511C51-07CD-1A1A-A3F4-E00A8B481D61}"/>
                </a:ext>
              </a:extLst>
            </p:cNvPr>
            <p:cNvSpPr/>
            <p:nvPr/>
          </p:nvSpPr>
          <p:spPr>
            <a:xfrm>
              <a:off x="977265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7" name="Pipeline WB 3">
              <a:extLst>
                <a:ext uri="{FF2B5EF4-FFF2-40B4-BE49-F238E27FC236}">
                  <a16:creationId xmlns:a16="http://schemas.microsoft.com/office/drawing/2014/main" id="{B19FE910-7750-A06F-5FBB-09293F3E837B}"/>
                </a:ext>
              </a:extLst>
            </p:cNvPr>
            <p:cNvSpPr/>
            <p:nvPr/>
          </p:nvSpPr>
          <p:spPr>
            <a:xfrm>
              <a:off x="100203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8" name="Pipeline IF 4">
              <a:extLst>
                <a:ext uri="{FF2B5EF4-FFF2-40B4-BE49-F238E27FC236}">
                  <a16:creationId xmlns:a16="http://schemas.microsoft.com/office/drawing/2014/main" id="{0C46F33B-B7E5-3D68-27FC-F570EB837757}"/>
                </a:ext>
              </a:extLst>
            </p:cNvPr>
            <p:cNvSpPr/>
            <p:nvPr/>
          </p:nvSpPr>
          <p:spPr>
            <a:xfrm>
              <a:off x="92773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9" name="Pipeline ID 4">
              <a:extLst>
                <a:ext uri="{FF2B5EF4-FFF2-40B4-BE49-F238E27FC236}">
                  <a16:creationId xmlns:a16="http://schemas.microsoft.com/office/drawing/2014/main" id="{D355AE72-2C6E-24FE-12C3-41DDB6F7C26E}"/>
                </a:ext>
              </a:extLst>
            </p:cNvPr>
            <p:cNvSpPr/>
            <p:nvPr/>
          </p:nvSpPr>
          <p:spPr>
            <a:xfrm>
              <a:off x="952500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0" name="Pipeline EX 4">
              <a:extLst>
                <a:ext uri="{FF2B5EF4-FFF2-40B4-BE49-F238E27FC236}">
                  <a16:creationId xmlns:a16="http://schemas.microsoft.com/office/drawing/2014/main" id="{D9BF025F-7B31-5A1D-3E16-787BA319A208}"/>
                </a:ext>
              </a:extLst>
            </p:cNvPr>
            <p:cNvSpPr/>
            <p:nvPr/>
          </p:nvSpPr>
          <p:spPr>
            <a:xfrm>
              <a:off x="97726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1" name="Pipeline MEM 4">
              <a:extLst>
                <a:ext uri="{FF2B5EF4-FFF2-40B4-BE49-F238E27FC236}">
                  <a16:creationId xmlns:a16="http://schemas.microsoft.com/office/drawing/2014/main" id="{D89CA53A-CC9E-3EFE-2500-A6A77FA120E3}"/>
                </a:ext>
              </a:extLst>
            </p:cNvPr>
            <p:cNvSpPr/>
            <p:nvPr/>
          </p:nvSpPr>
          <p:spPr>
            <a:xfrm>
              <a:off x="1002030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2" name="Pipeline WB 4">
              <a:extLst>
                <a:ext uri="{FF2B5EF4-FFF2-40B4-BE49-F238E27FC236}">
                  <a16:creationId xmlns:a16="http://schemas.microsoft.com/office/drawing/2014/main" id="{72DC3D51-54EE-89D2-1D17-38F762560505}"/>
                </a:ext>
              </a:extLst>
            </p:cNvPr>
            <p:cNvSpPr/>
            <p:nvPr/>
          </p:nvSpPr>
          <p:spPr>
            <a:xfrm>
              <a:off x="102679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3" name="Pipeline IF 5">
              <a:extLst>
                <a:ext uri="{FF2B5EF4-FFF2-40B4-BE49-F238E27FC236}">
                  <a16:creationId xmlns:a16="http://schemas.microsoft.com/office/drawing/2014/main" id="{79F8F3E2-C329-45F0-2BE4-6BDA0684B5B4}"/>
                </a:ext>
              </a:extLst>
            </p:cNvPr>
            <p:cNvSpPr/>
            <p:nvPr/>
          </p:nvSpPr>
          <p:spPr>
            <a:xfrm>
              <a:off x="95250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4" name="Pipeline ID 5">
              <a:extLst>
                <a:ext uri="{FF2B5EF4-FFF2-40B4-BE49-F238E27FC236}">
                  <a16:creationId xmlns:a16="http://schemas.microsoft.com/office/drawing/2014/main" id="{8E988E12-3626-F288-7C96-BD23D51C2FFE}"/>
                </a:ext>
              </a:extLst>
            </p:cNvPr>
            <p:cNvSpPr/>
            <p:nvPr/>
          </p:nvSpPr>
          <p:spPr>
            <a:xfrm>
              <a:off x="977265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5" name="Pipeline EX 5">
              <a:extLst>
                <a:ext uri="{FF2B5EF4-FFF2-40B4-BE49-F238E27FC236}">
                  <a16:creationId xmlns:a16="http://schemas.microsoft.com/office/drawing/2014/main" id="{D3E9BDCB-3906-B709-4523-3D29E2894109}"/>
                </a:ext>
              </a:extLst>
            </p:cNvPr>
            <p:cNvSpPr/>
            <p:nvPr/>
          </p:nvSpPr>
          <p:spPr>
            <a:xfrm>
              <a:off x="100203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6" name="Pipeline MEM 5">
              <a:extLst>
                <a:ext uri="{FF2B5EF4-FFF2-40B4-BE49-F238E27FC236}">
                  <a16:creationId xmlns:a16="http://schemas.microsoft.com/office/drawing/2014/main" id="{450AF964-A120-6BD9-1790-C65E505744BC}"/>
                </a:ext>
              </a:extLst>
            </p:cNvPr>
            <p:cNvSpPr/>
            <p:nvPr/>
          </p:nvSpPr>
          <p:spPr>
            <a:xfrm>
              <a:off x="1026795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7" name="Pipeline WB 5">
              <a:extLst>
                <a:ext uri="{FF2B5EF4-FFF2-40B4-BE49-F238E27FC236}">
                  <a16:creationId xmlns:a16="http://schemas.microsoft.com/office/drawing/2014/main" id="{7F61F303-A33B-BE62-F95E-8819C13B526A}"/>
                </a:ext>
              </a:extLst>
            </p:cNvPr>
            <p:cNvSpPr/>
            <p:nvPr/>
          </p:nvSpPr>
          <p:spPr>
            <a:xfrm>
              <a:off x="105156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</p:grpSp>
      <p:sp>
        <p:nvSpPr>
          <p:cNvPr id="248" name="Logo strip">
            <a:extLst>
              <a:ext uri="{FF2B5EF4-FFF2-40B4-BE49-F238E27FC236}">
                <a16:creationId xmlns:a16="http://schemas.microsoft.com/office/drawing/2014/main" id="{4D5A921F-A1FC-8216-E455-4B66535E63EC}"/>
              </a:ext>
            </a:extLst>
          </p:cNvPr>
          <p:cNvSpPr/>
          <p:nvPr/>
        </p:nvSpPr>
        <p:spPr>
          <a:xfrm>
            <a:off x="609600" y="533400"/>
            <a:ext cx="4343400" cy="685800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49" name="MEST logo" descr="MEST — National Microelectronics Security Training Center">
            <a:extLst>
              <a:ext uri="{FF2B5EF4-FFF2-40B4-BE49-F238E27FC236}">
                <a16:creationId xmlns:a16="http://schemas.microsoft.com/office/drawing/2014/main" id="{A20206F8-20BE-E5DB-733B-D8F68248E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647700"/>
            <a:ext cx="457200" cy="457200"/>
          </a:xfrm>
          <a:prstGeom prst="rect">
            <a:avLst/>
          </a:prstGeom>
        </p:spPr>
      </p:pic>
      <p:sp>
        <p:nvSpPr>
          <p:cNvPr id="250" name="Logo divider 1">
            <a:extLst>
              <a:ext uri="{FF2B5EF4-FFF2-40B4-BE49-F238E27FC236}">
                <a16:creationId xmlns:a16="http://schemas.microsoft.com/office/drawing/2014/main" id="{2D7867C0-7A57-09C0-E783-1FF3CD8C7694}"/>
              </a:ext>
            </a:extLst>
          </p:cNvPr>
          <p:cNvSpPr/>
          <p:nvPr/>
        </p:nvSpPr>
        <p:spPr>
          <a:xfrm>
            <a:off x="1390650" y="723900"/>
            <a:ext cx="0" cy="30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1" name="FIU logo" descr="Florida International University">
            <a:extLst>
              <a:ext uri="{FF2B5EF4-FFF2-40B4-BE49-F238E27FC236}">
                <a16:creationId xmlns:a16="http://schemas.microsoft.com/office/drawing/2014/main" id="{D22E5987-AE6D-C001-B43E-A4EA68397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75" y="723900"/>
            <a:ext cx="1604211" cy="304800"/>
          </a:xfrm>
          <a:prstGeom prst="rect">
            <a:avLst/>
          </a:prstGeom>
        </p:spPr>
      </p:pic>
      <p:sp>
        <p:nvSpPr>
          <p:cNvPr id="252" name="Logo divider 2">
            <a:extLst>
              <a:ext uri="{FF2B5EF4-FFF2-40B4-BE49-F238E27FC236}">
                <a16:creationId xmlns:a16="http://schemas.microsoft.com/office/drawing/2014/main" id="{0A1F777F-F58A-4572-2339-8750EDF6FDDF}"/>
              </a:ext>
            </a:extLst>
          </p:cNvPr>
          <p:cNvSpPr/>
          <p:nvPr/>
        </p:nvSpPr>
        <p:spPr>
          <a:xfrm>
            <a:off x="3305175" y="723900"/>
            <a:ext cx="0" cy="30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3" name="SeRLoP logo" descr="SeRLoP Research">
            <a:extLst>
              <a:ext uri="{FF2B5EF4-FFF2-40B4-BE49-F238E27FC236}">
                <a16:creationId xmlns:a16="http://schemas.microsoft.com/office/drawing/2014/main" id="{ADDE7713-858E-DD46-5B59-957C3334C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795338"/>
            <a:ext cx="1295400" cy="161925"/>
          </a:xfrm>
          <a:prstGeom prst="rect">
            <a:avLst/>
          </a:prstGeom>
        </p:spPr>
      </p:pic>
      <p:sp>
        <p:nvSpPr>
          <p:cNvPr id="254" name="Kicker">
            <a:extLst>
              <a:ext uri="{FF2B5EF4-FFF2-40B4-BE49-F238E27FC236}">
                <a16:creationId xmlns:a16="http://schemas.microsoft.com/office/drawing/2014/main" id="{F5AD0A47-536D-DC0C-9156-ADF63EC80B02}"/>
              </a:ext>
            </a:extLst>
          </p:cNvPr>
          <p:cNvSpPr txBox="1"/>
          <p:nvPr/>
        </p:nvSpPr>
        <p:spPr>
          <a:xfrm>
            <a:off x="60960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E2B04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NEXT-GEN COMPUTING &amp; HARDWARE SECURITY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5" name="Text 0">
            <a:extLst>
              <a:ext uri="{FF2B5EF4-FFF2-40B4-BE49-F238E27FC236}">
                <a16:creationId xmlns:a16="http://schemas.microsoft.com/office/drawing/2014/main" id="{8768846E-1B54-ECF6-36A1-2E041FCDED79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609600" y="1962150"/>
            <a:ext cx="6572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Subtitle">
            <a:extLst>
              <a:ext uri="{FF2B5EF4-FFF2-40B4-BE49-F238E27FC236}">
                <a16:creationId xmlns:a16="http://schemas.microsoft.com/office/drawing/2014/main" id="{8C732590-0F7E-F58B-AB37-F9AB0A6033D5}"/>
              </a:ext>
            </a:extLst>
          </p:cNvPr>
          <p:cNvSpPr txBox="1"/>
          <p:nvPr/>
        </p:nvSpPr>
        <p:spPr>
          <a:xfrm>
            <a:off x="609600" y="339090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D3DB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Hands-on gem5 simulation with AI-guided learning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7" name="Pill 1">
            <a:extLst>
              <a:ext uri="{FF2B5EF4-FFF2-40B4-BE49-F238E27FC236}">
                <a16:creationId xmlns:a16="http://schemas.microsoft.com/office/drawing/2014/main" id="{35EF19F2-16C2-DC35-0E8E-108D3C9E9B9B}"/>
              </a:ext>
            </a:extLst>
          </p:cNvPr>
          <p:cNvSpPr/>
          <p:nvPr/>
        </p:nvSpPr>
        <p:spPr>
          <a:xfrm>
            <a:off x="609600" y="422910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8" name="Pill 1 icon" descr="preencoded.png">
            <a:extLst>
              <a:ext uri="{FF2B5EF4-FFF2-40B4-BE49-F238E27FC236}">
                <a16:creationId xmlns:a16="http://schemas.microsoft.com/office/drawing/2014/main" id="{22C4C512-47F9-45EE-5C34-71D8DF5E94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4362450"/>
            <a:ext cx="247650" cy="247650"/>
          </a:xfrm>
          <a:prstGeom prst="rect">
            <a:avLst/>
          </a:prstGeom>
        </p:spPr>
      </p:pic>
      <p:sp>
        <p:nvSpPr>
          <p:cNvPr id="259" name="Pill 1 text">
            <a:extLst>
              <a:ext uri="{FF2B5EF4-FFF2-40B4-BE49-F238E27FC236}">
                <a16:creationId xmlns:a16="http://schemas.microsoft.com/office/drawing/2014/main" id="{9005B814-9E1B-762A-3EC7-83AB3FCA8173}"/>
              </a:ext>
            </a:extLst>
          </p:cNvPr>
          <p:cNvSpPr txBox="1"/>
          <p:nvPr/>
        </p:nvSpPr>
        <p:spPr>
          <a:xfrm>
            <a:off x="1143000" y="431482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Wednesday, Oct 28, 2026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60" name="Pill 2">
            <a:extLst>
              <a:ext uri="{FF2B5EF4-FFF2-40B4-BE49-F238E27FC236}">
                <a16:creationId xmlns:a16="http://schemas.microsoft.com/office/drawing/2014/main" id="{8533758E-60C1-A07D-5561-FE9EE5AD82FF}"/>
              </a:ext>
            </a:extLst>
          </p:cNvPr>
          <p:cNvSpPr/>
          <p:nvPr/>
        </p:nvSpPr>
        <p:spPr>
          <a:xfrm>
            <a:off x="609600" y="485775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61" name="Pill 2 icon" descr="preencoded.png">
            <a:extLst>
              <a:ext uri="{FF2B5EF4-FFF2-40B4-BE49-F238E27FC236}">
                <a16:creationId xmlns:a16="http://schemas.microsoft.com/office/drawing/2014/main" id="{E9917371-5139-F0E0-3B4B-E3A4ECEEE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4991100"/>
            <a:ext cx="247650" cy="247650"/>
          </a:xfrm>
          <a:prstGeom prst="rect">
            <a:avLst/>
          </a:prstGeom>
        </p:spPr>
      </p:pic>
      <p:sp>
        <p:nvSpPr>
          <p:cNvPr id="262" name="Pill 2 text">
            <a:extLst>
              <a:ext uri="{FF2B5EF4-FFF2-40B4-BE49-F238E27FC236}">
                <a16:creationId xmlns:a16="http://schemas.microsoft.com/office/drawing/2014/main" id="{CC1BFF72-06A9-6402-954A-4DF9380C1D9D}"/>
              </a:ext>
            </a:extLst>
          </p:cNvPr>
          <p:cNvSpPr txBox="1"/>
          <p:nvPr/>
        </p:nvSpPr>
        <p:spPr>
          <a:xfrm>
            <a:off x="1143000" y="494347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10 AM – 2 PM 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63" name="Pill 3">
            <a:extLst>
              <a:ext uri="{FF2B5EF4-FFF2-40B4-BE49-F238E27FC236}">
                <a16:creationId xmlns:a16="http://schemas.microsoft.com/office/drawing/2014/main" id="{FDD37DD7-9AD7-392F-3E6C-80638BD635C5}"/>
              </a:ext>
            </a:extLst>
          </p:cNvPr>
          <p:cNvSpPr/>
          <p:nvPr/>
        </p:nvSpPr>
        <p:spPr>
          <a:xfrm>
            <a:off x="609600" y="548640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64" name="Pill 3 icon" descr="preencoded.png">
            <a:extLst>
              <a:ext uri="{FF2B5EF4-FFF2-40B4-BE49-F238E27FC236}">
                <a16:creationId xmlns:a16="http://schemas.microsoft.com/office/drawing/2014/main" id="{F9D27EDC-D2C4-B4C9-52B8-25FDC3BE32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5619750"/>
            <a:ext cx="247650" cy="247650"/>
          </a:xfrm>
          <a:prstGeom prst="rect">
            <a:avLst/>
          </a:prstGeom>
        </p:spPr>
      </p:pic>
      <p:sp>
        <p:nvSpPr>
          <p:cNvPr id="265" name="Pill 3 text">
            <a:extLst>
              <a:ext uri="{FF2B5EF4-FFF2-40B4-BE49-F238E27FC236}">
                <a16:creationId xmlns:a16="http://schemas.microsoft.com/office/drawing/2014/main" id="{9E327E95-E039-D864-2F74-9C48C0AB6231}"/>
              </a:ext>
            </a:extLst>
          </p:cNvPr>
          <p:cNvSpPr txBox="1"/>
          <p:nvPr/>
        </p:nvSpPr>
        <p:spPr>
          <a:xfrm>
            <a:off x="1143000" y="557212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FIU EC3930 &amp; on Zoom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746944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37205-4F84-E295-47B6-6E5993E8E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CBB3DA-9040-2604-7858-9B1C61EDE4EC}"/>
              </a:ext>
            </a:extLst>
          </p:cNvPr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257396A-92D4-678D-4011-ED6A7D9BFA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8636000" y="0"/>
            <a:ext cx="3556000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F5D22F61-C735-9EE5-606C-F4C509B20DC1}"/>
              </a:ext>
            </a:extLst>
          </p:cNvPr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5" name="Image 1" descr="MEST — National Microelectronics Security Training Center logo">
            <a:extLst>
              <a:ext uri="{FF2B5EF4-FFF2-40B4-BE49-F238E27FC236}">
                <a16:creationId xmlns:a16="http://schemas.microsoft.com/office/drawing/2014/main" id="{CB73CCC9-3772-DA17-B0AB-BEEF5602B9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5" r="-45"/>
          <a:stretch/>
        </p:blipFill>
        <p:spPr>
          <a:xfrm>
            <a:off x="812800" y="609600"/>
            <a:ext cx="952500" cy="92075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EA209517-7CB6-A1C8-A182-EC2BB8C21B44}"/>
              </a:ext>
            </a:extLst>
          </p:cNvPr>
          <p:cNvSpPr/>
          <p:nvPr/>
        </p:nvSpPr>
        <p:spPr>
          <a:xfrm>
            <a:off x="2019300" y="749300"/>
            <a:ext cx="12700" cy="635000"/>
          </a:xfrm>
          <a:prstGeom prst="rect">
            <a:avLst/>
          </a:prstGeom>
          <a:solidFill>
            <a:srgbClr val="D6D2C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7" name="Image 2" descr="Florida International University logo">
            <a:extLst>
              <a:ext uri="{FF2B5EF4-FFF2-40B4-BE49-F238E27FC236}">
                <a16:creationId xmlns:a16="http://schemas.microsoft.com/office/drawing/2014/main" id="{768CFD7E-4C59-0578-0C5C-BB525F13B4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3300" y="698500"/>
            <a:ext cx="996950" cy="74295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C2349709-F02F-09E9-3B74-2349D252A62F}"/>
              </a:ext>
            </a:extLst>
          </p:cNvPr>
          <p:cNvSpPr/>
          <p:nvPr/>
        </p:nvSpPr>
        <p:spPr>
          <a:xfrm>
            <a:off x="812800" y="2362200"/>
            <a:ext cx="73253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50" normalizeH="0" baseline="0" noProof="0" dirty="0">
                <a:ln>
                  <a:noFill/>
                </a:ln>
                <a:solidFill>
                  <a:srgbClr val="A87C2A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PART II · COMPUTER ARCHITECTURE WITH GEM5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509601F-95FA-BA9A-6523-6C0F80EC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692400"/>
            <a:ext cx="7848600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0B1F3F"/>
                </a:solidFill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Memory Hierarchy Design and Performance Analysis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785AF464-547C-EB9C-2849-50838A36E7B6}"/>
              </a:ext>
            </a:extLst>
          </p:cNvPr>
          <p:cNvSpPr/>
          <p:nvPr/>
        </p:nvSpPr>
        <p:spPr>
          <a:xfrm>
            <a:off x="812799" y="4343399"/>
            <a:ext cx="6978261" cy="45719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127E864-6F1C-10A5-CD60-FF65619E4F1B}"/>
              </a:ext>
            </a:extLst>
          </p:cNvPr>
          <p:cNvSpPr/>
          <p:nvPr/>
        </p:nvSpPr>
        <p:spPr>
          <a:xfrm>
            <a:off x="812800" y="458470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PRESENTED BY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A1B6E45-5324-D42E-A5CD-D5625D391357}"/>
              </a:ext>
            </a:extLst>
          </p:cNvPr>
          <p:cNvSpPr/>
          <p:nvPr/>
        </p:nvSpPr>
        <p:spPr>
          <a:xfrm>
            <a:off x="812800" y="4838700"/>
            <a:ext cx="719455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1F3F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Sagor Chandro Bakchy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C71539E-184D-4E92-BDE5-08280ED7B77F}"/>
              </a:ext>
            </a:extLst>
          </p:cNvPr>
          <p:cNvSpPr/>
          <p:nvPr/>
        </p:nvSpPr>
        <p:spPr>
          <a:xfrm>
            <a:off x="812800" y="5245100"/>
            <a:ext cx="71945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PhD Student, Florida International University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14" name="Image 3" descr="SeRLoP Research logo">
            <a:extLst>
              <a:ext uri="{FF2B5EF4-FFF2-40B4-BE49-F238E27FC236}">
                <a16:creationId xmlns:a16="http://schemas.microsoft.com/office/drawing/2014/main" id="{629EFE2F-9316-7EF9-29D6-FFEE7E72BB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11" r="-811"/>
          <a:stretch/>
        </p:blipFill>
        <p:spPr>
          <a:xfrm>
            <a:off x="812800" y="6235700"/>
            <a:ext cx="1555750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4973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97F0D-B1EF-CA2B-87AC-EE617A5D8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6A549AB-18BD-E978-97C4-8260B2895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Helvetic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4E2C5A-A35B-9233-E3DC-16304DED3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Helvetica"/>
            </a:endParaRP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14339F49-9636-F4D9-4989-47CADF0D0D98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002060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Helvetica"/>
              </a:rPr>
              <a:t>Outlines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3575D2D-B18A-E585-EA07-00294FECD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124" y="6506673"/>
            <a:ext cx="1986954" cy="29161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CB9F149-8458-4700-0172-17BC3A03654E}"/>
              </a:ext>
            </a:extLst>
          </p:cNvPr>
          <p:cNvGrpSpPr/>
          <p:nvPr/>
        </p:nvGrpSpPr>
        <p:grpSpPr>
          <a:xfrm>
            <a:off x="2407875" y="646383"/>
            <a:ext cx="9555861" cy="3994524"/>
            <a:chOff x="224512" y="1355509"/>
            <a:chExt cx="10647719" cy="3994524"/>
          </a:xfrm>
        </p:grpSpPr>
        <p:sp>
          <p:nvSpPr>
            <p:cNvPr id="3" name="Arrow: Notched Right 2">
              <a:extLst>
                <a:ext uri="{FF2B5EF4-FFF2-40B4-BE49-F238E27FC236}">
                  <a16:creationId xmlns:a16="http://schemas.microsoft.com/office/drawing/2014/main" id="{B2D7B3E0-6C12-FB4A-6DBA-77E740080843}"/>
                </a:ext>
              </a:extLst>
            </p:cNvPr>
            <p:cNvSpPr/>
            <p:nvPr/>
          </p:nvSpPr>
          <p:spPr>
            <a:xfrm>
              <a:off x="767971" y="1355509"/>
              <a:ext cx="10104259" cy="471924"/>
            </a:xfrm>
            <a:prstGeom prst="notchedRightArrow">
              <a:avLst>
                <a:gd name="adj1" fmla="val 100000"/>
                <a:gd name="adj2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 anchorCtr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memory hierarchy and Cache fundamentals (L1, L2, LLC(L3))</a:t>
              </a:r>
            </a:p>
          </p:txBody>
        </p:sp>
        <p:sp>
          <p:nvSpPr>
            <p:cNvPr id="4" name="Arrow: Notched Right 3">
              <a:extLst>
                <a:ext uri="{FF2B5EF4-FFF2-40B4-BE49-F238E27FC236}">
                  <a16:creationId xmlns:a16="http://schemas.microsoft.com/office/drawing/2014/main" id="{642E56E0-672B-760B-D306-4B6841FAE69B}"/>
                </a:ext>
              </a:extLst>
            </p:cNvPr>
            <p:cNvSpPr/>
            <p:nvPr/>
          </p:nvSpPr>
          <p:spPr>
            <a:xfrm>
              <a:off x="1297203" y="2027601"/>
              <a:ext cx="9575027" cy="471924"/>
            </a:xfrm>
            <a:prstGeom prst="notchedRightArrow">
              <a:avLst>
                <a:gd name="adj1" fmla="val 10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 anchorCtr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Cache parameters: size, associativity, block size</a:t>
              </a:r>
            </a:p>
          </p:txBody>
        </p:sp>
        <p:sp>
          <p:nvSpPr>
            <p:cNvPr id="5" name="Arrow: Notched Right 4">
              <a:extLst>
                <a:ext uri="{FF2B5EF4-FFF2-40B4-BE49-F238E27FC236}">
                  <a16:creationId xmlns:a16="http://schemas.microsoft.com/office/drawing/2014/main" id="{93AEB89B-9E13-F716-E23A-2BFBD55CC187}"/>
                </a:ext>
              </a:extLst>
            </p:cNvPr>
            <p:cNvSpPr/>
            <p:nvPr/>
          </p:nvSpPr>
          <p:spPr>
            <a:xfrm>
              <a:off x="1829047" y="2700109"/>
              <a:ext cx="9043183" cy="471924"/>
            </a:xfrm>
            <a:prstGeom prst="notchedRightArrow">
              <a:avLst>
                <a:gd name="adj1" fmla="val 100000"/>
                <a:gd name="adj2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 anchorCtr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Replacement and write policies</a:t>
              </a:r>
            </a:p>
          </p:txBody>
        </p:sp>
        <p:sp>
          <p:nvSpPr>
            <p:cNvPr id="6" name="Arrow: Notched Right 5">
              <a:extLst>
                <a:ext uri="{FF2B5EF4-FFF2-40B4-BE49-F238E27FC236}">
                  <a16:creationId xmlns:a16="http://schemas.microsoft.com/office/drawing/2014/main" id="{618B100B-82E1-C4E1-753F-50B8B3942AED}"/>
                </a:ext>
              </a:extLst>
            </p:cNvPr>
            <p:cNvSpPr/>
            <p:nvPr/>
          </p:nvSpPr>
          <p:spPr>
            <a:xfrm>
              <a:off x="2342231" y="3426109"/>
              <a:ext cx="8529999" cy="471924"/>
            </a:xfrm>
            <a:prstGeom prst="notchedRightArrow">
              <a:avLst>
                <a:gd name="adj1" fmla="val 10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 anchorCtr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Performance metrics: hit/miss rate, access latency, etc.</a:t>
              </a:r>
            </a:p>
          </p:txBody>
        </p:sp>
        <p:sp>
          <p:nvSpPr>
            <p:cNvPr id="7" name="Arrow: Notched Right 6">
              <a:extLst>
                <a:ext uri="{FF2B5EF4-FFF2-40B4-BE49-F238E27FC236}">
                  <a16:creationId xmlns:a16="http://schemas.microsoft.com/office/drawing/2014/main" id="{0FA94B16-1CAC-435C-3675-26BA981FD8C9}"/>
                </a:ext>
              </a:extLst>
            </p:cNvPr>
            <p:cNvSpPr/>
            <p:nvPr/>
          </p:nvSpPr>
          <p:spPr>
            <a:xfrm>
              <a:off x="2894029" y="4152109"/>
              <a:ext cx="7978201" cy="471924"/>
            </a:xfrm>
            <a:prstGeom prst="notchedRightArrow">
              <a:avLst>
                <a:gd name="adj1" fmla="val 100000"/>
                <a:gd name="adj2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 anchorCtr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Memory bottlenecks in modern systems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B09434C-3321-3D12-4444-70846FC25F92}"/>
                </a:ext>
              </a:extLst>
            </p:cNvPr>
            <p:cNvSpPr/>
            <p:nvPr/>
          </p:nvSpPr>
          <p:spPr>
            <a:xfrm>
              <a:off x="224512" y="1355509"/>
              <a:ext cx="438539" cy="51935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chemeClr val="tx1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Times New Roman" panose="02020603050405020304" pitchFamily="18" charset="0"/>
                  <a:ea typeface="Gill Sans"/>
                  <a:cs typeface="Times New Roman" panose="02020603050405020304" pitchFamily="18" charset="0"/>
                  <a:sym typeface="Gill Sans"/>
                </a:rPr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65B8575-99D2-03BA-7CCA-1AC06CC64803}"/>
                </a:ext>
              </a:extLst>
            </p:cNvPr>
            <p:cNvSpPr/>
            <p:nvPr/>
          </p:nvSpPr>
          <p:spPr>
            <a:xfrm>
              <a:off x="1297203" y="2676395"/>
              <a:ext cx="438539" cy="51935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chemeClr val="tx1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Times New Roman" panose="02020603050405020304" pitchFamily="18" charset="0"/>
                  <a:ea typeface="Gill Sans"/>
                  <a:cs typeface="Times New Roman" panose="02020603050405020304" pitchFamily="18" charset="0"/>
                  <a:sym typeface="Gill Sans"/>
                </a:rPr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E5B46BF-314A-91EF-3008-8CAC7F9EA32B}"/>
                </a:ext>
              </a:extLst>
            </p:cNvPr>
            <p:cNvSpPr/>
            <p:nvPr/>
          </p:nvSpPr>
          <p:spPr>
            <a:xfrm>
              <a:off x="2342231" y="4152109"/>
              <a:ext cx="438539" cy="51935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>
              <a:solidFill>
                <a:schemeClr val="tx1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Times New Roman" panose="02020603050405020304" pitchFamily="18" charset="0"/>
                  <a:ea typeface="Gill Sans"/>
                  <a:cs typeface="Times New Roman" panose="02020603050405020304" pitchFamily="18" charset="0"/>
                  <a:sym typeface="Gill Sans"/>
                </a:rPr>
                <a:t>5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52B74A6-3F0F-50A8-4EBE-37104E044091}"/>
                </a:ext>
              </a:extLst>
            </p:cNvPr>
            <p:cNvSpPr/>
            <p:nvPr/>
          </p:nvSpPr>
          <p:spPr>
            <a:xfrm>
              <a:off x="767971" y="1993660"/>
              <a:ext cx="438539" cy="5193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 cap="flat">
              <a:solidFill>
                <a:schemeClr val="tx1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Times New Roman" panose="02020603050405020304" pitchFamily="18" charset="0"/>
                  <a:ea typeface="Gill Sans"/>
                  <a:cs typeface="Times New Roman" panose="02020603050405020304" pitchFamily="18" charset="0"/>
                  <a:sym typeface="Gill Sans"/>
                </a:rPr>
                <a:t>2</a:t>
              </a: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44A05B7-815D-DB20-1755-5FBCA44C7D8A}"/>
                </a:ext>
              </a:extLst>
            </p:cNvPr>
            <p:cNvSpPr/>
            <p:nvPr/>
          </p:nvSpPr>
          <p:spPr>
            <a:xfrm>
              <a:off x="1829047" y="3396330"/>
              <a:ext cx="438539" cy="5193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 cap="flat">
              <a:solidFill>
                <a:schemeClr val="tx1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Times New Roman" panose="02020603050405020304" pitchFamily="18" charset="0"/>
                  <a:ea typeface="Gill Sans"/>
                  <a:cs typeface="Times New Roman" panose="02020603050405020304" pitchFamily="18" charset="0"/>
                  <a:sym typeface="Gill Sans"/>
                </a:rPr>
                <a:t>4</a:t>
              </a: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endParaRPr>
            </a:p>
          </p:txBody>
        </p:sp>
        <p:sp>
          <p:nvSpPr>
            <p:cNvPr id="14" name="Arrow: Notched Right 13">
              <a:extLst>
                <a:ext uri="{FF2B5EF4-FFF2-40B4-BE49-F238E27FC236}">
                  <a16:creationId xmlns:a16="http://schemas.microsoft.com/office/drawing/2014/main" id="{246D96C7-10F0-E1BE-F607-BB62F68E75A4}"/>
                </a:ext>
              </a:extLst>
            </p:cNvPr>
            <p:cNvSpPr/>
            <p:nvPr/>
          </p:nvSpPr>
          <p:spPr>
            <a:xfrm>
              <a:off x="3473449" y="4854395"/>
              <a:ext cx="7398782" cy="471924"/>
            </a:xfrm>
            <a:prstGeom prst="notchedRightArrow">
              <a:avLst>
                <a:gd name="adj1" fmla="val 10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 anchorCtr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Cache hierarchy code analysis in gem5 simulator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2CBA5F6-09CF-BCE6-3FEE-97AF697F0167}"/>
                </a:ext>
              </a:extLst>
            </p:cNvPr>
            <p:cNvSpPr/>
            <p:nvPr/>
          </p:nvSpPr>
          <p:spPr>
            <a:xfrm>
              <a:off x="2894029" y="4830682"/>
              <a:ext cx="438539" cy="5193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175" cap="flat">
              <a:solidFill>
                <a:schemeClr val="tx1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Times New Roman" panose="02020603050405020304" pitchFamily="18" charset="0"/>
                  <a:ea typeface="Gill Sans"/>
                  <a:cs typeface="Times New Roman" panose="02020603050405020304" pitchFamily="18" charset="0"/>
                  <a:sym typeface="Gill Sans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95839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533E-F175-6416-56CF-1352F328C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37270" cy="845127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Memory Hierarchy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47781-D4CA-1CF8-B1BE-4BE4630E671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4BE5527-30A9-ADDC-678E-43432AEF00EC}"/>
              </a:ext>
            </a:extLst>
          </p:cNvPr>
          <p:cNvSpPr/>
          <p:nvPr/>
        </p:nvSpPr>
        <p:spPr>
          <a:xfrm>
            <a:off x="3383280" y="1417320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DBEE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8921C7-D94F-30E6-9790-CB8639389ED7}"/>
              </a:ext>
            </a:extLst>
          </p:cNvPr>
          <p:cNvSpPr/>
          <p:nvPr/>
        </p:nvSpPr>
        <p:spPr>
          <a:xfrm>
            <a:off x="3383280" y="1417320"/>
            <a:ext cx="182880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bytes  ·  &lt; 1 ns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A7D44E8-68A0-3215-28A9-D2D5690C5962}"/>
              </a:ext>
            </a:extLst>
          </p:cNvPr>
          <p:cNvSpPr/>
          <p:nvPr/>
        </p:nvSpPr>
        <p:spPr>
          <a:xfrm>
            <a:off x="3108960" y="2093976"/>
            <a:ext cx="2377440" cy="566928"/>
          </a:xfrm>
          <a:prstGeom prst="roundRect">
            <a:avLst>
              <a:gd name="adj" fmla="val 8065"/>
            </a:avLst>
          </a:prstGeom>
          <a:solidFill>
            <a:srgbClr val="143A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9FCBCA-B1C7-ED76-90F2-D0D0A478565C}"/>
              </a:ext>
            </a:extLst>
          </p:cNvPr>
          <p:cNvSpPr/>
          <p:nvPr/>
        </p:nvSpPr>
        <p:spPr>
          <a:xfrm>
            <a:off x="3108960" y="2093976"/>
            <a:ext cx="2377440" cy="566928"/>
          </a:xfrm>
          <a:prstGeom prst="rect">
            <a:avLst/>
          </a:prstGeom>
          <a:solidFill>
            <a:schemeClr val="accent3">
              <a:lumMod val="20000"/>
              <a:lumOff val="80000"/>
              <a:alpha val="86000"/>
            </a:schemeClr>
          </a:solidFill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cache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 KB  ·  1 ns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24DFFFE-D429-BC57-9FE9-996EC37D5B69}"/>
              </a:ext>
            </a:extLst>
          </p:cNvPr>
          <p:cNvSpPr/>
          <p:nvPr/>
        </p:nvSpPr>
        <p:spPr>
          <a:xfrm>
            <a:off x="2834640" y="2770632"/>
            <a:ext cx="2926080" cy="566928"/>
          </a:xfrm>
          <a:prstGeom prst="roundRect">
            <a:avLst>
              <a:gd name="adj" fmla="val 8065"/>
            </a:avLst>
          </a:prstGeom>
          <a:solidFill>
            <a:schemeClr val="accent4">
              <a:lumMod val="40000"/>
              <a:lumOff val="60000"/>
              <a:alpha val="60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9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99F981B-BC2B-6FDE-6607-ED3561D8BC0F}"/>
              </a:ext>
            </a:extLst>
          </p:cNvPr>
          <p:cNvSpPr/>
          <p:nvPr/>
        </p:nvSpPr>
        <p:spPr>
          <a:xfrm>
            <a:off x="2834640" y="2770632"/>
            <a:ext cx="292608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 cache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 KB  ·  4 ns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3411D03-46BA-671F-1DC4-BE0473F8CB72}"/>
              </a:ext>
            </a:extLst>
          </p:cNvPr>
          <p:cNvSpPr/>
          <p:nvPr/>
        </p:nvSpPr>
        <p:spPr>
          <a:xfrm>
            <a:off x="2560320" y="3447288"/>
            <a:ext cx="3474720" cy="566928"/>
          </a:xfrm>
          <a:prstGeom prst="roundRect">
            <a:avLst>
              <a:gd name="adj" fmla="val 8065"/>
            </a:avLst>
          </a:prstGeom>
          <a:solidFill>
            <a:schemeClr val="accent6">
              <a:lumMod val="20000"/>
              <a:lumOff val="80000"/>
              <a:alpha val="68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4495ED0-D90F-8607-ECED-F6A556F588F1}"/>
              </a:ext>
            </a:extLst>
          </p:cNvPr>
          <p:cNvSpPr/>
          <p:nvPr/>
        </p:nvSpPr>
        <p:spPr>
          <a:xfrm>
            <a:off x="2560320" y="3447288"/>
            <a:ext cx="347472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 cache  (LLC)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8-32 MB  ·   15 ns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98A3FE9-6EEB-4E2B-774F-024B0AE46AC7}"/>
              </a:ext>
            </a:extLst>
          </p:cNvPr>
          <p:cNvSpPr/>
          <p:nvPr/>
        </p:nvSpPr>
        <p:spPr>
          <a:xfrm>
            <a:off x="2194560" y="4123944"/>
            <a:ext cx="4206240" cy="566928"/>
          </a:xfrm>
          <a:prstGeom prst="roundRect">
            <a:avLst>
              <a:gd name="adj" fmla="val 8065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CBB18F5-2A35-A1CA-E43D-35C34136D1EA}"/>
              </a:ext>
            </a:extLst>
          </p:cNvPr>
          <p:cNvSpPr/>
          <p:nvPr/>
        </p:nvSpPr>
        <p:spPr>
          <a:xfrm>
            <a:off x="2194560" y="4123944"/>
            <a:ext cx="420624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memory  (RAM)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GBs  ·   80 ns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755D01D-3872-3FE9-0F30-3D7860970DF4}"/>
              </a:ext>
            </a:extLst>
          </p:cNvPr>
          <p:cNvSpPr/>
          <p:nvPr/>
        </p:nvSpPr>
        <p:spPr>
          <a:xfrm>
            <a:off x="1828800" y="4800600"/>
            <a:ext cx="4937760" cy="566928"/>
          </a:xfrm>
          <a:prstGeom prst="roundRect">
            <a:avLst>
              <a:gd name="adj" fmla="val 8065"/>
            </a:avLst>
          </a:prstGeom>
          <a:solidFill>
            <a:schemeClr val="tx1">
              <a:lumMod val="50000"/>
              <a:lumOff val="50000"/>
              <a:alpha val="73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10818F7-E653-3F5B-4F29-705864FAEA27}"/>
              </a:ext>
            </a:extLst>
          </p:cNvPr>
          <p:cNvSpPr/>
          <p:nvPr/>
        </p:nvSpPr>
        <p:spPr>
          <a:xfrm>
            <a:off x="1828800" y="4800600"/>
            <a:ext cx="49377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storage (SSD / HDD)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TBs  ·  µs – ms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C5D5BF8-686A-CC8B-60A3-D007556190E2}"/>
              </a:ext>
            </a:extLst>
          </p:cNvPr>
          <p:cNvSpPr/>
          <p:nvPr/>
        </p:nvSpPr>
        <p:spPr>
          <a:xfrm>
            <a:off x="274320" y="139903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81E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81E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93776BD-6F36-06A3-0EA9-8C13378C3D70}"/>
              </a:ext>
            </a:extLst>
          </p:cNvPr>
          <p:cNvSpPr/>
          <p:nvPr/>
        </p:nvSpPr>
        <p:spPr>
          <a:xfrm>
            <a:off x="749808" y="1965960"/>
            <a:ext cx="0" cy="2852928"/>
          </a:xfrm>
          <a:prstGeom prst="line">
            <a:avLst/>
          </a:prstGeom>
          <a:noFill/>
          <a:ln w="25400">
            <a:solidFill>
              <a:srgbClr val="081E3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90CB77C-6D40-CFF9-CFA2-69E58D82AC2C}"/>
              </a:ext>
            </a:extLst>
          </p:cNvPr>
          <p:cNvSpPr/>
          <p:nvPr/>
        </p:nvSpPr>
        <p:spPr>
          <a:xfrm>
            <a:off x="274320" y="494690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81E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081E3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Cheapest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3601F073-02FA-22CD-F77F-2DDE5F0E3E5F}"/>
              </a:ext>
            </a:extLst>
          </p:cNvPr>
          <p:cNvSpPr/>
          <p:nvPr/>
        </p:nvSpPr>
        <p:spPr>
          <a:xfrm>
            <a:off x="7223760" y="1417320"/>
            <a:ext cx="4507992" cy="3950208"/>
          </a:xfrm>
          <a:prstGeom prst="roundRect">
            <a:avLst>
              <a:gd name="adj" fmla="val 1852"/>
            </a:avLst>
          </a:prstGeom>
          <a:solidFill>
            <a:srgbClr val="EAF0F8"/>
          </a:solidFill>
          <a:ln/>
        </p:spPr>
        <p:txBody>
          <a:bodyPr/>
          <a:lstStyle/>
          <a:p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8B42FA14-ACE1-4BA7-ACDE-5BC9272DD9BA}"/>
              </a:ext>
            </a:extLst>
          </p:cNvPr>
          <p:cNvSpPr/>
          <p:nvPr/>
        </p:nvSpPr>
        <p:spPr>
          <a:xfrm>
            <a:off x="7360920" y="1485664"/>
            <a:ext cx="395935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core trade-off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the pyramid → faster, smaller, higher cost per bit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 → larger capacity, lower cost, higher latency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4F7CDCB0-9A8F-86A2-B83D-4DF5E8935BBC}"/>
              </a:ext>
            </a:extLst>
          </p:cNvPr>
          <p:cNvSpPr/>
          <p:nvPr/>
        </p:nvSpPr>
        <p:spPr>
          <a:xfrm>
            <a:off x="7360920" y="2875788"/>
            <a:ext cx="3959352" cy="1696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5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Why it works: “locality”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Programs reuse recent data (temporal locality)</a:t>
            </a:r>
          </a:p>
          <a:p>
            <a:pPr marL="285750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nearby addresses (spatial locality) </a:t>
            </a:r>
          </a:p>
          <a:p>
            <a:pPr>
              <a:lnSpc>
                <a:spcPct val="105000"/>
              </a:lnSpc>
            </a:pPr>
            <a:endParaRPr lang="en-US" sz="140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sz="1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Keeping this “hot” data in the small, fast upper levels serves most accesses, so slow levels are hit only rarely.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ACA9CAAE-E04D-2185-DA46-C6B02B6231C7}"/>
              </a:ext>
            </a:extLst>
          </p:cNvPr>
          <p:cNvSpPr/>
          <p:nvPr/>
        </p:nvSpPr>
        <p:spPr>
          <a:xfrm>
            <a:off x="7498080" y="4654296"/>
            <a:ext cx="3959352" cy="548640"/>
          </a:xfrm>
          <a:prstGeom prst="roundRect">
            <a:avLst>
              <a:gd name="adj" fmla="val 10000"/>
            </a:avLst>
          </a:prstGeom>
          <a:solidFill>
            <a:srgbClr val="B6862C"/>
          </a:solidFill>
          <a:ln/>
        </p:spPr>
        <p:txBody>
          <a:bodyPr/>
          <a:lstStyle/>
          <a:p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2050B95D-A9A8-1FC7-9540-42FE52930F6E}"/>
              </a:ext>
            </a:extLst>
          </p:cNvPr>
          <p:cNvSpPr/>
          <p:nvPr/>
        </p:nvSpPr>
        <p:spPr>
          <a:xfrm>
            <a:off x="7498080" y="4654296"/>
            <a:ext cx="3959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the speed of the top with the capacity of the bottom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00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FD20-4AB6-4B3E-60B0-1FE93C08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Memory Fundamentals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3F26F-1066-B4E9-E6C2-0570FDC8D04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2053">
            <a:extLst>
              <a:ext uri="{FF2B5EF4-FFF2-40B4-BE49-F238E27FC236}">
                <a16:creationId xmlns:a16="http://schemas.microsoft.com/office/drawing/2014/main" id="{FA4BA20F-FC1F-F60E-FB02-7874B9C877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34" r="18289"/>
          <a:stretch>
            <a:fillRect/>
          </a:stretch>
        </p:blipFill>
        <p:spPr>
          <a:xfrm>
            <a:off x="7006032" y="1260050"/>
            <a:ext cx="4920792" cy="3810000"/>
          </a:xfrm>
          <a:prstGeom prst="rect">
            <a:avLst/>
          </a:prstGeom>
        </p:spPr>
      </p:pic>
      <p:sp>
        <p:nvSpPr>
          <p:cNvPr id="2056" name="TextBox 2055">
            <a:extLst>
              <a:ext uri="{FF2B5EF4-FFF2-40B4-BE49-F238E27FC236}">
                <a16:creationId xmlns:a16="http://schemas.microsoft.com/office/drawing/2014/main" id="{C64EC13A-0D49-815F-8C7D-C119FDE60000}"/>
              </a:ext>
            </a:extLst>
          </p:cNvPr>
          <p:cNvSpPr txBox="1"/>
          <p:nvPr/>
        </p:nvSpPr>
        <p:spPr>
          <a:xfrm>
            <a:off x="400640" y="1619733"/>
            <a:ext cx="6155702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Cache memory is a small, fast storage space within a computer</a:t>
            </a:r>
            <a:endParaRPr lang="en-US" sz="2000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holds duplicates of data from commonly accessed locations in the main memory</a:t>
            </a:r>
            <a:endParaRPr lang="en-US" sz="2000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CPU contains several separate caches that store both instructions and data.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8" name="Picture 2057">
            <a:extLst>
              <a:ext uri="{FF2B5EF4-FFF2-40B4-BE49-F238E27FC236}">
                <a16:creationId xmlns:a16="http://schemas.microsoft.com/office/drawing/2014/main" id="{C83B9B55-9110-174B-3869-4C403D3F4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076" y="4012775"/>
            <a:ext cx="506730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9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4A0A5-5F6C-3B39-A5BD-082E0032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23AA-BF05-7687-0B68-4C507A80B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Cache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616FC-F7EF-1409-18A4-78DDB41DF8C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25CF8-C5B1-882E-2703-FD44952AD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60" y="1417162"/>
            <a:ext cx="5589476" cy="294744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1CCAEE-AC75-353D-5CAE-61FE28AB23FB}"/>
              </a:ext>
            </a:extLst>
          </p:cNvPr>
          <p:cNvSpPr/>
          <p:nvPr/>
        </p:nvSpPr>
        <p:spPr>
          <a:xfrm>
            <a:off x="197963" y="1128316"/>
            <a:ext cx="2696066" cy="2426176"/>
          </a:xfrm>
          <a:prstGeom prst="roundRect">
            <a:avLst>
              <a:gd name="adj" fmla="val 3380"/>
            </a:avLst>
          </a:prstGeom>
          <a:solidFill>
            <a:srgbClr val="DBEEF4">
              <a:alpha val="55000"/>
            </a:srgbClr>
          </a:solidFill>
          <a:ln w="3175" cap="flat">
            <a:solidFill>
              <a:srgbClr val="00B0F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Cache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1-4 Cycles Latency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CPU's most frequently accessed data resides in the L1 cache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split into separate instruction and data caches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place the CPU looks at every access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F35169-BA4F-1440-DD95-ED8453600A7C}"/>
              </a:ext>
            </a:extLst>
          </p:cNvPr>
          <p:cNvSpPr/>
          <p:nvPr/>
        </p:nvSpPr>
        <p:spPr>
          <a:xfrm>
            <a:off x="3195687" y="1128318"/>
            <a:ext cx="2696066" cy="2426176"/>
          </a:xfrm>
          <a:prstGeom prst="roundRect">
            <a:avLst>
              <a:gd name="adj" fmla="val 3380"/>
            </a:avLst>
          </a:prstGeom>
          <a:solidFill>
            <a:srgbClr val="DBEEF4">
              <a:alpha val="55000"/>
            </a:srgbClr>
          </a:solidFill>
          <a:ln w="3175" cap="flat">
            <a:solidFill>
              <a:srgbClr val="00B0F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Cache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10-20 Cycles Latency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 cache is larger but slower than L1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holds both instructions and 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Catches the misses on  which  L1 is too small to keep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2366E8-EA3A-5FA7-EEC1-C7BEFB269AFA}"/>
              </a:ext>
            </a:extLst>
          </p:cNvPr>
          <p:cNvSpPr/>
          <p:nvPr/>
        </p:nvSpPr>
        <p:spPr>
          <a:xfrm>
            <a:off x="1545996" y="3737883"/>
            <a:ext cx="3148552" cy="2426176"/>
          </a:xfrm>
          <a:prstGeom prst="roundRect">
            <a:avLst>
              <a:gd name="adj" fmla="val 3380"/>
            </a:avLst>
          </a:prstGeom>
          <a:solidFill>
            <a:srgbClr val="DBEEF4">
              <a:alpha val="55000"/>
            </a:srgbClr>
          </a:solidFill>
          <a:ln w="3175" cap="flat">
            <a:solidFill>
              <a:srgbClr val="00B0F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L3/LLC Cache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30-50 Cycles Latency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LLC: Last Level Cache, slower than L1, L2, but big in size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cores share data quickly without hitting RAM/DRAM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miss here means a slow trip to main memory making large latency</a:t>
            </a:r>
          </a:p>
        </p:txBody>
      </p:sp>
    </p:spTree>
    <p:extLst>
      <p:ext uri="{BB962C8B-B14F-4D97-AF65-F5344CB8AC3E}">
        <p14:creationId xmlns:p14="http://schemas.microsoft.com/office/powerpoint/2010/main" val="262697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73584-72D7-2BFA-E51E-D34366041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8594D-03CD-0CA9-981F-B6DCE61B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Memory: Principle of Locality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233F3-AD3D-66A9-613B-8A4CB81C01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5BE394-6B6A-7EA7-C0B2-3B71C1425C9A}"/>
              </a:ext>
            </a:extLst>
          </p:cNvPr>
          <p:cNvSpPr/>
          <p:nvPr/>
        </p:nvSpPr>
        <p:spPr>
          <a:xfrm>
            <a:off x="844501" y="1203102"/>
            <a:ext cx="5049232" cy="2363430"/>
          </a:xfrm>
          <a:prstGeom prst="roundRect">
            <a:avLst>
              <a:gd name="adj" fmla="val 4472"/>
            </a:avLst>
          </a:prstGeom>
          <a:solidFill>
            <a:srgbClr val="DBEEF4">
              <a:alpha val="70000"/>
            </a:srgbClr>
          </a:solidFill>
          <a:ln w="2540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rtl="0">
              <a:lnSpc>
                <a:spcPct val="159929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Temporal Locality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Time-Based Reuse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5" indent="0" algn="l" rtl="0">
              <a:lnSpc>
                <a:spcPct val="159929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If a specific memory location is referenced, it will tend to be referenced again soon. Programs heavily reuse variables and tight execution loops.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BB9146-C5CF-2F73-55A6-375E94FF31A7}"/>
              </a:ext>
            </a:extLst>
          </p:cNvPr>
          <p:cNvSpPr/>
          <p:nvPr/>
        </p:nvSpPr>
        <p:spPr>
          <a:xfrm>
            <a:off x="844501" y="3882910"/>
            <a:ext cx="5049232" cy="2092404"/>
          </a:xfrm>
          <a:prstGeom prst="roundRect">
            <a:avLst>
              <a:gd name="adj" fmla="val 3058"/>
            </a:avLst>
          </a:prstGeom>
          <a:solidFill>
            <a:srgbClr val="DBEEF4">
              <a:alpha val="70000"/>
            </a:srgbClr>
          </a:solidFill>
          <a:ln w="2540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rtl="0">
              <a:lnSpc>
                <a:spcPct val="159929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Spatial Locality</a:t>
            </a:r>
          </a:p>
          <a:p>
            <a:pPr marL="285750" indent="-285750" algn="l" rtl="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Proximity-Based Reuse</a:t>
            </a: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If a memory location is referenced, adjacent locations will tend to be referenced soon. Instructions are sequential, and data structures (arrays) are contiguous.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CF2B08-8E1E-51DB-6278-C33F5B9ED5BF}"/>
              </a:ext>
            </a:extLst>
          </p:cNvPr>
          <p:cNvSpPr/>
          <p:nvPr/>
        </p:nvSpPr>
        <p:spPr>
          <a:xfrm>
            <a:off x="7860502" y="2711094"/>
            <a:ext cx="4196845" cy="1710873"/>
          </a:xfrm>
          <a:prstGeom prst="roundRect">
            <a:avLst>
              <a:gd name="adj" fmla="val 4472"/>
            </a:avLst>
          </a:prstGeom>
          <a:solidFill>
            <a:schemeClr val="accent6">
              <a:lumMod val="40000"/>
              <a:lumOff val="60000"/>
              <a:alpha val="34000"/>
            </a:schemeClr>
          </a:solidFill>
          <a:ln w="2540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rtl="0">
              <a:lnSpc>
                <a:spcPct val="159929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Cache Implementation</a:t>
            </a:r>
          </a:p>
          <a:p>
            <a:pPr lvl="5" indent="0" algn="l" rtl="0">
              <a:lnSpc>
                <a:spcPct val="159929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Caches effectively exploit locality by keeping recently used data active (temporal) and fetching entire blocks of data simultaneously (spatial).</a:t>
            </a:r>
          </a:p>
        </p:txBody>
      </p:sp>
      <p:sp>
        <p:nvSpPr>
          <p:cNvPr id="16" name="Callout: Right Arrow 15">
            <a:extLst>
              <a:ext uri="{FF2B5EF4-FFF2-40B4-BE49-F238E27FC236}">
                <a16:creationId xmlns:a16="http://schemas.microsoft.com/office/drawing/2014/main" id="{1DA84A53-491F-1854-23E2-3C13B9655736}"/>
              </a:ext>
            </a:extLst>
          </p:cNvPr>
          <p:cNvSpPr/>
          <p:nvPr/>
        </p:nvSpPr>
        <p:spPr>
          <a:xfrm>
            <a:off x="6744648" y="1180425"/>
            <a:ext cx="1115854" cy="4772212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rgbClr val="00B050">
              <a:alpha val="39000"/>
            </a:srgbClr>
          </a:solidFill>
          <a:ln w="2540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270" wrap="square" lIns="0" tIns="0" rIns="50800" bIns="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Solution of Locality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F3B451F-F951-7796-7602-D461CC98B501}"/>
              </a:ext>
            </a:extLst>
          </p:cNvPr>
          <p:cNvSpPr/>
          <p:nvPr/>
        </p:nvSpPr>
        <p:spPr>
          <a:xfrm>
            <a:off x="5893733" y="2309567"/>
            <a:ext cx="850915" cy="612742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 w="2540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27B750E-332B-3859-188D-8E98F4BD6CEC}"/>
              </a:ext>
            </a:extLst>
          </p:cNvPr>
          <p:cNvSpPr/>
          <p:nvPr/>
        </p:nvSpPr>
        <p:spPr>
          <a:xfrm>
            <a:off x="5878111" y="4807670"/>
            <a:ext cx="850915" cy="612742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  <a:ln w="2540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63960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EFA19-FBC8-E551-A232-1F1E96EE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6DD8-BEF7-79A5-4A61-098696C3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Parameters: Size, Associativity, Block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03AE7-9B54-7872-5716-2EAF40B2F1F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865C89-1D0E-5894-9C93-9F71993A6354}"/>
              </a:ext>
            </a:extLst>
          </p:cNvPr>
          <p:cNvSpPr/>
          <p:nvPr/>
        </p:nvSpPr>
        <p:spPr>
          <a:xfrm>
            <a:off x="667521" y="1138921"/>
            <a:ext cx="3963474" cy="4772874"/>
          </a:xfrm>
          <a:prstGeom prst="roundRect">
            <a:avLst>
              <a:gd name="adj" fmla="val 4472"/>
            </a:avLst>
          </a:prstGeom>
          <a:solidFill>
            <a:schemeClr val="accent3">
              <a:lumMod val="20000"/>
              <a:lumOff val="80000"/>
              <a:alpha val="60000"/>
            </a:schemeClr>
          </a:solidFill>
          <a:ln w="2540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rtl="0">
              <a:lnSpc>
                <a:spcPct val="159929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Total Cache Size</a:t>
            </a: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lvl="5" indent="0" algn="l" rtl="0">
              <a:lnSpc>
                <a:spcPct val="159929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Indicated the total memory capacity. Larger caches mathematically lower overall miss rates but inherently increase hit time and silicon cost.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38F3B78-9DC0-926E-B182-0D730688B2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0" t="30825" r="21332" b="22867"/>
          <a:stretch>
            <a:fillRect/>
          </a:stretch>
        </p:blipFill>
        <p:spPr bwMode="auto">
          <a:xfrm>
            <a:off x="1017103" y="2051216"/>
            <a:ext cx="3264310" cy="1859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25C0AE-AE20-E369-87B7-10CDFABFA212}"/>
                  </a:ext>
                </a:extLst>
              </p:cNvPr>
              <p:cNvSpPr txBox="1"/>
              <p:nvPr/>
            </p:nvSpPr>
            <p:spPr>
              <a:xfrm>
                <a:off x="5074845" y="1023505"/>
                <a:ext cx="6334855" cy="22108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exact size is calculated as:</a:t>
                </a:r>
              </a:p>
              <a:p>
                <a:endParaRPr lang="en-US" sz="1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𝐶𝑎𝑐ℎ𝑒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𝐶𝑎𝑝𝑎𝑐𝑖𝑡𝑦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𝐵𝑙𝑜𝑐𝑘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𝑆𝑖𝑧𝑒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𝐴𝑠𝑠𝑜𝑐𝑖𝑎𝑡𝑖𝑣𝑖𝑡𝑦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𝑁𝑢𝑚𝑏𝑒𝑟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𝑆𝑒𝑡𝑠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 Size: </a:t>
                </a: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amount of data stored in a single cache block. It is measured in bytes.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Associativity: </a:t>
                </a: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number of cache blocks contained within each set. This is also called the associativity or the number of ways.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Sets: </a:t>
                </a: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total number of sets into which the cache is divided.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25C0AE-AE20-E369-87B7-10CDFABFA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845" y="1023505"/>
                <a:ext cx="6334855" cy="2210862"/>
              </a:xfrm>
              <a:prstGeom prst="rect">
                <a:avLst/>
              </a:prstGeom>
              <a:blipFill>
                <a:blip r:embed="rId4"/>
                <a:stretch>
                  <a:fillRect l="-1635" t="-826" r="-769" b="-220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0168F7B-2257-2122-2B35-75B91B350D97}"/>
                  </a:ext>
                </a:extLst>
              </p:cNvPr>
              <p:cNvSpPr txBox="1"/>
              <p:nvPr/>
            </p:nvSpPr>
            <p:spPr>
              <a:xfrm>
                <a:off x="5876195" y="3492650"/>
                <a:ext cx="5877655" cy="247843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 Size = 64 Bytes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Blocks per Set (Associativity) = 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Sets = 256</a:t>
                </a:r>
              </a:p>
              <a:p>
                <a:endParaRPr lang="en-US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𝐶𝑎𝑐ℎ𝑒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𝐶𝑎𝑝𝑎𝑐𝑖𝑡𝑦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=64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</m:oMath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=256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256</m:t>
                      </m:r>
                    </m:oMath>
                    <m:oMath>
                      <m:r>
                        <a:rPr lang="en-US" sz="16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65536 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𝐵𝑦𝑡𝑒𝑠</m:t>
                      </m:r>
                    </m:oMath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65536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1024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=64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𝐾𝐵</m:t>
                      </m:r>
                    </m:oMath>
                  </m:oMathPara>
                </a14:m>
                <a:endPara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0168F7B-2257-2122-2B35-75B91B350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195" y="3492650"/>
                <a:ext cx="5877655" cy="2478435"/>
              </a:xfrm>
              <a:prstGeom prst="rect">
                <a:avLst/>
              </a:prstGeom>
              <a:blipFill>
                <a:blip r:embed="rId5"/>
                <a:stretch>
                  <a:fillRect l="-114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9199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7E387-CE21-AA37-5204-C52464EDB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D952-FB75-EC9E-4628-5A1479471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Parameters: Size, Associativity, Block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394BD-F7BF-2665-7BAB-08BEC767573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6FE36E-E00F-3FF3-099F-C517C484D061}"/>
              </a:ext>
            </a:extLst>
          </p:cNvPr>
          <p:cNvSpPr/>
          <p:nvPr/>
        </p:nvSpPr>
        <p:spPr>
          <a:xfrm>
            <a:off x="667521" y="1138921"/>
            <a:ext cx="3963474" cy="4772874"/>
          </a:xfrm>
          <a:prstGeom prst="roundRect">
            <a:avLst>
              <a:gd name="adj" fmla="val 4472"/>
            </a:avLst>
          </a:prstGeom>
          <a:solidFill>
            <a:schemeClr val="accent3">
              <a:lumMod val="20000"/>
              <a:lumOff val="80000"/>
              <a:alpha val="60000"/>
            </a:schemeClr>
          </a:solidFill>
          <a:ln w="2540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rtl="0">
              <a:lnSpc>
                <a:spcPct val="159929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Associativity (Blocks per Set)</a:t>
            </a: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lvl="5" indent="0" algn="l" rtl="0">
              <a:lnSpc>
                <a:spcPct val="159929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Indicates how mapping to sets is handled. Higher associativity drastically reduces conflict misses at the explicit cost of power and speed.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5E39AD-CAD4-2FC1-B6F9-F06DFCB9D5D1}"/>
                  </a:ext>
                </a:extLst>
              </p:cNvPr>
              <p:cNvSpPr txBox="1"/>
              <p:nvPr/>
            </p:nvSpPr>
            <p:spPr>
              <a:xfrm>
                <a:off x="5074845" y="1151970"/>
                <a:ext cx="6334855" cy="19539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Associativity is calculated as: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𝐵𝑥𝑆</m:t>
                          </m:r>
                        </m:den>
                      </m:f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Associativity (blocks per set or ways)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= Cache Capacity (Bytes)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Block Size (Bytes)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= Number of Sets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C5E39AD-CAD4-2FC1-B6F9-F06DFCB9D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845" y="1151970"/>
                <a:ext cx="6334855" cy="1953933"/>
              </a:xfrm>
              <a:prstGeom prst="rect">
                <a:avLst/>
              </a:prstGeom>
              <a:blipFill>
                <a:blip r:embed="rId3"/>
                <a:stretch>
                  <a:fillRect l="-1635" t="-938" b="-281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DDA591-9511-3E51-6B25-59B4675B150D}"/>
                  </a:ext>
                </a:extLst>
              </p:cNvPr>
              <p:cNvSpPr txBox="1"/>
              <p:nvPr/>
            </p:nvSpPr>
            <p:spPr>
              <a:xfrm>
                <a:off x="5876195" y="3628167"/>
                <a:ext cx="5877655" cy="22073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Cache Capacity (C) = 64 KB = 65,536 Bytes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Block Size (B) = 64 Bytes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Sets (S) = 256</a:t>
                </a:r>
                <a:endParaRPr lang="en-US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65536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64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256</m:t>
                          </m:r>
                        </m:den>
                      </m:f>
                    </m:oMath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65536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16384</m:t>
                          </m:r>
                        </m:den>
                      </m:f>
                    </m:oMath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=4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𝐾𝐵</m:t>
                      </m:r>
                    </m:oMath>
                  </m:oMathPara>
                </a14:m>
                <a:endPara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DDA591-9511-3E51-6B25-59B4675B1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195" y="3628167"/>
                <a:ext cx="5877655" cy="2207399"/>
              </a:xfrm>
              <a:prstGeom prst="rect">
                <a:avLst/>
              </a:prstGeom>
              <a:blipFill>
                <a:blip r:embed="rId4"/>
                <a:stretch>
                  <a:fillRect l="-114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Direct and Associative Mapping - Tutorial">
            <a:extLst>
              <a:ext uri="{FF2B5EF4-FFF2-40B4-BE49-F238E27FC236}">
                <a16:creationId xmlns:a16="http://schemas.microsoft.com/office/drawing/2014/main" id="{F8124634-3366-A615-A930-65FA518D4D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1" t="13797" r="11264" b="8194"/>
          <a:stretch>
            <a:fillRect/>
          </a:stretch>
        </p:blipFill>
        <p:spPr bwMode="auto">
          <a:xfrm>
            <a:off x="1203366" y="1876425"/>
            <a:ext cx="2700153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12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B7D2-191E-1B27-4815-8B400C955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DBB2-75BE-721F-8275-7A6202C82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Parameters: Size, Associativity, Block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0AC14-90C6-9F57-735F-57F90FE8CB9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43832F-F937-E369-3919-E5B0C18F7F30}"/>
              </a:ext>
            </a:extLst>
          </p:cNvPr>
          <p:cNvSpPr/>
          <p:nvPr/>
        </p:nvSpPr>
        <p:spPr>
          <a:xfrm>
            <a:off x="667521" y="1339708"/>
            <a:ext cx="3963474" cy="4371300"/>
          </a:xfrm>
          <a:prstGeom prst="roundRect">
            <a:avLst>
              <a:gd name="adj" fmla="val 4472"/>
            </a:avLst>
          </a:prstGeom>
          <a:solidFill>
            <a:schemeClr val="accent3">
              <a:lumMod val="20000"/>
              <a:lumOff val="80000"/>
              <a:alpha val="60000"/>
            </a:schemeClr>
          </a:solidFill>
          <a:ln w="2540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rtl="0">
              <a:lnSpc>
                <a:spcPct val="159929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Block (Line) Size</a:t>
            </a: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algn="ctr" rtl="0">
              <a:lnSpc>
                <a:spcPct val="159929"/>
              </a:lnSpc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  <a:p>
            <a:pPr lvl="5" indent="0" algn="l" rtl="0">
              <a:lnSpc>
                <a:spcPct val="159929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The fundamental unit of data transfer (e.g., 64 bytes). It increases spatial locality benefits but risks cache pollution if set too large.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37429F-643E-FBBB-A3E4-5F29F1DEE3E6}"/>
                  </a:ext>
                </a:extLst>
              </p:cNvPr>
              <p:cNvSpPr txBox="1"/>
              <p:nvPr/>
            </p:nvSpPr>
            <p:spPr>
              <a:xfrm>
                <a:off x="5074845" y="1151970"/>
                <a:ext cx="6334855" cy="19539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Associativity is calculated as: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𝐴𝑥𝑆</m:t>
                          </m:r>
                        </m:den>
                      </m:f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Associativity (blocks per set or ways)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= Cache Capacity (Bytes)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= Block Size (Bytes)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= Number of Sets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137429F-643E-FBBB-A3E4-5F29F1DEE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845" y="1151970"/>
                <a:ext cx="6334855" cy="1953933"/>
              </a:xfrm>
              <a:prstGeom prst="rect">
                <a:avLst/>
              </a:prstGeom>
              <a:blipFill>
                <a:blip r:embed="rId3"/>
                <a:stretch>
                  <a:fillRect l="-1635" t="-938" b="-2812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D56962-5622-B1C5-DA07-9A5BD034E6E4}"/>
                  </a:ext>
                </a:extLst>
              </p:cNvPr>
              <p:cNvSpPr txBox="1"/>
              <p:nvPr/>
            </p:nvSpPr>
            <p:spPr>
              <a:xfrm>
                <a:off x="5876195" y="3628167"/>
                <a:ext cx="5877655" cy="22073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Cache Capacity (C) = 64 KB = 65,536 Bytes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Associativity (A) = 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Sets (S) = 256</a:t>
                </a:r>
                <a:endParaRPr lang="en-US" sz="16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65536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256</m:t>
                          </m:r>
                        </m:den>
                      </m:f>
                    </m:oMath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65536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1024</m:t>
                          </m:r>
                        </m:den>
                      </m:f>
                    </m:oMath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=64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𝐵𝑦𝑡𝑒𝑠</m:t>
                      </m:r>
                    </m:oMath>
                  </m:oMathPara>
                </a14:m>
                <a:endPara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D56962-5622-B1C5-DA07-9A5BD034E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195" y="3628167"/>
                <a:ext cx="5877655" cy="2207399"/>
              </a:xfrm>
              <a:prstGeom prst="rect">
                <a:avLst/>
              </a:prstGeom>
              <a:blipFill>
                <a:blip r:embed="rId4"/>
                <a:stretch>
                  <a:fillRect l="-1141" b="-82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For a 16K-byte, direct-mapped cache, suppose the block size is 32 bytes ...">
            <a:extLst>
              <a:ext uri="{FF2B5EF4-FFF2-40B4-BE49-F238E27FC236}">
                <a16:creationId xmlns:a16="http://schemas.microsoft.com/office/drawing/2014/main" id="{E8DAF9B1-FA87-6432-627A-B317015874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" r="7906" b="3142"/>
          <a:stretch>
            <a:fillRect/>
          </a:stretch>
        </p:blipFill>
        <p:spPr bwMode="auto">
          <a:xfrm>
            <a:off x="1237547" y="2002203"/>
            <a:ext cx="2823421" cy="220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37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B76D-7BAE-BA8D-D024-2BF0AA1F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3A52-B915-CF49-1AED-195C4A10F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Replacement Policies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E5BFB-A6E4-808B-3A96-74272376FB5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BE4D62-1DF1-78FF-6D45-C65DDF98D1C5}"/>
              </a:ext>
            </a:extLst>
          </p:cNvPr>
          <p:cNvSpPr txBox="1"/>
          <p:nvPr/>
        </p:nvSpPr>
        <p:spPr>
          <a:xfrm>
            <a:off x="233888" y="1061563"/>
            <a:ext cx="11519962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replacement policy determines which cache block to remove (evict) when a new block needs to be loaded into a full cache set.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EA0A02-0F68-2A20-9158-51108B5A686B}"/>
              </a:ext>
            </a:extLst>
          </p:cNvPr>
          <p:cNvGrpSpPr/>
          <p:nvPr/>
        </p:nvGrpSpPr>
        <p:grpSpPr>
          <a:xfrm>
            <a:off x="232045" y="1779708"/>
            <a:ext cx="3674474" cy="2962862"/>
            <a:chOff x="244615" y="2004506"/>
            <a:chExt cx="3674474" cy="296286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DE9BEC2-43B3-F370-C294-0D37D382BDE1}"/>
                </a:ext>
              </a:extLst>
            </p:cNvPr>
            <p:cNvSpPr/>
            <p:nvPr/>
          </p:nvSpPr>
          <p:spPr>
            <a:xfrm>
              <a:off x="244615" y="2501052"/>
              <a:ext cx="3668808" cy="2466316"/>
            </a:xfrm>
            <a:prstGeom prst="roundRect">
              <a:avLst>
                <a:gd name="adj" fmla="val 0"/>
              </a:avLst>
            </a:prstGeom>
            <a:solidFill>
              <a:srgbClr val="DBEEF4">
                <a:alpha val="70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 Medium"/>
                  <a:cs typeface="Times New Roman" panose="02020603050405020304" pitchFamily="18" charset="0"/>
                  <a:sym typeface="Urbanist Medium"/>
                </a:rPr>
                <a:t>Replaces the block that has not been accessed for the longest time.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High cache hit rate, exploits temporal locality.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Requires additional hardware and tracking overhead.</a:t>
              </a:r>
              <a:endPara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46929E7-6E4F-8053-2698-05B5CD9CD29F}"/>
                </a:ext>
              </a:extLst>
            </p:cNvPr>
            <p:cNvSpPr/>
            <p:nvPr/>
          </p:nvSpPr>
          <p:spPr>
            <a:xfrm>
              <a:off x="250281" y="2004506"/>
              <a:ext cx="3668808" cy="496546"/>
            </a:xfrm>
            <a:prstGeom prst="roundRect">
              <a:avLst>
                <a:gd name="adj" fmla="val 0"/>
              </a:avLst>
            </a:prstGeom>
            <a:solidFill>
              <a:srgbClr val="0000B7">
                <a:alpha val="34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 rtl="0">
                <a:lnSpc>
                  <a:spcPct val="159929"/>
                </a:lnSpc>
              </a:pPr>
              <a:r>
                <a:rPr 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1. Least Recently Used (LRU)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1883C82-C638-A901-A9FB-4D7AAD64CC11}"/>
              </a:ext>
            </a:extLst>
          </p:cNvPr>
          <p:cNvGrpSpPr/>
          <p:nvPr/>
        </p:nvGrpSpPr>
        <p:grpSpPr>
          <a:xfrm>
            <a:off x="4263507" y="1779708"/>
            <a:ext cx="3668808" cy="2962862"/>
            <a:chOff x="250281" y="2004506"/>
            <a:chExt cx="3668808" cy="296286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9B5C284-8E0E-5587-F5D0-86E39120858B}"/>
                </a:ext>
              </a:extLst>
            </p:cNvPr>
            <p:cNvSpPr/>
            <p:nvPr/>
          </p:nvSpPr>
          <p:spPr>
            <a:xfrm>
              <a:off x="250281" y="2501052"/>
              <a:ext cx="3668808" cy="2466316"/>
            </a:xfrm>
            <a:prstGeom prst="roundRect">
              <a:avLst>
                <a:gd name="adj" fmla="val 0"/>
              </a:avLst>
            </a:prstGeom>
            <a:solidFill>
              <a:srgbClr val="DBEEF4">
                <a:alpha val="70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 Medium"/>
                  <a:cs typeface="Times New Roman" panose="02020603050405020304" pitchFamily="18" charset="0"/>
                  <a:sym typeface="Urbanist Medium"/>
                </a:rPr>
                <a:t>Replaces the block that has been in the cache the longest.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 Medium"/>
                  <a:cs typeface="Times New Roman" panose="02020603050405020304" pitchFamily="18" charset="0"/>
                  <a:sym typeface="Urbanist Medium"/>
                </a:rPr>
                <a:t>Simple and low hardware cost.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 Medium"/>
                  <a:cs typeface="Times New Roman" panose="02020603050405020304" pitchFamily="18" charset="0"/>
                  <a:sym typeface="Urbanist Medium"/>
                </a:rPr>
                <a:t>May remove frequently used blocks.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endParaRP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37626BF-48CF-EC13-E79A-803B3D963CA7}"/>
                </a:ext>
              </a:extLst>
            </p:cNvPr>
            <p:cNvSpPr/>
            <p:nvPr/>
          </p:nvSpPr>
          <p:spPr>
            <a:xfrm>
              <a:off x="250281" y="2004506"/>
              <a:ext cx="3668808" cy="496546"/>
            </a:xfrm>
            <a:prstGeom prst="roundRect">
              <a:avLst>
                <a:gd name="adj" fmla="val 0"/>
              </a:avLst>
            </a:prstGeom>
            <a:solidFill>
              <a:srgbClr val="0000B7">
                <a:alpha val="34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 rtl="0">
                <a:lnSpc>
                  <a:spcPct val="159929"/>
                </a:lnSpc>
              </a:pPr>
              <a:r>
                <a:rPr 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2. First-In, First-Out (FIFO)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68B445-3228-9314-8109-BB1A80550799}"/>
              </a:ext>
            </a:extLst>
          </p:cNvPr>
          <p:cNvGrpSpPr/>
          <p:nvPr/>
        </p:nvGrpSpPr>
        <p:grpSpPr>
          <a:xfrm>
            <a:off x="8258016" y="1816173"/>
            <a:ext cx="3668808" cy="2962862"/>
            <a:chOff x="250281" y="2004506"/>
            <a:chExt cx="3668808" cy="2962862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0D5A9A2-33EF-189A-250D-9FB7A5F54694}"/>
                </a:ext>
              </a:extLst>
            </p:cNvPr>
            <p:cNvSpPr/>
            <p:nvPr/>
          </p:nvSpPr>
          <p:spPr>
            <a:xfrm>
              <a:off x="250281" y="2501052"/>
              <a:ext cx="3668808" cy="2466316"/>
            </a:xfrm>
            <a:prstGeom prst="roundRect">
              <a:avLst>
                <a:gd name="adj" fmla="val 0"/>
              </a:avLst>
            </a:prstGeom>
            <a:solidFill>
              <a:srgbClr val="DBEEF4">
                <a:alpha val="70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 Medium"/>
                  <a:cs typeface="Times New Roman" panose="02020603050405020304" pitchFamily="18" charset="0"/>
                  <a:sym typeface="Urbanist Medium"/>
                </a:rPr>
                <a:t>Replaces the block with the fewest accesses.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Retains frequently used data.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Requires access counters and additional hardware.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endPara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A2D7A3D-6C90-448D-7067-2D1A248489DA}"/>
                </a:ext>
              </a:extLst>
            </p:cNvPr>
            <p:cNvSpPr/>
            <p:nvPr/>
          </p:nvSpPr>
          <p:spPr>
            <a:xfrm>
              <a:off x="250281" y="2004506"/>
              <a:ext cx="3668808" cy="496546"/>
            </a:xfrm>
            <a:prstGeom prst="roundRect">
              <a:avLst>
                <a:gd name="adj" fmla="val 0"/>
              </a:avLst>
            </a:prstGeom>
            <a:solidFill>
              <a:srgbClr val="0000B7">
                <a:alpha val="34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 rtl="0">
                <a:lnSpc>
                  <a:spcPct val="159929"/>
                </a:lnSpc>
              </a:pPr>
              <a:r>
                <a:rPr 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3. Least Frequently Used (LFU)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74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6D82-9816-4188-6E4D-459BCA19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213F-19D5-0A89-E507-BDBA920F0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Replacement Policies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87E4A-DB29-E847-902F-94F47648A87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D80998-C536-B43C-B3BA-C1F3DD39AF47}"/>
              </a:ext>
            </a:extLst>
          </p:cNvPr>
          <p:cNvGrpSpPr/>
          <p:nvPr/>
        </p:nvGrpSpPr>
        <p:grpSpPr>
          <a:xfrm>
            <a:off x="1018096" y="1299200"/>
            <a:ext cx="4835950" cy="2550267"/>
            <a:chOff x="395926" y="4779035"/>
            <a:chExt cx="5590095" cy="255026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83DE41C-7258-61AF-8CB0-F1734CD24639}"/>
                </a:ext>
              </a:extLst>
            </p:cNvPr>
            <p:cNvSpPr/>
            <p:nvPr/>
          </p:nvSpPr>
          <p:spPr>
            <a:xfrm>
              <a:off x="395926" y="5256940"/>
              <a:ext cx="5590095" cy="2072362"/>
            </a:xfrm>
            <a:prstGeom prst="roundRect">
              <a:avLst>
                <a:gd name="adj" fmla="val 0"/>
              </a:avLst>
            </a:prstGeom>
            <a:solidFill>
              <a:srgbClr val="DBEEF4">
                <a:alpha val="70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 Medium"/>
                  <a:cs typeface="Times New Roman" panose="02020603050405020304" pitchFamily="18" charset="0"/>
                  <a:sym typeface="Urbanist Medium"/>
                </a:rPr>
                <a:t>Approximates LRU using fewer hardware bits.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Lower hardware complexity than LRU with good performance.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Slightly less accurate than true LRU.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endPara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1D52D14-C416-C2D1-BE21-3A480F098D2B}"/>
                </a:ext>
              </a:extLst>
            </p:cNvPr>
            <p:cNvSpPr/>
            <p:nvPr/>
          </p:nvSpPr>
          <p:spPr>
            <a:xfrm>
              <a:off x="395926" y="4779035"/>
              <a:ext cx="5590095" cy="496546"/>
            </a:xfrm>
            <a:prstGeom prst="roundRect">
              <a:avLst>
                <a:gd name="adj" fmla="val 0"/>
              </a:avLst>
            </a:prstGeom>
            <a:solidFill>
              <a:srgbClr val="0000B7">
                <a:alpha val="34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 rtl="0">
                <a:lnSpc>
                  <a:spcPct val="159929"/>
                </a:lnSpc>
              </a:pPr>
              <a:r>
                <a:rPr 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4. Pseudo-LRU (PLRU)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2B3435-D9E6-551A-5505-C253057723E3}"/>
              </a:ext>
            </a:extLst>
          </p:cNvPr>
          <p:cNvGrpSpPr/>
          <p:nvPr/>
        </p:nvGrpSpPr>
        <p:grpSpPr>
          <a:xfrm>
            <a:off x="6191505" y="1299200"/>
            <a:ext cx="4835950" cy="2550267"/>
            <a:chOff x="395926" y="4779035"/>
            <a:chExt cx="5590095" cy="2550267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7BC87A2-E7D7-7E7D-9362-FF81BC875128}"/>
                </a:ext>
              </a:extLst>
            </p:cNvPr>
            <p:cNvSpPr/>
            <p:nvPr/>
          </p:nvSpPr>
          <p:spPr>
            <a:xfrm>
              <a:off x="395926" y="5256940"/>
              <a:ext cx="5590095" cy="2072362"/>
            </a:xfrm>
            <a:prstGeom prst="roundRect">
              <a:avLst>
                <a:gd name="adj" fmla="val 0"/>
              </a:avLst>
            </a:prstGeom>
            <a:solidFill>
              <a:srgbClr val="DBEEF4">
                <a:alpha val="70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 Medium"/>
                  <a:cs typeface="Times New Roman" panose="02020603050405020304" pitchFamily="18" charset="0"/>
                  <a:sym typeface="Urbanist Medium"/>
                </a:rPr>
                <a:t>Randomly selects a block for replacement.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Very simple and low overhead.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Unpredictable performance may evict useful data.</a:t>
              </a: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endPara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endParaRPr>
            </a:p>
            <a:p>
              <a:pPr marL="285750" indent="-285750" algn="l" rtl="0">
                <a:lnSpc>
                  <a:spcPct val="159929"/>
                </a:lnSpc>
                <a:buFont typeface="Arial" panose="020B0604020202020204" pitchFamily="34" charset="0"/>
                <a:buChar char="•"/>
              </a:pPr>
              <a:endPara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CB1FF33-BF33-32A5-967C-76DCC45589FF}"/>
                </a:ext>
              </a:extLst>
            </p:cNvPr>
            <p:cNvSpPr/>
            <p:nvPr/>
          </p:nvSpPr>
          <p:spPr>
            <a:xfrm>
              <a:off x="395926" y="4779035"/>
              <a:ext cx="5590095" cy="496546"/>
            </a:xfrm>
            <a:prstGeom prst="roundRect">
              <a:avLst>
                <a:gd name="adj" fmla="val 0"/>
              </a:avLst>
            </a:prstGeom>
            <a:solidFill>
              <a:srgbClr val="0000B7">
                <a:alpha val="34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 rtl="0">
                <a:lnSpc>
                  <a:spcPct val="159929"/>
                </a:lnSpc>
              </a:pPr>
              <a:r>
                <a:rPr 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5. Random Replacement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156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19A3C-15DB-F365-7A48-1C50B53B6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6E2EF-B245-C50E-8E70-02AB03F43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Policies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6FC5F-0376-210C-2407-25CC6B58657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6A35B1-017E-3079-AD88-F4612F0DD657}"/>
              </a:ext>
            </a:extLst>
          </p:cNvPr>
          <p:cNvSpPr txBox="1"/>
          <p:nvPr/>
        </p:nvSpPr>
        <p:spPr>
          <a:xfrm>
            <a:off x="141686" y="1057443"/>
            <a:ext cx="11519962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write policy determines how write operations are handled between the cache and the main memory.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BA6F959-B59F-BDDF-4FCF-AE27020BCA21}"/>
              </a:ext>
            </a:extLst>
          </p:cNvPr>
          <p:cNvSpPr txBox="1">
            <a:spLocks/>
          </p:cNvSpPr>
          <p:nvPr/>
        </p:nvSpPr>
        <p:spPr>
          <a:xfrm>
            <a:off x="11661648" y="6642556"/>
            <a:ext cx="530352" cy="2154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410751">
              <a:defRPr sz="1400">
                <a:solidFill>
                  <a:srgbClr val="0038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160729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2pPr>
            <a:lvl3pPr indent="321457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3pPr>
            <a:lvl4pPr indent="482186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4pPr>
            <a:lvl5pPr indent="642915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5pPr>
            <a:lvl6pPr indent="803643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6pPr>
            <a:lvl7pPr indent="964372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7pPr>
            <a:lvl8pPr indent="1125101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8pPr>
            <a:lvl9pPr indent="1285829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451458F-489E-F153-D174-A11C23FB66AB}"/>
              </a:ext>
            </a:extLst>
          </p:cNvPr>
          <p:cNvGrpSpPr/>
          <p:nvPr/>
        </p:nvGrpSpPr>
        <p:grpSpPr>
          <a:xfrm>
            <a:off x="1156355" y="2162025"/>
            <a:ext cx="9356246" cy="3398688"/>
            <a:chOff x="1052660" y="1652977"/>
            <a:chExt cx="9356246" cy="339868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A4F41F7-9745-96C4-3BEC-5198928D7B8F}"/>
                </a:ext>
              </a:extLst>
            </p:cNvPr>
            <p:cNvSpPr/>
            <p:nvPr/>
          </p:nvSpPr>
          <p:spPr>
            <a:xfrm>
              <a:off x="6967835" y="3394236"/>
              <a:ext cx="3441071" cy="1657429"/>
            </a:xfrm>
            <a:prstGeom prst="roundRect">
              <a:avLst>
                <a:gd name="adj" fmla="val 6025"/>
              </a:avLst>
            </a:prstGeom>
            <a:solidFill>
              <a:srgbClr val="0000B7">
                <a:alpha val="34000"/>
              </a:srgbClr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Write-Back</a:t>
              </a:r>
            </a:p>
            <a:p>
              <a:pPr marL="112713" lvl="1" indent="-112713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CPU updates only the cache</a:t>
              </a:r>
            </a:p>
            <a:p>
              <a:pPr marL="112713" lvl="1" indent="-112713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Fewer memory writes make faster write performance.</a:t>
              </a:r>
            </a:p>
            <a:p>
              <a:pPr marL="112713" lvl="1" indent="-112713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More complex hardware and has risk of losing modified data</a:t>
              </a:r>
            </a:p>
            <a:p>
              <a:pPr marL="112713" lvl="1" indent="-112713">
                <a:buFont typeface="Arial" panose="020B0604020202020204" pitchFamily="34" charset="0"/>
                <a:buChar char="•"/>
              </a:pP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AF2A85D-7DA1-4C66-8565-40A982416D8E}"/>
                </a:ext>
              </a:extLst>
            </p:cNvPr>
            <p:cNvSpPr/>
            <p:nvPr/>
          </p:nvSpPr>
          <p:spPr>
            <a:xfrm>
              <a:off x="6957267" y="1652977"/>
              <a:ext cx="3441071" cy="1657429"/>
            </a:xfrm>
            <a:prstGeom prst="roundRect">
              <a:avLst>
                <a:gd name="adj" fmla="val 6025"/>
              </a:avLst>
            </a:prstGeom>
            <a:solidFill>
              <a:srgbClr val="0000B7">
                <a:alpha val="34000"/>
              </a:srgbClr>
            </a:solidFill>
            <a:ln w="9525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Write-Through</a:t>
              </a:r>
            </a:p>
            <a:p>
              <a:pPr marL="112713" indent="-112713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Updates both the cache and the main memory simultaneously</a:t>
              </a:r>
            </a:p>
            <a:p>
              <a:pPr marL="112713" indent="-112713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Main memory is always up to date. Simpler data consistency.</a:t>
              </a:r>
            </a:p>
            <a:p>
              <a:pPr marL="112713" indent="-112713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Higher memory traffic and slower write performance.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D228A67-89BC-A40C-BE7F-75E862C8743C}"/>
                </a:ext>
              </a:extLst>
            </p:cNvPr>
            <p:cNvSpPr/>
            <p:nvPr/>
          </p:nvSpPr>
          <p:spPr>
            <a:xfrm>
              <a:off x="3597898" y="3149362"/>
              <a:ext cx="2394408" cy="559276"/>
            </a:xfrm>
            <a:prstGeom prst="roundRect">
              <a:avLst>
                <a:gd name="adj" fmla="val 9028"/>
              </a:avLst>
            </a:prstGeom>
            <a:solidFill>
              <a:schemeClr val="tx2">
                <a:lumMod val="20000"/>
                <a:lumOff val="80000"/>
              </a:schemeClr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R="0" algn="l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</a:pP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Times New Roman" panose="02020603050405020304" pitchFamily="18" charset="0"/>
                  <a:ea typeface="Gill Sans"/>
                  <a:cs typeface="Times New Roman" panose="02020603050405020304" pitchFamily="18" charset="0"/>
                  <a:sym typeface="Gill Sans"/>
                </a:rPr>
                <a:t>Write data on cache and RAM </a:t>
              </a:r>
            </a:p>
            <a:p>
              <a:pPr marR="0" algn="l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</a:pPr>
              <a:r>
                <a:rPr kumimoji="0" lang="en-US" sz="14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Times New Roman" panose="02020603050405020304" pitchFamily="18" charset="0"/>
                  <a:ea typeface="Gill Sans"/>
                  <a:cs typeface="Times New Roman" panose="02020603050405020304" pitchFamily="18" charset="0"/>
                  <a:sym typeface="Gill Sans"/>
                </a:rPr>
                <a:t>after each instruction execution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8E63BA3-FB4D-5BBE-9B53-7977F9D38ED4}"/>
                </a:ext>
              </a:extLst>
            </p:cNvPr>
            <p:cNvCxnSpPr>
              <a:cxnSpLocks/>
            </p:cNvCxnSpPr>
            <p:nvPr/>
          </p:nvCxnSpPr>
          <p:spPr>
            <a:xfrm>
              <a:off x="6589336" y="2526126"/>
              <a:ext cx="367933" cy="0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9072C17-6009-2F36-620B-B391480E666B}"/>
                </a:ext>
              </a:extLst>
            </p:cNvPr>
            <p:cNvCxnSpPr>
              <a:cxnSpLocks/>
            </p:cNvCxnSpPr>
            <p:nvPr/>
          </p:nvCxnSpPr>
          <p:spPr>
            <a:xfrm>
              <a:off x="6589336" y="4222951"/>
              <a:ext cx="367933" cy="0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5DE9EE6-C286-7A8C-1946-AE4DDDF22D0A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5992306" y="3429000"/>
              <a:ext cx="597030" cy="7153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non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829614F-36DC-4513-8507-C589B6191F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9336" y="2505778"/>
              <a:ext cx="0" cy="1735931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non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pic>
          <p:nvPicPr>
            <p:cNvPr id="6146" name="Picture 2" descr="Working of Cache Memory in Computer - Shiksha Online">
              <a:extLst>
                <a:ext uri="{FF2B5EF4-FFF2-40B4-BE49-F238E27FC236}">
                  <a16:creationId xmlns:a16="http://schemas.microsoft.com/office/drawing/2014/main" id="{0413D57D-4EE6-0CF0-498E-421FF30077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13" r="10423" b="2395"/>
            <a:stretch>
              <a:fillRect/>
            </a:stretch>
          </p:blipFill>
          <p:spPr bwMode="auto">
            <a:xfrm>
              <a:off x="1052660" y="2500065"/>
              <a:ext cx="2016050" cy="1700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F8E8D9E-27CE-03E4-0D85-C014F8C23A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7733" y="3454831"/>
              <a:ext cx="660164" cy="0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419136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5429A-4BAE-7665-8205-276D993B3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ED58-DA01-52A1-EB86-56340A35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5DC37-0702-2E9E-5FFF-D2588D35B5B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E7164-3D53-E7C2-82FC-D7ECF8937D63}"/>
              </a:ext>
            </a:extLst>
          </p:cNvPr>
          <p:cNvSpPr txBox="1"/>
          <p:nvPr/>
        </p:nvSpPr>
        <p:spPr>
          <a:xfrm>
            <a:off x="141686" y="1088158"/>
            <a:ext cx="11519962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does the memory system slow the processor down for every access?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parameters are responsible for the slowdown?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74DC596-CE6A-2D4A-8C05-EE51E8628E2E}"/>
              </a:ext>
            </a:extLst>
          </p:cNvPr>
          <p:cNvSpPr txBox="1">
            <a:spLocks/>
          </p:cNvSpPr>
          <p:nvPr/>
        </p:nvSpPr>
        <p:spPr>
          <a:xfrm>
            <a:off x="11661648" y="6642556"/>
            <a:ext cx="530352" cy="2154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410751">
              <a:defRPr sz="1400">
                <a:solidFill>
                  <a:srgbClr val="0038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160729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2pPr>
            <a:lvl3pPr indent="321457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3pPr>
            <a:lvl4pPr indent="482186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4pPr>
            <a:lvl5pPr indent="642915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5pPr>
            <a:lvl6pPr indent="803643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6pPr>
            <a:lvl7pPr indent="964372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7pPr>
            <a:lvl8pPr indent="1125101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8pPr>
            <a:lvl9pPr indent="1285829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67347B-837A-A815-75C1-1D027737F4D2}"/>
              </a:ext>
            </a:extLst>
          </p:cNvPr>
          <p:cNvGrpSpPr/>
          <p:nvPr/>
        </p:nvGrpSpPr>
        <p:grpSpPr>
          <a:xfrm>
            <a:off x="586442" y="1971505"/>
            <a:ext cx="5509558" cy="3553792"/>
            <a:chOff x="395926" y="4756493"/>
            <a:chExt cx="5590095" cy="387647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DF8D5D1-A15C-59A8-2E20-AC2049203F5E}"/>
                </a:ext>
              </a:extLst>
            </p:cNvPr>
            <p:cNvSpPr/>
            <p:nvPr/>
          </p:nvSpPr>
          <p:spPr>
            <a:xfrm>
              <a:off x="395926" y="5298124"/>
              <a:ext cx="5590095" cy="333484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  <a:alpha val="89000"/>
              </a:scheme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Hit rate is the fraction of accesses that find their data in the cache, miss rate is its complement, so hit rate + miss rate = 1.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high hit rate can be deceptive on its own, a 95% hit rate still means 5% of accesses are misses, and if each miss is very expensive, those misses can dominate total access time.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 rtl="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Miss rate must always be paired with miss penalty, neither is meaningful alone.</a:t>
              </a:r>
            </a:p>
            <a:p>
              <a:pPr marL="285750" indent="-285750" algn="l" rtl="0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 rtl="0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reported miss rate summarizes the combined effect of workload locality and cache organization.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126250C-DA9D-6CCF-31CD-6F4EB8B89745}"/>
                </a:ext>
              </a:extLst>
            </p:cNvPr>
            <p:cNvSpPr/>
            <p:nvPr/>
          </p:nvSpPr>
          <p:spPr>
            <a:xfrm>
              <a:off x="395926" y="4756493"/>
              <a:ext cx="5590095" cy="541632"/>
            </a:xfrm>
            <a:prstGeom prst="roundRect">
              <a:avLst>
                <a:gd name="adj" fmla="val 0"/>
              </a:avLst>
            </a:prstGeom>
            <a:solidFill>
              <a:srgbClr val="0000B7">
                <a:alpha val="34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 rtl="0">
                <a:lnSpc>
                  <a:spcPct val="159929"/>
                </a:lnSpc>
              </a:pPr>
              <a:r>
                <a:rPr 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Urbanist"/>
                  <a:cs typeface="Times New Roman" panose="02020603050405020304" pitchFamily="18" charset="0"/>
                  <a:sym typeface="Urbanist"/>
                </a:rPr>
                <a:t>1. </a:t>
              </a: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Hit Rate and Miss Rate</a:t>
              </a:r>
              <a:endPara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D70A59-6B8B-65BA-8940-329F6DB788FA}"/>
              </a:ext>
            </a:extLst>
          </p:cNvPr>
          <p:cNvGrpSpPr/>
          <p:nvPr/>
        </p:nvGrpSpPr>
        <p:grpSpPr>
          <a:xfrm>
            <a:off x="6417266" y="1986734"/>
            <a:ext cx="5509558" cy="3529171"/>
            <a:chOff x="395926" y="4769923"/>
            <a:chExt cx="5590095" cy="3849621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5BECF0A-AD90-47D0-AC41-DDC0A938D5BF}"/>
                </a:ext>
              </a:extLst>
            </p:cNvPr>
            <p:cNvSpPr/>
            <p:nvPr/>
          </p:nvSpPr>
          <p:spPr>
            <a:xfrm>
              <a:off x="395926" y="5284698"/>
              <a:ext cx="5590095" cy="333484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  <a:alpha val="70000"/>
              </a:scheme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time to deliver data when an access hits, the latency of the fast, common-case path.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Paid on nearly every access, so it directly gates the processor's clock and pipeline.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Creates a core tension: larger or more associative caches lower miss rate but raise hit time, because bigger structures are slower to index and compare.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small fast L1 optimized for low hit time, backed by larger slower L2/L3 optimized for low miss rate.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F6CC057-2307-48D7-0204-816BC5597102}"/>
                </a:ext>
              </a:extLst>
            </p:cNvPr>
            <p:cNvSpPr/>
            <p:nvPr/>
          </p:nvSpPr>
          <p:spPr>
            <a:xfrm>
              <a:off x="395926" y="4769923"/>
              <a:ext cx="5590095" cy="514775"/>
            </a:xfrm>
            <a:prstGeom prst="roundRect">
              <a:avLst>
                <a:gd name="adj" fmla="val 0"/>
              </a:avLst>
            </a:prstGeom>
            <a:solidFill>
              <a:srgbClr val="0000B7">
                <a:alpha val="34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Hit Time (Access Latency)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80640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32DD6-D725-A0BE-2C8A-A7428D0C4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265ED-42AC-E48A-0B3F-36007B21C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EF7E3-0216-EA02-C82A-249B358E30E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DE6E4F2-BD08-99D8-159A-AAC35F8C7665}"/>
              </a:ext>
            </a:extLst>
          </p:cNvPr>
          <p:cNvSpPr txBox="1">
            <a:spLocks/>
          </p:cNvSpPr>
          <p:nvPr/>
        </p:nvSpPr>
        <p:spPr>
          <a:xfrm>
            <a:off x="11661648" y="6642556"/>
            <a:ext cx="530352" cy="2154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410751">
              <a:defRPr sz="1400">
                <a:solidFill>
                  <a:srgbClr val="0038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160729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2pPr>
            <a:lvl3pPr indent="321457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3pPr>
            <a:lvl4pPr indent="482186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4pPr>
            <a:lvl5pPr indent="642915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5pPr>
            <a:lvl6pPr indent="803643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6pPr>
            <a:lvl7pPr indent="964372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7pPr>
            <a:lvl8pPr indent="1125101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8pPr>
            <a:lvl9pPr indent="1285829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F7406E-ECE6-ACEA-7502-525CA34036AF}"/>
              </a:ext>
            </a:extLst>
          </p:cNvPr>
          <p:cNvGrpSpPr/>
          <p:nvPr/>
        </p:nvGrpSpPr>
        <p:grpSpPr>
          <a:xfrm>
            <a:off x="586442" y="1168676"/>
            <a:ext cx="5509558" cy="3898502"/>
            <a:chOff x="395926" y="4837067"/>
            <a:chExt cx="5590095" cy="425249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03C24B9-A61A-FB76-E041-BB562DBCFC91}"/>
                </a:ext>
              </a:extLst>
            </p:cNvPr>
            <p:cNvSpPr/>
            <p:nvPr/>
          </p:nvSpPr>
          <p:spPr>
            <a:xfrm>
              <a:off x="395926" y="5217551"/>
              <a:ext cx="5590095" cy="387200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  <a:alpha val="89000"/>
              </a:scheme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Latency describes when the first bytes arrive; transfer time and bandwidth describe how fast an entire block moves once transfer begins.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Miss penalty is partly fixed latency (overhead to start the access) and partly transfer time.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Larger blocks amortize fixed latency over more bytes and exploit spatial locality, but lengthen transfer time and consume more bandwidth.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 a shared bus with multiple cores, bandwidth not latency is often the real bottleneck; a cache that lowers miss rate but moves large blocks can still saturate the bus.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81EEBEA-9315-961C-8C29-3F0A5A0E2B12}"/>
                </a:ext>
              </a:extLst>
            </p:cNvPr>
            <p:cNvSpPr/>
            <p:nvPr/>
          </p:nvSpPr>
          <p:spPr>
            <a:xfrm>
              <a:off x="395926" y="4837067"/>
              <a:ext cx="5590095" cy="380485"/>
            </a:xfrm>
            <a:prstGeom prst="roundRect">
              <a:avLst>
                <a:gd name="adj" fmla="val 0"/>
              </a:avLst>
            </a:prstGeom>
            <a:solidFill>
              <a:srgbClr val="0000B7">
                <a:alpha val="34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Cache Transfer / Bandwidth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1E54E32-0BEB-9D6B-58AB-69442091D68C}"/>
              </a:ext>
            </a:extLst>
          </p:cNvPr>
          <p:cNvGrpSpPr/>
          <p:nvPr/>
        </p:nvGrpSpPr>
        <p:grpSpPr>
          <a:xfrm>
            <a:off x="6417266" y="1171598"/>
            <a:ext cx="5509558" cy="3895580"/>
            <a:chOff x="395926" y="4837068"/>
            <a:chExt cx="5590095" cy="424929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42B4BDE-3F01-0E0A-C63F-0CBDD6B698C8}"/>
                </a:ext>
              </a:extLst>
            </p:cNvPr>
            <p:cNvSpPr/>
            <p:nvPr/>
          </p:nvSpPr>
          <p:spPr>
            <a:xfrm>
              <a:off x="395926" y="5214365"/>
              <a:ext cx="5590095" cy="3872002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20000"/>
                <a:lumOff val="80000"/>
                <a:alpha val="70000"/>
              </a:scheme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extra time to service a miss: detecting it, requesting from the next level, transferring the block back, and delivering the word.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Usually, the largest latency an L1 hit may be a few cycles, while a main-memory miss can be hundreds.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Not a single fixed value in a multi-level hierarchy: an L1 miss that hits in L2 has a small penalty; one that reaches DRAM has a large one.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recursive structure is what makes hierarchical (level-by-level) analysis necessary.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18A626C-D624-F6F2-4F9D-A3BF853F57DD}"/>
                </a:ext>
              </a:extLst>
            </p:cNvPr>
            <p:cNvSpPr/>
            <p:nvPr/>
          </p:nvSpPr>
          <p:spPr>
            <a:xfrm>
              <a:off x="395926" y="4837068"/>
              <a:ext cx="5590095" cy="380485"/>
            </a:xfrm>
            <a:prstGeom prst="roundRect">
              <a:avLst>
                <a:gd name="adj" fmla="val 0"/>
              </a:avLst>
            </a:prstGeom>
            <a:solidFill>
              <a:srgbClr val="0000B7">
                <a:alpha val="34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4. Miss Penalty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785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FA7BD-B39B-59E4-4647-48AAAF3A2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63EC-8FC9-7B5D-FAA1-8365F5996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9F11A-7215-96AA-99B8-5FFCA309738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3432438-5D81-673D-6B13-0E8172E4928E}"/>
              </a:ext>
            </a:extLst>
          </p:cNvPr>
          <p:cNvSpPr txBox="1">
            <a:spLocks/>
          </p:cNvSpPr>
          <p:nvPr/>
        </p:nvSpPr>
        <p:spPr>
          <a:xfrm>
            <a:off x="11661648" y="6642556"/>
            <a:ext cx="530352" cy="2154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410751">
              <a:defRPr sz="1400">
                <a:solidFill>
                  <a:srgbClr val="0038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160729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2pPr>
            <a:lvl3pPr indent="321457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3pPr>
            <a:lvl4pPr indent="482186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4pPr>
            <a:lvl5pPr indent="642915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5pPr>
            <a:lvl6pPr indent="803643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6pPr>
            <a:lvl7pPr indent="964372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7pPr>
            <a:lvl8pPr indent="1125101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8pPr>
            <a:lvl9pPr indent="1285829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C2EAA22-C2BD-0010-633B-FDE1FB10A3BC}"/>
              </a:ext>
            </a:extLst>
          </p:cNvPr>
          <p:cNvGrpSpPr/>
          <p:nvPr/>
        </p:nvGrpSpPr>
        <p:grpSpPr>
          <a:xfrm>
            <a:off x="586442" y="1234662"/>
            <a:ext cx="5509558" cy="2421175"/>
            <a:chOff x="395926" y="4837067"/>
            <a:chExt cx="5590095" cy="26410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4055A910-E108-DAF9-2201-D69E2ED585BC}"/>
                    </a:ext>
                  </a:extLst>
                </p:cNvPr>
                <p:cNvSpPr/>
                <p:nvPr/>
              </p:nvSpPr>
              <p:spPr>
                <a:xfrm>
                  <a:off x="395926" y="5217553"/>
                  <a:ext cx="5590095" cy="2260535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20000"/>
                    <a:lumOff val="80000"/>
                    <a:alpha val="89000"/>
                  </a:schemeClr>
                </a:solidFill>
                <a:ln w="25400" cap="flat">
                  <a:noFill/>
                  <a:prstDash val="solid"/>
                  <a:miter lim="400000"/>
                </a:ln>
                <a:effectLst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𝐴𝑀𝐴𝑇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𝐻𝑖𝑡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𝑡𝑖𝑚𝑒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𝑀𝑖𝑠𝑠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𝑟𝑎𝑡𝑒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𝑀𝑖𝑠𝑠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𝑝𝑒𝑛𝑎𝑙𝑡𝑦</m:t>
                      </m:r>
                    </m:oMath>
                  </a14:m>
                  <a:endParaRPr lang="en-US" sz="1600" i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endPara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Shows hit time is always paid, while the miss penalty is paid only on the miss-rate fraction of accesses.</a:t>
                  </a:r>
                </a:p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endPara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 antidote to the "95% hit rate sounds great" trap, because it forces the miss rate and the miss penalty to be multiplied together.</a:t>
                  </a:r>
                </a:p>
              </p:txBody>
            </p:sp>
          </mc:Choice>
          <mc:Fallback xmlns=""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4055A910-E108-DAF9-2201-D69E2ED585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926" y="5217553"/>
                  <a:ext cx="5590095" cy="2260535"/>
                </a:xfrm>
                <a:prstGeom prst="roundRect">
                  <a:avLst>
                    <a:gd name="adj" fmla="val 0"/>
                  </a:avLst>
                </a:prstGeom>
                <a:blipFill>
                  <a:blip r:embed="rId3"/>
                  <a:stretch>
                    <a:fillRect l="-1106" r="-1881" b="-2941"/>
                  </a:stretch>
                </a:blipFill>
                <a:ln w="25400" cap="flat">
                  <a:noFill/>
                  <a:prstDash val="solid"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FB74A72-0BB8-ED3C-E63F-C59F364F6B9E}"/>
                </a:ext>
              </a:extLst>
            </p:cNvPr>
            <p:cNvSpPr/>
            <p:nvPr/>
          </p:nvSpPr>
          <p:spPr>
            <a:xfrm>
              <a:off x="395926" y="4837067"/>
              <a:ext cx="5590095" cy="380486"/>
            </a:xfrm>
            <a:prstGeom prst="roundRect">
              <a:avLst>
                <a:gd name="adj" fmla="val 0"/>
              </a:avLst>
            </a:prstGeom>
            <a:solidFill>
              <a:srgbClr val="0000B7">
                <a:alpha val="34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5. Average Memory Access Time (AMAT)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6A81B9-EDA7-64A7-491A-06B0811D31F7}"/>
              </a:ext>
            </a:extLst>
          </p:cNvPr>
          <p:cNvGrpSpPr/>
          <p:nvPr/>
        </p:nvGrpSpPr>
        <p:grpSpPr>
          <a:xfrm>
            <a:off x="6417266" y="1237587"/>
            <a:ext cx="5509558" cy="2412610"/>
            <a:chOff x="395926" y="4837068"/>
            <a:chExt cx="5590095" cy="26316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28FC6605-FA34-758D-43EB-01FC156E4AAF}"/>
                    </a:ext>
                  </a:extLst>
                </p:cNvPr>
                <p:cNvSpPr/>
                <p:nvPr/>
              </p:nvSpPr>
              <p:spPr>
                <a:xfrm>
                  <a:off x="395926" y="5214364"/>
                  <a:ext cx="5590095" cy="2254378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20000"/>
                    <a:lumOff val="80000"/>
                    <a:alpha val="70000"/>
                  </a:schemeClr>
                </a:solidFill>
                <a:ln w="25400" cap="flat">
                  <a:noFill/>
                  <a:prstDash val="solid"/>
                  <a:miter lim="400000"/>
                </a:ln>
                <a:effectLst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ar-SA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𝐶𝑃𝑈</m:t>
                      </m:r>
                      <m:r>
                        <a:rPr lang="ar-SA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ar-SA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𝑡𝑖𝑚𝑒</m:t>
                      </m:r>
                      <m:r>
                        <a:rPr lang="ar-SA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ar-SA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ar-SA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𝐶𝑃𝑈</m:t>
                          </m:r>
                          <m:r>
                            <a:rPr lang="ar-SA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ar-SA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𝑒𝑥𝑒𝑐𝑢𝑡𝑖𝑜𝑛</m:t>
                          </m:r>
                          <m:r>
                            <a:rPr lang="ar-SA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ar-SA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𝑐𝑦𝑐𝑙𝑒𝑠</m:t>
                          </m:r>
                          <m:r>
                            <a:rPr lang="ar-SA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ar-SA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𝑀𝑒𝑚𝑜𝑟𝑦</m:t>
                          </m:r>
                          <m:r>
                            <a:rPr lang="ar-SA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ar-SA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𝑠𝑡𝑎𝑙𝑙</m:t>
                          </m:r>
                          <m:r>
                            <a:rPr lang="ar-SA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ar-SA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𝑐𝑦𝑐𝑙𝑒𝑠</m:t>
                          </m:r>
                        </m:e>
                      </m:d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ar-SA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ar-SA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ar-SA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𝐶𝑙𝑜𝑐𝑘</m:t>
                      </m:r>
                      <m:r>
                        <a:rPr lang="ar-SA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ar-SA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𝑐𝑦𝑐𝑙𝑒</m:t>
                      </m:r>
                      <m:r>
                        <a:rPr lang="ar-SA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ar-SA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𝑡𝑖𝑚𝑒</m:t>
                      </m:r>
                    </m:oMath>
                  </a14:m>
                  <a:endParaRPr lang="ar-SA" sz="1600" dirty="0"/>
                </a:p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endPara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r>
                    <a:rPr lang="en-US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Shows that lowering AMAT (adding associativity) only helps if the miss-rate reduction outweighs any hit-time increase.</a:t>
                  </a:r>
                </a:p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endParaRPr 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l"/>
                  <a:r>
                    <a:rPr lang="en-US" sz="16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 cache improvement matters more on memory-bound workloads than compute-bound ones.</a:t>
                  </a:r>
                </a:p>
              </p:txBody>
            </p:sp>
          </mc:Choice>
          <mc:Fallback xmlns=""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28FC6605-FA34-758D-43EB-01FC156E4A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926" y="5214364"/>
                  <a:ext cx="5590095" cy="2254378"/>
                </a:xfrm>
                <a:prstGeom prst="roundRect">
                  <a:avLst>
                    <a:gd name="adj" fmla="val 0"/>
                  </a:avLst>
                </a:prstGeom>
                <a:blipFill>
                  <a:blip r:embed="rId4"/>
                  <a:stretch>
                    <a:fillRect l="-1327" t="-17109" r="-1770" b="-2950"/>
                  </a:stretch>
                </a:blipFill>
                <a:ln w="25400" cap="flat">
                  <a:noFill/>
                  <a:prstDash val="solid"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5A05AFA-CEC1-6C8C-BC81-2A5DCD71EECD}"/>
                </a:ext>
              </a:extLst>
            </p:cNvPr>
            <p:cNvSpPr/>
            <p:nvPr/>
          </p:nvSpPr>
          <p:spPr>
            <a:xfrm>
              <a:off x="395926" y="4837068"/>
              <a:ext cx="5590095" cy="380485"/>
            </a:xfrm>
            <a:prstGeom prst="roundRect">
              <a:avLst>
                <a:gd name="adj" fmla="val 0"/>
              </a:avLst>
            </a:prstGeom>
            <a:solidFill>
              <a:srgbClr val="0000B7">
                <a:alpha val="34000"/>
              </a:srgbClr>
            </a:solidFill>
            <a:ln w="25400" cap="flat">
              <a:noFill/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algn="l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6. CPU Time / Memory Stall Cycles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90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74E4F-053E-9194-448E-41308A4E6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8E49-098A-F18E-DF22-0B623D0ED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0"/>
            <a:ext cx="10844781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Bottlenecks in Modern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D86BA-6AA4-005D-15E8-933F091DE3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60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16A5727-3407-7539-32A1-DF55FE2F8A37}"/>
              </a:ext>
            </a:extLst>
          </p:cNvPr>
          <p:cNvSpPr txBox="1">
            <a:spLocks/>
          </p:cNvSpPr>
          <p:nvPr/>
        </p:nvSpPr>
        <p:spPr>
          <a:xfrm>
            <a:off x="11661648" y="6642556"/>
            <a:ext cx="530352" cy="2154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algn="ctr" defTabSz="410751">
              <a:defRPr sz="1400">
                <a:solidFill>
                  <a:srgbClr val="0038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160729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2pPr>
            <a:lvl3pPr indent="321457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3pPr>
            <a:lvl4pPr indent="482186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4pPr>
            <a:lvl5pPr indent="642915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5pPr>
            <a:lvl6pPr indent="803643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6pPr>
            <a:lvl7pPr indent="964372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7pPr>
            <a:lvl8pPr indent="1125101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8pPr>
            <a:lvl9pPr indent="1285829" defTabSz="321457">
              <a:defRPr sz="844"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95D11753-9DC7-00B7-6090-F12392D56C8A}"/>
              </a:ext>
            </a:extLst>
          </p:cNvPr>
          <p:cNvSpPr/>
          <p:nvPr/>
        </p:nvSpPr>
        <p:spPr>
          <a:xfrm>
            <a:off x="316811" y="1249260"/>
            <a:ext cx="11542105" cy="410369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635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speed grows far faster than RAM, it is making memory the limiting resource.</a:t>
            </a:r>
          </a:p>
        </p:txBody>
      </p:sp>
      <p:sp>
        <p:nvSpPr>
          <p:cNvPr id="9" name="Arrow: Notched Right 8">
            <a:extLst>
              <a:ext uri="{FF2B5EF4-FFF2-40B4-BE49-F238E27FC236}">
                <a16:creationId xmlns:a16="http://schemas.microsoft.com/office/drawing/2014/main" id="{7DBF23DD-99AA-BC9A-06B1-596E2708A2E8}"/>
              </a:ext>
            </a:extLst>
          </p:cNvPr>
          <p:cNvSpPr/>
          <p:nvPr/>
        </p:nvSpPr>
        <p:spPr>
          <a:xfrm>
            <a:off x="316814" y="1982976"/>
            <a:ext cx="11542105" cy="410369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 w="635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improves slowly, while bandwidth improves faster.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F5358EA2-B062-9625-3885-77014C319C88}"/>
              </a:ext>
            </a:extLst>
          </p:cNvPr>
          <p:cNvSpPr/>
          <p:nvPr/>
        </p:nvSpPr>
        <p:spPr>
          <a:xfrm>
            <a:off x="316813" y="2724046"/>
            <a:ext cx="11542105" cy="410369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635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Caching, prefetching, out-of-order execution, and multithreading overlap memory access.</a:t>
            </a:r>
          </a:p>
        </p:txBody>
      </p:sp>
      <p:sp>
        <p:nvSpPr>
          <p:cNvPr id="11" name="Arrow: Notched Right 10">
            <a:extLst>
              <a:ext uri="{FF2B5EF4-FFF2-40B4-BE49-F238E27FC236}">
                <a16:creationId xmlns:a16="http://schemas.microsoft.com/office/drawing/2014/main" id="{9D722652-3B47-BA0A-FFC3-A4ECCED6F5E2}"/>
              </a:ext>
            </a:extLst>
          </p:cNvPr>
          <p:cNvSpPr/>
          <p:nvPr/>
        </p:nvSpPr>
        <p:spPr>
          <a:xfrm>
            <a:off x="316809" y="3448282"/>
            <a:ext cx="11542105" cy="410369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 w="635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workloads hit the bandwidth ceiling, leaving ALUs idle.</a:t>
            </a:r>
          </a:p>
        </p:txBody>
      </p:sp>
      <p:sp>
        <p:nvSpPr>
          <p:cNvPr id="12" name="Arrow: Notched Right 11">
            <a:extLst>
              <a:ext uri="{FF2B5EF4-FFF2-40B4-BE49-F238E27FC236}">
                <a16:creationId xmlns:a16="http://schemas.microsoft.com/office/drawing/2014/main" id="{0ECD94DF-57AC-88CC-6952-40D83C87D63C}"/>
              </a:ext>
            </a:extLst>
          </p:cNvPr>
          <p:cNvSpPr/>
          <p:nvPr/>
        </p:nvSpPr>
        <p:spPr>
          <a:xfrm>
            <a:off x="324947" y="4212580"/>
            <a:ext cx="11542105" cy="410369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635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Fetching an operand from DRAM costs one to two orders, making memory an issue.</a:t>
            </a:r>
          </a:p>
        </p:txBody>
      </p:sp>
    </p:spTree>
    <p:extLst>
      <p:ext uri="{BB962C8B-B14F-4D97-AF65-F5344CB8AC3E}">
        <p14:creationId xmlns:p14="http://schemas.microsoft.com/office/powerpoint/2010/main" val="3484772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AB42-2C99-6056-9E94-05CF3A78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EC79-B3B0-02F4-01CF-25D35903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Conflict Code Execution in gem5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4E5BB-8B5C-EB35-61C5-310BCCACCF4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2DF039-EEFC-27D6-1DEE-568EAA0C5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44" y="2039485"/>
            <a:ext cx="3640631" cy="42139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026FD2-7F63-E9FD-AC43-3DF9ABA4880E}"/>
              </a:ext>
            </a:extLst>
          </p:cNvPr>
          <p:cNvSpPr txBox="1"/>
          <p:nvPr/>
        </p:nvSpPr>
        <p:spPr>
          <a:xfrm>
            <a:off x="141686" y="932182"/>
            <a:ext cx="11519962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execute the following code to observe the cache behaviors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reasons for getting an error while running the code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3140A7-DD80-37B0-786F-95892C9E526F}"/>
              </a:ext>
            </a:extLst>
          </p:cNvPr>
          <p:cNvSpPr/>
          <p:nvPr/>
        </p:nvSpPr>
        <p:spPr>
          <a:xfrm>
            <a:off x="8798067" y="2431130"/>
            <a:ext cx="2957158" cy="2860270"/>
          </a:xfrm>
          <a:prstGeom prst="roundRect">
            <a:avLst>
              <a:gd name="adj" fmla="val 0"/>
            </a:avLst>
          </a:prstGeom>
          <a:solidFill>
            <a:srgbClr val="DBEEF4">
              <a:alpha val="70000"/>
            </a:srgbClr>
          </a:solidFill>
          <a:ln w="2540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rtl="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CPU: 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AtomicSimpleCPU</a:t>
            </a:r>
          </a:p>
          <a:p>
            <a:pPr marL="285750" indent="-285750" algn="l" rtl="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Number of CPUs: 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1</a:t>
            </a:r>
          </a:p>
          <a:p>
            <a:pPr marL="285750" indent="-285750" algn="l" rtl="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Memory Size: 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512 MB</a:t>
            </a:r>
          </a:p>
          <a:p>
            <a:pPr marL="285750" indent="-285750" algn="l" rtl="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L1 and L2 Cache: 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Disabled</a:t>
            </a:r>
          </a:p>
          <a:p>
            <a:pPr marL="285750" indent="-285750" algn="l" rtl="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L3 Cache: 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Not available</a:t>
            </a:r>
          </a:p>
          <a:p>
            <a:pPr marL="285750" indent="-285750" algn="l" rtl="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Cache Line Size: 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64 Bytes</a:t>
            </a:r>
          </a:p>
          <a:p>
            <a:pPr marL="285750" indent="-285750" algn="l" rtl="0">
              <a:lnSpc>
                <a:spcPct val="159929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Main Memory: </a:t>
            </a:r>
            <a:r>
              <a:rPr lang="en-US" sz="16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DDR3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2563802-68C5-031B-D33F-691B0279D8C5}"/>
              </a:ext>
            </a:extLst>
          </p:cNvPr>
          <p:cNvCxnSpPr/>
          <p:nvPr/>
        </p:nvCxnSpPr>
        <p:spPr>
          <a:xfrm>
            <a:off x="603315" y="3429000"/>
            <a:ext cx="224358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F26541-CEEE-1109-4F8D-5DB8C653761B}"/>
              </a:ext>
            </a:extLst>
          </p:cNvPr>
          <p:cNvCxnSpPr/>
          <p:nvPr/>
        </p:nvCxnSpPr>
        <p:spPr>
          <a:xfrm>
            <a:off x="669303" y="3987538"/>
            <a:ext cx="2243580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95A4FC0-8998-06B2-3EFB-66F16BA02BA2}"/>
              </a:ext>
            </a:extLst>
          </p:cNvPr>
          <p:cNvCxnSpPr>
            <a:cxnSpLocks/>
          </p:cNvCxnSpPr>
          <p:nvPr/>
        </p:nvCxnSpPr>
        <p:spPr>
          <a:xfrm>
            <a:off x="325744" y="2658359"/>
            <a:ext cx="3100585" cy="0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6C2C853-21FF-8046-4C72-BC334C95BE1B}"/>
              </a:ext>
            </a:extLst>
          </p:cNvPr>
          <p:cNvSpPr txBox="1"/>
          <p:nvPr/>
        </p:nvSpPr>
        <p:spPr>
          <a:xfrm>
            <a:off x="4144510" y="3102478"/>
            <a:ext cx="3514314" cy="138499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size = 256 KB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= 4 bytes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stride = 256 KB / 4 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= 262144 / 4 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= 65536</a:t>
            </a: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access is exactly one cache size apart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EA5448-EA4F-2C96-3A1A-2C1426788129}"/>
              </a:ext>
            </a:extLst>
          </p:cNvPr>
          <p:cNvSpPr txBox="1"/>
          <p:nvPr/>
        </p:nvSpPr>
        <p:spPr>
          <a:xfrm>
            <a:off x="4144510" y="4695608"/>
            <a:ext cx="3514314" cy="954107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nn-N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i=0;i&lt;100;i++)    </a:t>
            </a:r>
          </a:p>
          <a:p>
            <a:pPr algn="l"/>
            <a:r>
              <a:rPr lang="nn-N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sum += array[i*stride];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spatial locality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6E8E87-28C4-1A73-6472-4B7DCABAA775}"/>
              </a:ext>
            </a:extLst>
          </p:cNvPr>
          <p:cNvSpPr txBox="1"/>
          <p:nvPr/>
        </p:nvSpPr>
        <p:spPr>
          <a:xfrm>
            <a:off x="4144510" y="1940236"/>
            <a:ext cx="3514314" cy="738664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nn-NO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CACHE_SIZE = 256 KB</a:t>
            </a:r>
          </a:p>
          <a:p>
            <a:pPr algn="l"/>
            <a:endParaRPr lang="nn-NO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incorrect assumption about cache size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91EE942-6153-AF1D-F444-D100D0067FF9}"/>
              </a:ext>
            </a:extLst>
          </p:cNvPr>
          <p:cNvCxnSpPr/>
          <p:nvPr/>
        </p:nvCxnSpPr>
        <p:spPr>
          <a:xfrm flipH="1">
            <a:off x="3426329" y="2149311"/>
            <a:ext cx="718181" cy="509048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8DF669B-FB9F-64D0-07F7-896CA3DE4D43}"/>
              </a:ext>
            </a:extLst>
          </p:cNvPr>
          <p:cNvCxnSpPr>
            <a:stCxn id="24" idx="1"/>
          </p:cNvCxnSpPr>
          <p:nvPr/>
        </p:nvCxnSpPr>
        <p:spPr>
          <a:xfrm flipH="1" flipV="1">
            <a:off x="2846895" y="3429000"/>
            <a:ext cx="1297615" cy="36597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F1E9BD1-3734-7D5A-FB65-40D7426C3F48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2564091" y="3987538"/>
            <a:ext cx="1580419" cy="118512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72FBBE4-7397-B8B3-27D1-1D32F07F1AE8}"/>
              </a:ext>
            </a:extLst>
          </p:cNvPr>
          <p:cNvSpPr txBox="1"/>
          <p:nvPr/>
        </p:nvSpPr>
        <p:spPr>
          <a:xfrm>
            <a:off x="8798067" y="1890015"/>
            <a:ext cx="2792199" cy="43588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rtl="0">
              <a:lnSpc>
                <a:spcPct val="159929"/>
              </a:lnSpc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Default gem5 configurations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</p:txBody>
      </p:sp>
    </p:spTree>
    <p:extLst>
      <p:ext uri="{BB962C8B-B14F-4D97-AF65-F5344CB8AC3E}">
        <p14:creationId xmlns:p14="http://schemas.microsoft.com/office/powerpoint/2010/main" val="412912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425EB-CD4E-2F92-9DAD-E90B86F9C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326E-CBD5-CDC7-3436-771BA0FBD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Conflict Code Execution in gem5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7EB3D-B03A-4489-D612-2F0CAC2F8CF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50DF06AB-C726-5F94-305E-E084EC1F7748}"/>
              </a:ext>
            </a:extLst>
          </p:cNvPr>
          <p:cNvSpPr/>
          <p:nvPr/>
        </p:nvSpPr>
        <p:spPr>
          <a:xfrm>
            <a:off x="520989" y="1137367"/>
            <a:ext cx="10656058" cy="718145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457200" marR="0" indent="-45720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We have used WSL in Windows to execute code in gem5 </a:t>
            </a:r>
          </a:p>
          <a:p>
            <a:pPr marL="457200" marR="0" indent="-45720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The conflicted code stops execution, showing an error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4C080-2067-5A6D-DF3B-B11BA6C42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89" y="2126700"/>
            <a:ext cx="3640631" cy="42139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5C47CE-7E51-4AD5-F029-5D49B0F85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968" y="2126700"/>
            <a:ext cx="7020905" cy="421391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CAF9BE7-EBDB-D1BA-4141-002C3449F1E5}"/>
              </a:ext>
            </a:extLst>
          </p:cNvPr>
          <p:cNvCxnSpPr/>
          <p:nvPr/>
        </p:nvCxnSpPr>
        <p:spPr>
          <a:xfrm>
            <a:off x="4624968" y="4798243"/>
            <a:ext cx="3271101" cy="0"/>
          </a:xfrm>
          <a:prstGeom prst="line">
            <a:avLst/>
          </a:prstGeom>
          <a:noFill/>
          <a:ln w="38100" cap="flat">
            <a:solidFill>
              <a:srgbClr val="FF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139579-EF8F-E2FE-3577-02053E408748}"/>
              </a:ext>
            </a:extLst>
          </p:cNvPr>
          <p:cNvCxnSpPr/>
          <p:nvPr/>
        </p:nvCxnSpPr>
        <p:spPr>
          <a:xfrm>
            <a:off x="4624968" y="4600280"/>
            <a:ext cx="3271101" cy="0"/>
          </a:xfrm>
          <a:prstGeom prst="line">
            <a:avLst/>
          </a:prstGeom>
          <a:noFill/>
          <a:ln w="38100" cap="flat">
            <a:solidFill>
              <a:srgbClr val="FF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59201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7F2C5-6BD5-7E2F-15D5-4DBAAECC1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606B1-F0FA-691A-D3DD-CD78812DC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Conflict Code Execution in gem5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31287-EBC1-0E4C-DDD3-EFC36D20B53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BA094E41-9C25-F5DF-B9BA-D0032B60B267}"/>
              </a:ext>
            </a:extLst>
          </p:cNvPr>
          <p:cNvSpPr/>
          <p:nvPr/>
        </p:nvSpPr>
        <p:spPr>
          <a:xfrm>
            <a:off x="307316" y="1069599"/>
            <a:ext cx="10656058" cy="410369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Modifying the code makes it conflict-free, and the code runs successfully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E6C2A8-A3E8-C330-5980-5D7F4D454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16" y="1889771"/>
            <a:ext cx="3896178" cy="37527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3C97F2-1B42-92EC-3BDD-2FA073585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891" y="1659240"/>
            <a:ext cx="7637628" cy="451548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19F7D5-6F48-4A43-0E72-17EEC48CAA3F}"/>
              </a:ext>
            </a:extLst>
          </p:cNvPr>
          <p:cNvCxnSpPr/>
          <p:nvPr/>
        </p:nvCxnSpPr>
        <p:spPr>
          <a:xfrm>
            <a:off x="4392891" y="5995447"/>
            <a:ext cx="3271101" cy="0"/>
          </a:xfrm>
          <a:prstGeom prst="line">
            <a:avLst/>
          </a:prstGeom>
          <a:noFill/>
          <a:ln w="38100" cap="flat">
            <a:solidFill>
              <a:srgbClr val="FF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C80DBB8-3DD8-A05B-DFD4-992FA08E5D28}"/>
              </a:ext>
            </a:extLst>
          </p:cNvPr>
          <p:cNvSpPr txBox="1"/>
          <p:nvPr/>
        </p:nvSpPr>
        <p:spPr>
          <a:xfrm>
            <a:off x="161481" y="5788401"/>
            <a:ext cx="3896178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rtl="0"/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ea typeface="Urbanist Medium"/>
                <a:cs typeface="Times New Roman" panose="02020603050405020304" pitchFamily="18" charset="0"/>
                <a:sym typeface="Urbanist Medium"/>
              </a:rPr>
              <a:t>**The cache size and stride for integers have been addressed in the code.</a:t>
            </a:r>
            <a:endParaRPr kumimoji="0" lang="en-US" sz="1600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Urbanist"/>
              <a:cs typeface="Times New Roman" panose="02020603050405020304" pitchFamily="18" charset="0"/>
              <a:sym typeface="Urbanist"/>
            </a:endParaRPr>
          </a:p>
        </p:txBody>
      </p:sp>
    </p:spTree>
    <p:extLst>
      <p:ext uri="{BB962C8B-B14F-4D97-AF65-F5344CB8AC3E}">
        <p14:creationId xmlns:p14="http://schemas.microsoft.com/office/powerpoint/2010/main" val="47304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CF10-FE3F-E841-EB87-BC9614BE2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5415B-4062-FA4F-3695-11C7AC63A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Conflict Code Execution in gem5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F38A5-3093-68C1-6FDC-0CC65A4F1BB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D28A11AF-87FA-9D0A-8971-E1EF5F330FC7}"/>
              </a:ext>
            </a:extLst>
          </p:cNvPr>
          <p:cNvSpPr/>
          <p:nvPr/>
        </p:nvSpPr>
        <p:spPr>
          <a:xfrm>
            <a:off x="307316" y="1069599"/>
            <a:ext cx="10656058" cy="410369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Customized cache for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ABD16-BBAC-C631-C437-43FDC77095B5}"/>
              </a:ext>
            </a:extLst>
          </p:cNvPr>
          <p:cNvSpPr txBox="1">
            <a:spLocks/>
          </p:cNvSpPr>
          <p:nvPr/>
        </p:nvSpPr>
        <p:spPr>
          <a:xfrm>
            <a:off x="307316" y="1479968"/>
            <a:ext cx="11355018" cy="101191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./build/X86/gem5.opt   configs/deprecated/example/se.py  -c ./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cache.out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--mem-size=1GB  --caches  --l2cache  --l1i_size=32kB  --l1d_size=32kB  --l1i_assoc=8  --l1d_assoc=8  --l2_size=256kB --l2_assoc=8  --l3_size=8MB --l3_assoc=16</a:t>
            </a:r>
          </a:p>
          <a:p>
            <a:r>
              <a:rPr lang="en-US" sz="1800" i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Still found an issue as the defined CPU doesn’t support L3 cache</a:t>
            </a:r>
            <a:endParaRPr lang="en-US" sz="1600" i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52042F-C913-43C9-6485-FF7B6F627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35" y="2837469"/>
            <a:ext cx="7806429" cy="351248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170C82-1449-9878-56A8-6AF9DB58D725}"/>
              </a:ext>
            </a:extLst>
          </p:cNvPr>
          <p:cNvCxnSpPr/>
          <p:nvPr/>
        </p:nvCxnSpPr>
        <p:spPr>
          <a:xfrm>
            <a:off x="2063435" y="6349952"/>
            <a:ext cx="3271101" cy="0"/>
          </a:xfrm>
          <a:prstGeom prst="line">
            <a:avLst/>
          </a:prstGeom>
          <a:noFill/>
          <a:ln w="38100" cap="flat">
            <a:solidFill>
              <a:srgbClr val="FF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46403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F0C0-8C81-1A62-0E89-9C9137C6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9152-70D4-470B-7979-D7F997149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Conflict Code Execution in gem5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74CE1-1A9D-DBDE-C5C1-700C0CFA3B5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22051D3A-5659-3EA9-1163-1B868A48E5C1}"/>
              </a:ext>
            </a:extLst>
          </p:cNvPr>
          <p:cNvSpPr/>
          <p:nvPr/>
        </p:nvSpPr>
        <p:spPr>
          <a:xfrm>
            <a:off x="307316" y="1069599"/>
            <a:ext cx="10656058" cy="410369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Customized cache for execution with L1 and L2 cache and 1GB of 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8766E-3FB4-1063-E56F-269EDC61F7F6}"/>
              </a:ext>
            </a:extLst>
          </p:cNvPr>
          <p:cNvSpPr txBox="1">
            <a:spLocks/>
          </p:cNvSpPr>
          <p:nvPr/>
        </p:nvSpPr>
        <p:spPr>
          <a:xfrm>
            <a:off x="419060" y="1825557"/>
            <a:ext cx="11355018" cy="101191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./build/X86/gem5.opt   configs/deprecated/example/se.py  -c ./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cache.out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--mem-size=1GB  --caches  --l2cache  --l1i_size=32kB  --l1d_size=32kB  --l1i_assoc=8  --l1d_assoc=8  --l2_size=256kB --l2_assoc=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EB7561-1ADD-C818-24A9-44A5FA7FC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074" y="2578168"/>
            <a:ext cx="5717903" cy="378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7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A77B2-5E61-B775-E97E-F9F5B476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E448-373B-4CE2-073B-DCAB955C3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Conflict Code Execution in gem5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1A4DF-A0A4-249E-439D-70F1D0688C1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rrow: Notched Right 8">
            <a:extLst>
              <a:ext uri="{FF2B5EF4-FFF2-40B4-BE49-F238E27FC236}">
                <a16:creationId xmlns:a16="http://schemas.microsoft.com/office/drawing/2014/main" id="{A5FE004C-AF82-F89B-091F-B4C5FF65BDA4}"/>
              </a:ext>
            </a:extLst>
          </p:cNvPr>
          <p:cNvSpPr/>
          <p:nvPr/>
        </p:nvSpPr>
        <p:spPr>
          <a:xfrm>
            <a:off x="431141" y="1121353"/>
            <a:ext cx="10748862" cy="718145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4">
              <a:lumMod val="40000"/>
              <a:lumOff val="6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Cache performance metrics can now be accessed from the stats file generated in gem5. A snap of the “stats.txt” file is shown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41237F-EECC-8655-E5AC-DD3843BB5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613" y="2004071"/>
            <a:ext cx="9174773" cy="43111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9212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A8765-F367-0A84-FCC0-3EA69316D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4BE97-8A46-ED1E-666A-5C9E49D59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Conflict Code Execution in gem5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32C15-B544-EB1D-6731-6123189E32B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6B7503D2-091D-10AF-B323-CF922F1FA26E}"/>
              </a:ext>
            </a:extLst>
          </p:cNvPr>
          <p:cNvSpPr/>
          <p:nvPr/>
        </p:nvSpPr>
        <p:spPr>
          <a:xfrm>
            <a:off x="307316" y="1069599"/>
            <a:ext cx="10656058" cy="410369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The first code was not executing due to more than the available memory</a:t>
            </a:r>
          </a:p>
        </p:txBody>
      </p:sp>
      <p:sp>
        <p:nvSpPr>
          <p:cNvPr id="5" name="Arrow: Notched Right 4">
            <a:extLst>
              <a:ext uri="{FF2B5EF4-FFF2-40B4-BE49-F238E27FC236}">
                <a16:creationId xmlns:a16="http://schemas.microsoft.com/office/drawing/2014/main" id="{A4CE955C-D276-7934-0EC9-945E381E8AEE}"/>
              </a:ext>
            </a:extLst>
          </p:cNvPr>
          <p:cNvSpPr/>
          <p:nvPr/>
        </p:nvSpPr>
        <p:spPr>
          <a:xfrm>
            <a:off x="307316" y="1757756"/>
            <a:ext cx="10656058" cy="410369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4">
              <a:lumMod val="40000"/>
              <a:lumOff val="6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We can modify the code to run in the non-customized system</a:t>
            </a:r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81D811D8-75DA-33DF-781C-4A188716B202}"/>
              </a:ext>
            </a:extLst>
          </p:cNvPr>
          <p:cNvSpPr/>
          <p:nvPr/>
        </p:nvSpPr>
        <p:spPr>
          <a:xfrm>
            <a:off x="307316" y="2521327"/>
            <a:ext cx="10656058" cy="410369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Also, the system configuration can be modified to complete the code to produce output</a:t>
            </a:r>
          </a:p>
        </p:txBody>
      </p:sp>
      <p:sp>
        <p:nvSpPr>
          <p:cNvPr id="9" name="Arrow: Notched Right 8">
            <a:extLst>
              <a:ext uri="{FF2B5EF4-FFF2-40B4-BE49-F238E27FC236}">
                <a16:creationId xmlns:a16="http://schemas.microsoft.com/office/drawing/2014/main" id="{54D02901-C1CD-0042-21EF-B873D8FF90E8}"/>
              </a:ext>
            </a:extLst>
          </p:cNvPr>
          <p:cNvSpPr/>
          <p:nvPr/>
        </p:nvSpPr>
        <p:spPr>
          <a:xfrm>
            <a:off x="307316" y="3223815"/>
            <a:ext cx="10656058" cy="410369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4">
              <a:lumMod val="40000"/>
              <a:lumOff val="6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Along with memory, the CPU can be changed to avoid memory conflicts</a:t>
            </a:r>
          </a:p>
        </p:txBody>
      </p:sp>
    </p:spTree>
    <p:extLst>
      <p:ext uri="{BB962C8B-B14F-4D97-AF65-F5344CB8AC3E}">
        <p14:creationId xmlns:p14="http://schemas.microsoft.com/office/powerpoint/2010/main" val="49211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3F01F-7E6D-CCC4-EC40-B8ED55B4F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97B54F-A245-9775-59AF-F9A1E3864253}"/>
              </a:ext>
            </a:extLst>
          </p:cNvPr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3576177-2CE0-36D1-AD52-7C6106C052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8636000" y="0"/>
            <a:ext cx="3556000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B9CD6532-F757-5BD4-0538-A00A2D83C694}"/>
              </a:ext>
            </a:extLst>
          </p:cNvPr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5" name="Image 1" descr="MEST — National Microelectronics Security Training Center logo">
            <a:extLst>
              <a:ext uri="{FF2B5EF4-FFF2-40B4-BE49-F238E27FC236}">
                <a16:creationId xmlns:a16="http://schemas.microsoft.com/office/drawing/2014/main" id="{817BF297-EBAC-6501-CCA7-3E031A48B3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5" r="-45"/>
          <a:stretch/>
        </p:blipFill>
        <p:spPr>
          <a:xfrm>
            <a:off x="812800" y="609600"/>
            <a:ext cx="952500" cy="92075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C34B80BB-3CF2-8628-1F34-281FB764E043}"/>
              </a:ext>
            </a:extLst>
          </p:cNvPr>
          <p:cNvSpPr/>
          <p:nvPr/>
        </p:nvSpPr>
        <p:spPr>
          <a:xfrm>
            <a:off x="2019300" y="749300"/>
            <a:ext cx="12700" cy="635000"/>
          </a:xfrm>
          <a:prstGeom prst="rect">
            <a:avLst/>
          </a:prstGeom>
          <a:solidFill>
            <a:srgbClr val="D6D2C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7" name="Image 2" descr="Florida International University logo">
            <a:extLst>
              <a:ext uri="{FF2B5EF4-FFF2-40B4-BE49-F238E27FC236}">
                <a16:creationId xmlns:a16="http://schemas.microsoft.com/office/drawing/2014/main" id="{21303E0B-84BF-19FB-8E5E-CE0B5BFF30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3300" y="698500"/>
            <a:ext cx="996950" cy="74295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BC4BE7CD-2D92-2FB4-7C73-030C30B78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2794000"/>
            <a:ext cx="758698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000" b="1" i="0" dirty="0">
                <a:solidFill>
                  <a:srgbClr val="0B1F3F"/>
                </a:solidFill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Thank you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85C88207-073A-FBD7-7299-AC46E27C639B}"/>
              </a:ext>
            </a:extLst>
          </p:cNvPr>
          <p:cNvSpPr/>
          <p:nvPr/>
        </p:nvSpPr>
        <p:spPr>
          <a:xfrm>
            <a:off x="812800" y="4063999"/>
            <a:ext cx="6772988" cy="45719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13" name="Image 3" descr="SeRLoP Research logo">
            <a:extLst>
              <a:ext uri="{FF2B5EF4-FFF2-40B4-BE49-F238E27FC236}">
                <a16:creationId xmlns:a16="http://schemas.microsoft.com/office/drawing/2014/main" id="{72072D9A-E434-1192-24F0-D5BBE82DFE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11" r="-811"/>
          <a:stretch/>
        </p:blipFill>
        <p:spPr>
          <a:xfrm>
            <a:off x="222250" y="6534150"/>
            <a:ext cx="1555750" cy="165100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68611240-F746-7A9D-1C25-8D679A9752FE}"/>
              </a:ext>
            </a:extLst>
          </p:cNvPr>
          <p:cNvSpPr/>
          <p:nvPr/>
        </p:nvSpPr>
        <p:spPr>
          <a:xfrm>
            <a:off x="10363200" y="6238280"/>
            <a:ext cx="1016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D4E5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98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660678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CB758-1F19-CFBE-C2C8-023524ED4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race 15">
            <a:extLst>
              <a:ext uri="{FF2B5EF4-FFF2-40B4-BE49-F238E27FC236}">
                <a16:creationId xmlns:a16="http://schemas.microsoft.com/office/drawing/2014/main" id="{30F47585-6DB3-34BA-8A6C-496BBDD15DA5}"/>
              </a:ext>
            </a:extLst>
          </p:cNvPr>
          <p:cNvSpPr/>
          <p:nvPr/>
        </p:nvSpPr>
        <p:spPr>
          <a:xfrm>
            <a:off x="8153400" y="0"/>
            <a:ext cx="0" cy="3524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7" name="Trace 16">
            <a:extLst>
              <a:ext uri="{FF2B5EF4-FFF2-40B4-BE49-F238E27FC236}">
                <a16:creationId xmlns:a16="http://schemas.microsoft.com/office/drawing/2014/main" id="{634CAB42-4661-19CF-A029-9E91FAFE6381}"/>
              </a:ext>
            </a:extLst>
          </p:cNvPr>
          <p:cNvSpPr/>
          <p:nvPr/>
        </p:nvSpPr>
        <p:spPr>
          <a:xfrm>
            <a:off x="86677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9" name="Trace 18">
            <a:extLst>
              <a:ext uri="{FF2B5EF4-FFF2-40B4-BE49-F238E27FC236}">
                <a16:creationId xmlns:a16="http://schemas.microsoft.com/office/drawing/2014/main" id="{860D954F-82B7-9315-2B44-6BB80CD08E7B}"/>
              </a:ext>
            </a:extLst>
          </p:cNvPr>
          <p:cNvSpPr/>
          <p:nvPr/>
        </p:nvSpPr>
        <p:spPr>
          <a:xfrm>
            <a:off x="93535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0" name="Trace 19">
            <a:extLst>
              <a:ext uri="{FF2B5EF4-FFF2-40B4-BE49-F238E27FC236}">
                <a16:creationId xmlns:a16="http://schemas.microsoft.com/office/drawing/2014/main" id="{9AF82576-9B7F-AD46-1616-80E3A299225E}"/>
              </a:ext>
            </a:extLst>
          </p:cNvPr>
          <p:cNvSpPr/>
          <p:nvPr/>
        </p:nvSpPr>
        <p:spPr>
          <a:xfrm>
            <a:off x="96964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2" name="Trace 21">
            <a:extLst>
              <a:ext uri="{FF2B5EF4-FFF2-40B4-BE49-F238E27FC236}">
                <a16:creationId xmlns:a16="http://schemas.microsoft.com/office/drawing/2014/main" id="{F1E1B428-CD35-9785-B69C-32641DCF00DD}"/>
              </a:ext>
            </a:extLst>
          </p:cNvPr>
          <p:cNvSpPr/>
          <p:nvPr/>
        </p:nvSpPr>
        <p:spPr>
          <a:xfrm>
            <a:off x="103822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" name="Trace 24">
            <a:extLst>
              <a:ext uri="{FF2B5EF4-FFF2-40B4-BE49-F238E27FC236}">
                <a16:creationId xmlns:a16="http://schemas.microsoft.com/office/drawing/2014/main" id="{8F852280-C9B3-2F18-FC3E-F280BE98A201}"/>
              </a:ext>
            </a:extLst>
          </p:cNvPr>
          <p:cNvSpPr/>
          <p:nvPr/>
        </p:nvSpPr>
        <p:spPr>
          <a:xfrm>
            <a:off x="10896600" y="0"/>
            <a:ext cx="0" cy="3524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4E753131-FDC5-9C8B-5500-21B430E0A502}"/>
              </a:ext>
            </a:extLst>
          </p:cNvPr>
          <p:cNvGrpSpPr/>
          <p:nvPr/>
        </p:nvGrpSpPr>
        <p:grpSpPr>
          <a:xfrm>
            <a:off x="7674610" y="1028700"/>
            <a:ext cx="4517390" cy="5689282"/>
            <a:chOff x="7223760" y="352425"/>
            <a:chExt cx="4968240" cy="4463415"/>
          </a:xfrm>
        </p:grpSpPr>
        <p:sp>
          <p:nvSpPr>
            <p:cNvPr id="2" name="Trace 1">
              <a:extLst>
                <a:ext uri="{FF2B5EF4-FFF2-40B4-BE49-F238E27FC236}">
                  <a16:creationId xmlns:a16="http://schemas.microsoft.com/office/drawing/2014/main" id="{64D738D9-A470-190E-74FB-38FDEAA3385A}"/>
                </a:ext>
              </a:extLst>
            </p:cNvPr>
            <p:cNvSpPr/>
            <p:nvPr/>
          </p:nvSpPr>
          <p:spPr>
            <a:xfrm>
              <a:off x="11325225" y="1295400"/>
              <a:ext cx="2476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" name="Trace 2">
              <a:extLst>
                <a:ext uri="{FF2B5EF4-FFF2-40B4-BE49-F238E27FC236}">
                  <a16:creationId xmlns:a16="http://schemas.microsoft.com/office/drawing/2014/main" id="{7C41EA55-C595-9694-CBE2-4E0B10FF3CE6}"/>
                </a:ext>
              </a:extLst>
            </p:cNvPr>
            <p:cNvSpPr/>
            <p:nvPr/>
          </p:nvSpPr>
          <p:spPr>
            <a:xfrm flipV="1">
              <a:off x="11572875" y="1057275"/>
              <a:ext cx="238125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" name="Trace 3">
              <a:extLst>
                <a:ext uri="{FF2B5EF4-FFF2-40B4-BE49-F238E27FC236}">
                  <a16:creationId xmlns:a16="http://schemas.microsoft.com/office/drawing/2014/main" id="{471ABDF7-1899-E931-FA1E-A79CED76F5DE}"/>
                </a:ext>
              </a:extLst>
            </p:cNvPr>
            <p:cNvSpPr/>
            <p:nvPr/>
          </p:nvSpPr>
          <p:spPr>
            <a:xfrm>
              <a:off x="11811000" y="1057275"/>
              <a:ext cx="3810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" name="Trace 4">
              <a:extLst>
                <a:ext uri="{FF2B5EF4-FFF2-40B4-BE49-F238E27FC236}">
                  <a16:creationId xmlns:a16="http://schemas.microsoft.com/office/drawing/2014/main" id="{93DAD70D-1B50-E7FF-046C-290E7DCAB227}"/>
                </a:ext>
              </a:extLst>
            </p:cNvPr>
            <p:cNvSpPr/>
            <p:nvPr/>
          </p:nvSpPr>
          <p:spPr>
            <a:xfrm>
              <a:off x="11325225" y="16383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" name="Trace 5">
              <a:extLst>
                <a:ext uri="{FF2B5EF4-FFF2-40B4-BE49-F238E27FC236}">
                  <a16:creationId xmlns:a16="http://schemas.microsoft.com/office/drawing/2014/main" id="{9E38DE22-77BE-DCC8-DBB5-C9C5C474F655}"/>
                </a:ext>
              </a:extLst>
            </p:cNvPr>
            <p:cNvSpPr/>
            <p:nvPr/>
          </p:nvSpPr>
          <p:spPr>
            <a:xfrm>
              <a:off x="11325225" y="1981200"/>
              <a:ext cx="3524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" name="Trace 6">
              <a:extLst>
                <a:ext uri="{FF2B5EF4-FFF2-40B4-BE49-F238E27FC236}">
                  <a16:creationId xmlns:a16="http://schemas.microsoft.com/office/drawing/2014/main" id="{E0B93AAB-AD1F-DBA0-A4A7-4615EDB66E1D}"/>
                </a:ext>
              </a:extLst>
            </p:cNvPr>
            <p:cNvSpPr/>
            <p:nvPr/>
          </p:nvSpPr>
          <p:spPr>
            <a:xfrm>
              <a:off x="11325225" y="23241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" name="Trace 7">
              <a:extLst>
                <a:ext uri="{FF2B5EF4-FFF2-40B4-BE49-F238E27FC236}">
                  <a16:creationId xmlns:a16="http://schemas.microsoft.com/office/drawing/2014/main" id="{0B7EC00E-1867-9212-A91E-4C08EE0DA964}"/>
                </a:ext>
              </a:extLst>
            </p:cNvPr>
            <p:cNvSpPr/>
            <p:nvPr/>
          </p:nvSpPr>
          <p:spPr>
            <a:xfrm>
              <a:off x="11325225" y="26670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" name="Trace 8">
              <a:extLst>
                <a:ext uri="{FF2B5EF4-FFF2-40B4-BE49-F238E27FC236}">
                  <a16:creationId xmlns:a16="http://schemas.microsoft.com/office/drawing/2014/main" id="{64B0BB85-4741-6DB8-29CB-F472B0F0B181}"/>
                </a:ext>
              </a:extLst>
            </p:cNvPr>
            <p:cNvSpPr/>
            <p:nvPr/>
          </p:nvSpPr>
          <p:spPr>
            <a:xfrm>
              <a:off x="11325225" y="3009900"/>
              <a:ext cx="3143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" name="Trace 9">
              <a:extLst>
                <a:ext uri="{FF2B5EF4-FFF2-40B4-BE49-F238E27FC236}">
                  <a16:creationId xmlns:a16="http://schemas.microsoft.com/office/drawing/2014/main" id="{E82F8702-BDE3-D735-8569-7401A97C3F27}"/>
                </a:ext>
              </a:extLst>
            </p:cNvPr>
            <p:cNvSpPr/>
            <p:nvPr/>
          </p:nvSpPr>
          <p:spPr>
            <a:xfrm>
              <a:off x="11325225" y="3352800"/>
              <a:ext cx="2476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" name="Trace 10">
              <a:extLst>
                <a:ext uri="{FF2B5EF4-FFF2-40B4-BE49-F238E27FC236}">
                  <a16:creationId xmlns:a16="http://schemas.microsoft.com/office/drawing/2014/main" id="{2AB79CF9-7BB1-1E7A-EB65-6BC8159E5B06}"/>
                </a:ext>
              </a:extLst>
            </p:cNvPr>
            <p:cNvSpPr/>
            <p:nvPr/>
          </p:nvSpPr>
          <p:spPr>
            <a:xfrm>
              <a:off x="11572875" y="3352800"/>
              <a:ext cx="238125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" name="Trace 11">
              <a:extLst>
                <a:ext uri="{FF2B5EF4-FFF2-40B4-BE49-F238E27FC236}">
                  <a16:creationId xmlns:a16="http://schemas.microsoft.com/office/drawing/2014/main" id="{AD8BE866-4A4D-A2C7-E300-477CD74B958F}"/>
                </a:ext>
              </a:extLst>
            </p:cNvPr>
            <p:cNvSpPr/>
            <p:nvPr/>
          </p:nvSpPr>
          <p:spPr>
            <a:xfrm>
              <a:off x="11811000" y="3590925"/>
              <a:ext cx="3810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" name="Trace 12">
              <a:extLst>
                <a:ext uri="{FF2B5EF4-FFF2-40B4-BE49-F238E27FC236}">
                  <a16:creationId xmlns:a16="http://schemas.microsoft.com/office/drawing/2014/main" id="{324119AF-52F6-F452-53BC-B36046667BC3}"/>
                </a:ext>
              </a:extLst>
            </p:cNvPr>
            <p:cNvSpPr/>
            <p:nvPr/>
          </p:nvSpPr>
          <p:spPr>
            <a:xfrm>
              <a:off x="11325225" y="36957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" name="Trace 13">
              <a:extLst>
                <a:ext uri="{FF2B5EF4-FFF2-40B4-BE49-F238E27FC236}">
                  <a16:creationId xmlns:a16="http://schemas.microsoft.com/office/drawing/2014/main" id="{D2F37DCC-C8A0-87BD-BBFA-5AE1B78D0E7B}"/>
                </a:ext>
              </a:extLst>
            </p:cNvPr>
            <p:cNvSpPr/>
            <p:nvPr/>
          </p:nvSpPr>
          <p:spPr>
            <a:xfrm>
              <a:off x="8324850" y="523875"/>
              <a:ext cx="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" name="Trace 14">
              <a:extLst>
                <a:ext uri="{FF2B5EF4-FFF2-40B4-BE49-F238E27FC236}">
                  <a16:creationId xmlns:a16="http://schemas.microsoft.com/office/drawing/2014/main" id="{41BB2ADE-D3DC-07FE-8EB7-818FEEC5A4B5}"/>
                </a:ext>
              </a:extLst>
            </p:cNvPr>
            <p:cNvSpPr/>
            <p:nvPr/>
          </p:nvSpPr>
          <p:spPr>
            <a:xfrm>
              <a:off x="8153400" y="352425"/>
              <a:ext cx="17145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" name="Trace 17">
              <a:extLst>
                <a:ext uri="{FF2B5EF4-FFF2-40B4-BE49-F238E27FC236}">
                  <a16:creationId xmlns:a16="http://schemas.microsoft.com/office/drawing/2014/main" id="{835D90C5-ACDC-2BE7-0DDB-60AEC0AA4150}"/>
                </a:ext>
              </a:extLst>
            </p:cNvPr>
            <p:cNvSpPr/>
            <p:nvPr/>
          </p:nvSpPr>
          <p:spPr>
            <a:xfrm>
              <a:off x="9010650" y="457200"/>
              <a:ext cx="0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" name="Trace 20">
              <a:extLst>
                <a:ext uri="{FF2B5EF4-FFF2-40B4-BE49-F238E27FC236}">
                  <a16:creationId xmlns:a16="http://schemas.microsoft.com/office/drawing/2014/main" id="{2BAA5CAA-701C-43D8-F322-D9F1383FED59}"/>
                </a:ext>
              </a:extLst>
            </p:cNvPr>
            <p:cNvSpPr/>
            <p:nvPr/>
          </p:nvSpPr>
          <p:spPr>
            <a:xfrm>
              <a:off x="10039350" y="457200"/>
              <a:ext cx="0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" name="Trace 22">
              <a:extLst>
                <a:ext uri="{FF2B5EF4-FFF2-40B4-BE49-F238E27FC236}">
                  <a16:creationId xmlns:a16="http://schemas.microsoft.com/office/drawing/2014/main" id="{F29412C9-5D43-6332-0377-7AD1238F2F49}"/>
                </a:ext>
              </a:extLst>
            </p:cNvPr>
            <p:cNvSpPr/>
            <p:nvPr/>
          </p:nvSpPr>
          <p:spPr>
            <a:xfrm>
              <a:off x="10725150" y="523875"/>
              <a:ext cx="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" name="Trace 23">
              <a:extLst>
                <a:ext uri="{FF2B5EF4-FFF2-40B4-BE49-F238E27FC236}">
                  <a16:creationId xmlns:a16="http://schemas.microsoft.com/office/drawing/2014/main" id="{C3A2E30C-8F50-7256-0394-564B98BA7625}"/>
                </a:ext>
              </a:extLst>
            </p:cNvPr>
            <p:cNvSpPr/>
            <p:nvPr/>
          </p:nvSpPr>
          <p:spPr>
            <a:xfrm flipV="1">
              <a:off x="10725150" y="352425"/>
              <a:ext cx="17145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6" name="Trace 25">
              <a:extLst>
                <a:ext uri="{FF2B5EF4-FFF2-40B4-BE49-F238E27FC236}">
                  <a16:creationId xmlns:a16="http://schemas.microsoft.com/office/drawing/2014/main" id="{933A916F-6808-455D-6825-14EA2A7415B4}"/>
                </a:ext>
              </a:extLst>
            </p:cNvPr>
            <p:cNvSpPr/>
            <p:nvPr/>
          </p:nvSpPr>
          <p:spPr>
            <a:xfrm>
              <a:off x="8324850" y="4295775"/>
              <a:ext cx="0" cy="1809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7" name="Trace 26">
              <a:extLst>
                <a:ext uri="{FF2B5EF4-FFF2-40B4-BE49-F238E27FC236}">
                  <a16:creationId xmlns:a16="http://schemas.microsoft.com/office/drawing/2014/main" id="{40EA98BE-DFEB-4DD3-FBE1-2415AE8B9B22}"/>
                </a:ext>
              </a:extLst>
            </p:cNvPr>
            <p:cNvSpPr/>
            <p:nvPr/>
          </p:nvSpPr>
          <p:spPr>
            <a:xfrm flipV="1">
              <a:off x="8096250" y="4476750"/>
              <a:ext cx="228600" cy="22860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8" name="Trace 27">
              <a:extLst>
                <a:ext uri="{FF2B5EF4-FFF2-40B4-BE49-F238E27FC236}">
                  <a16:creationId xmlns:a16="http://schemas.microsoft.com/office/drawing/2014/main" id="{33156C4D-F8ED-1DA6-2095-A58FA2C5BC97}"/>
                </a:ext>
              </a:extLst>
            </p:cNvPr>
            <p:cNvSpPr/>
            <p:nvPr/>
          </p:nvSpPr>
          <p:spPr>
            <a:xfrm>
              <a:off x="7524750" y="4705350"/>
              <a:ext cx="5715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9" name="Trace 28">
              <a:extLst>
                <a:ext uri="{FF2B5EF4-FFF2-40B4-BE49-F238E27FC236}">
                  <a16:creationId xmlns:a16="http://schemas.microsoft.com/office/drawing/2014/main" id="{CD94C48E-0536-0EDC-093B-C1317BAD3735}"/>
                </a:ext>
              </a:extLst>
            </p:cNvPr>
            <p:cNvSpPr/>
            <p:nvPr/>
          </p:nvSpPr>
          <p:spPr>
            <a:xfrm>
              <a:off x="86677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0" name="Trace 29">
              <a:extLst>
                <a:ext uri="{FF2B5EF4-FFF2-40B4-BE49-F238E27FC236}">
                  <a16:creationId xmlns:a16="http://schemas.microsoft.com/office/drawing/2014/main" id="{942409EB-22AA-C3E3-39B5-951F1B53B5AB}"/>
                </a:ext>
              </a:extLst>
            </p:cNvPr>
            <p:cNvSpPr/>
            <p:nvPr/>
          </p:nvSpPr>
          <p:spPr>
            <a:xfrm>
              <a:off x="90106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1" name="Trace 30">
              <a:extLst>
                <a:ext uri="{FF2B5EF4-FFF2-40B4-BE49-F238E27FC236}">
                  <a16:creationId xmlns:a16="http://schemas.microsoft.com/office/drawing/2014/main" id="{F952C058-3D1B-FF96-5502-05F366DD2201}"/>
                </a:ext>
              </a:extLst>
            </p:cNvPr>
            <p:cNvSpPr/>
            <p:nvPr/>
          </p:nvSpPr>
          <p:spPr>
            <a:xfrm>
              <a:off x="93535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2" name="Trace 31">
              <a:extLst>
                <a:ext uri="{FF2B5EF4-FFF2-40B4-BE49-F238E27FC236}">
                  <a16:creationId xmlns:a16="http://schemas.microsoft.com/office/drawing/2014/main" id="{3C7AC867-187D-622C-7DFD-E76DB730A9FB}"/>
                </a:ext>
              </a:extLst>
            </p:cNvPr>
            <p:cNvSpPr/>
            <p:nvPr/>
          </p:nvSpPr>
          <p:spPr>
            <a:xfrm>
              <a:off x="96964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3" name="Trace 32">
              <a:extLst>
                <a:ext uri="{FF2B5EF4-FFF2-40B4-BE49-F238E27FC236}">
                  <a16:creationId xmlns:a16="http://schemas.microsoft.com/office/drawing/2014/main" id="{BCBBDAC7-70F7-C8D7-AB4C-5E88DB63842E}"/>
                </a:ext>
              </a:extLst>
            </p:cNvPr>
            <p:cNvSpPr/>
            <p:nvPr/>
          </p:nvSpPr>
          <p:spPr>
            <a:xfrm>
              <a:off x="100393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4" name="Trace 33">
              <a:extLst>
                <a:ext uri="{FF2B5EF4-FFF2-40B4-BE49-F238E27FC236}">
                  <a16:creationId xmlns:a16="http://schemas.microsoft.com/office/drawing/2014/main" id="{FFC3CA64-C784-231A-0BCC-99FF5B30C6A8}"/>
                </a:ext>
              </a:extLst>
            </p:cNvPr>
            <p:cNvSpPr/>
            <p:nvPr/>
          </p:nvSpPr>
          <p:spPr>
            <a:xfrm>
              <a:off x="103822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5" name="Trace 34">
              <a:extLst>
                <a:ext uri="{FF2B5EF4-FFF2-40B4-BE49-F238E27FC236}">
                  <a16:creationId xmlns:a16="http://schemas.microsoft.com/office/drawing/2014/main" id="{67F83820-1AA9-1C0A-8B9F-AFD4B0B39347}"/>
                </a:ext>
              </a:extLst>
            </p:cNvPr>
            <p:cNvSpPr/>
            <p:nvPr/>
          </p:nvSpPr>
          <p:spPr>
            <a:xfrm>
              <a:off x="10725150" y="4295775"/>
              <a:ext cx="0" cy="1809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6" name="Trace 35">
              <a:extLst>
                <a:ext uri="{FF2B5EF4-FFF2-40B4-BE49-F238E27FC236}">
                  <a16:creationId xmlns:a16="http://schemas.microsoft.com/office/drawing/2014/main" id="{77875B63-281E-9721-B302-5B3C8D699BB9}"/>
                </a:ext>
              </a:extLst>
            </p:cNvPr>
            <p:cNvSpPr/>
            <p:nvPr/>
          </p:nvSpPr>
          <p:spPr>
            <a:xfrm>
              <a:off x="10725150" y="4476750"/>
              <a:ext cx="228600" cy="22860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7" name="Trace 36">
              <a:extLst>
                <a:ext uri="{FF2B5EF4-FFF2-40B4-BE49-F238E27FC236}">
                  <a16:creationId xmlns:a16="http://schemas.microsoft.com/office/drawing/2014/main" id="{3A61D89D-6F58-8199-A66A-97B23349DF0C}"/>
                </a:ext>
              </a:extLst>
            </p:cNvPr>
            <p:cNvSpPr/>
            <p:nvPr/>
          </p:nvSpPr>
          <p:spPr>
            <a:xfrm>
              <a:off x="10953750" y="4705350"/>
              <a:ext cx="12382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8" name="Trace 37">
              <a:extLst>
                <a:ext uri="{FF2B5EF4-FFF2-40B4-BE49-F238E27FC236}">
                  <a16:creationId xmlns:a16="http://schemas.microsoft.com/office/drawing/2014/main" id="{7573949F-96FA-08BD-5638-96016A198652}"/>
                </a:ext>
              </a:extLst>
            </p:cNvPr>
            <p:cNvSpPr/>
            <p:nvPr/>
          </p:nvSpPr>
          <p:spPr>
            <a:xfrm>
              <a:off x="7258050" y="12954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9" name="Trace 38">
              <a:extLst>
                <a:ext uri="{FF2B5EF4-FFF2-40B4-BE49-F238E27FC236}">
                  <a16:creationId xmlns:a16="http://schemas.microsoft.com/office/drawing/2014/main" id="{391906CA-053D-A0FE-9B04-09C94A812F99}"/>
                </a:ext>
              </a:extLst>
            </p:cNvPr>
            <p:cNvSpPr/>
            <p:nvPr/>
          </p:nvSpPr>
          <p:spPr>
            <a:xfrm>
              <a:off x="7467600" y="16383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0" name="Trace 39">
              <a:extLst>
                <a:ext uri="{FF2B5EF4-FFF2-40B4-BE49-F238E27FC236}">
                  <a16:creationId xmlns:a16="http://schemas.microsoft.com/office/drawing/2014/main" id="{513F4228-B6D4-24B4-2DF6-FE0CA1B2F043}"/>
                </a:ext>
              </a:extLst>
            </p:cNvPr>
            <p:cNvSpPr/>
            <p:nvPr/>
          </p:nvSpPr>
          <p:spPr>
            <a:xfrm>
              <a:off x="7258050" y="19812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1" name="Trace 40">
              <a:extLst>
                <a:ext uri="{FF2B5EF4-FFF2-40B4-BE49-F238E27FC236}">
                  <a16:creationId xmlns:a16="http://schemas.microsoft.com/office/drawing/2014/main" id="{4342A3A1-2C4C-D0CF-C9BC-FBF2C7BD9F18}"/>
                </a:ext>
              </a:extLst>
            </p:cNvPr>
            <p:cNvSpPr/>
            <p:nvPr/>
          </p:nvSpPr>
          <p:spPr>
            <a:xfrm>
              <a:off x="7467600" y="23241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2" name="Trace 41">
              <a:extLst>
                <a:ext uri="{FF2B5EF4-FFF2-40B4-BE49-F238E27FC236}">
                  <a16:creationId xmlns:a16="http://schemas.microsoft.com/office/drawing/2014/main" id="{8230D08C-AD04-54EC-BDA0-9ECC16F5D074}"/>
                </a:ext>
              </a:extLst>
            </p:cNvPr>
            <p:cNvSpPr/>
            <p:nvPr/>
          </p:nvSpPr>
          <p:spPr>
            <a:xfrm>
              <a:off x="7258050" y="26670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3" name="Trace 42">
              <a:extLst>
                <a:ext uri="{FF2B5EF4-FFF2-40B4-BE49-F238E27FC236}">
                  <a16:creationId xmlns:a16="http://schemas.microsoft.com/office/drawing/2014/main" id="{4E177EEA-9012-3760-7A45-F5782270EE86}"/>
                </a:ext>
              </a:extLst>
            </p:cNvPr>
            <p:cNvSpPr/>
            <p:nvPr/>
          </p:nvSpPr>
          <p:spPr>
            <a:xfrm>
              <a:off x="7467600" y="30099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4" name="Trace 43">
              <a:extLst>
                <a:ext uri="{FF2B5EF4-FFF2-40B4-BE49-F238E27FC236}">
                  <a16:creationId xmlns:a16="http://schemas.microsoft.com/office/drawing/2014/main" id="{EED78B87-5A96-8DF3-F9B2-FDDB0E5A93C0}"/>
                </a:ext>
              </a:extLst>
            </p:cNvPr>
            <p:cNvSpPr/>
            <p:nvPr/>
          </p:nvSpPr>
          <p:spPr>
            <a:xfrm>
              <a:off x="7258050" y="33528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5" name="Trace 44">
              <a:extLst>
                <a:ext uri="{FF2B5EF4-FFF2-40B4-BE49-F238E27FC236}">
                  <a16:creationId xmlns:a16="http://schemas.microsoft.com/office/drawing/2014/main" id="{618F807D-4640-8E18-722F-C31927802F83}"/>
                </a:ext>
              </a:extLst>
            </p:cNvPr>
            <p:cNvSpPr/>
            <p:nvPr/>
          </p:nvSpPr>
          <p:spPr>
            <a:xfrm>
              <a:off x="7467600" y="36957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6" name="Via 1">
              <a:extLst>
                <a:ext uri="{FF2B5EF4-FFF2-40B4-BE49-F238E27FC236}">
                  <a16:creationId xmlns:a16="http://schemas.microsoft.com/office/drawing/2014/main" id="{B3CBC461-DE7F-9107-CF96-B9C56C1E55FC}"/>
                </a:ext>
              </a:extLst>
            </p:cNvPr>
            <p:cNvSpPr/>
            <p:nvPr/>
          </p:nvSpPr>
          <p:spPr>
            <a:xfrm>
              <a:off x="11643360" y="1946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7" name="Via 2">
              <a:extLst>
                <a:ext uri="{FF2B5EF4-FFF2-40B4-BE49-F238E27FC236}">
                  <a16:creationId xmlns:a16="http://schemas.microsoft.com/office/drawing/2014/main" id="{8F1644D6-89D9-0EFF-2A71-C4C61495A420}"/>
                </a:ext>
              </a:extLst>
            </p:cNvPr>
            <p:cNvSpPr/>
            <p:nvPr/>
          </p:nvSpPr>
          <p:spPr>
            <a:xfrm>
              <a:off x="11605260" y="29756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8" name="Via 3">
              <a:extLst>
                <a:ext uri="{FF2B5EF4-FFF2-40B4-BE49-F238E27FC236}">
                  <a16:creationId xmlns:a16="http://schemas.microsoft.com/office/drawing/2014/main" id="{B1A5B889-88CF-51DE-73B9-E2EF65D60616}"/>
                </a:ext>
              </a:extLst>
            </p:cNvPr>
            <p:cNvSpPr/>
            <p:nvPr/>
          </p:nvSpPr>
          <p:spPr>
            <a:xfrm>
              <a:off x="8976360" y="422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9" name="Via 4">
              <a:extLst>
                <a:ext uri="{FF2B5EF4-FFF2-40B4-BE49-F238E27FC236}">
                  <a16:creationId xmlns:a16="http://schemas.microsoft.com/office/drawing/2014/main" id="{9706EAF0-D7C0-FAD3-5261-809F514A9F0D}"/>
                </a:ext>
              </a:extLst>
            </p:cNvPr>
            <p:cNvSpPr/>
            <p:nvPr/>
          </p:nvSpPr>
          <p:spPr>
            <a:xfrm>
              <a:off x="10005060" y="422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0" name="Via 5">
              <a:extLst>
                <a:ext uri="{FF2B5EF4-FFF2-40B4-BE49-F238E27FC236}">
                  <a16:creationId xmlns:a16="http://schemas.microsoft.com/office/drawing/2014/main" id="{75C33C82-C3CB-408A-1219-D70A05A539CE}"/>
                </a:ext>
              </a:extLst>
            </p:cNvPr>
            <p:cNvSpPr/>
            <p:nvPr/>
          </p:nvSpPr>
          <p:spPr>
            <a:xfrm>
              <a:off x="7490460" y="46710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1" name="Via 6">
              <a:extLst>
                <a:ext uri="{FF2B5EF4-FFF2-40B4-BE49-F238E27FC236}">
                  <a16:creationId xmlns:a16="http://schemas.microsoft.com/office/drawing/2014/main" id="{660CD379-4BE6-4606-C75B-843BA5F010BA}"/>
                </a:ext>
              </a:extLst>
            </p:cNvPr>
            <p:cNvSpPr/>
            <p:nvPr/>
          </p:nvSpPr>
          <p:spPr>
            <a:xfrm>
              <a:off x="86334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2" name="Via 7">
              <a:extLst>
                <a:ext uri="{FF2B5EF4-FFF2-40B4-BE49-F238E27FC236}">
                  <a16:creationId xmlns:a16="http://schemas.microsoft.com/office/drawing/2014/main" id="{A91E3F58-5D63-2EE6-37AD-2E91A466645D}"/>
                </a:ext>
              </a:extLst>
            </p:cNvPr>
            <p:cNvSpPr/>
            <p:nvPr/>
          </p:nvSpPr>
          <p:spPr>
            <a:xfrm>
              <a:off x="89763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3" name="Via 8">
              <a:extLst>
                <a:ext uri="{FF2B5EF4-FFF2-40B4-BE49-F238E27FC236}">
                  <a16:creationId xmlns:a16="http://schemas.microsoft.com/office/drawing/2014/main" id="{577674CD-84CC-02DB-A1BF-52F1A0A9CDE6}"/>
                </a:ext>
              </a:extLst>
            </p:cNvPr>
            <p:cNvSpPr/>
            <p:nvPr/>
          </p:nvSpPr>
          <p:spPr>
            <a:xfrm>
              <a:off x="93192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4" name="Via 9">
              <a:extLst>
                <a:ext uri="{FF2B5EF4-FFF2-40B4-BE49-F238E27FC236}">
                  <a16:creationId xmlns:a16="http://schemas.microsoft.com/office/drawing/2014/main" id="{30DD82DE-C959-8349-3408-4F5D821EE98E}"/>
                </a:ext>
              </a:extLst>
            </p:cNvPr>
            <p:cNvSpPr/>
            <p:nvPr/>
          </p:nvSpPr>
          <p:spPr>
            <a:xfrm>
              <a:off x="96621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5" name="Via 10">
              <a:extLst>
                <a:ext uri="{FF2B5EF4-FFF2-40B4-BE49-F238E27FC236}">
                  <a16:creationId xmlns:a16="http://schemas.microsoft.com/office/drawing/2014/main" id="{E1F0D5F5-8C95-B41F-B42A-D31BBEB37459}"/>
                </a:ext>
              </a:extLst>
            </p:cNvPr>
            <p:cNvSpPr/>
            <p:nvPr/>
          </p:nvSpPr>
          <p:spPr>
            <a:xfrm>
              <a:off x="100050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6" name="Via 11">
              <a:extLst>
                <a:ext uri="{FF2B5EF4-FFF2-40B4-BE49-F238E27FC236}">
                  <a16:creationId xmlns:a16="http://schemas.microsoft.com/office/drawing/2014/main" id="{7E01DB5E-DA2A-A069-6F09-7EF8D987BF39}"/>
                </a:ext>
              </a:extLst>
            </p:cNvPr>
            <p:cNvSpPr/>
            <p:nvPr/>
          </p:nvSpPr>
          <p:spPr>
            <a:xfrm>
              <a:off x="103479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7" name="Via 12">
              <a:extLst>
                <a:ext uri="{FF2B5EF4-FFF2-40B4-BE49-F238E27FC236}">
                  <a16:creationId xmlns:a16="http://schemas.microsoft.com/office/drawing/2014/main" id="{91EEC970-BA81-2ACE-7BD8-22D7A1B7CBB8}"/>
                </a:ext>
              </a:extLst>
            </p:cNvPr>
            <p:cNvSpPr/>
            <p:nvPr/>
          </p:nvSpPr>
          <p:spPr>
            <a:xfrm>
              <a:off x="7223760" y="12611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8" name="Via 13">
              <a:extLst>
                <a:ext uri="{FF2B5EF4-FFF2-40B4-BE49-F238E27FC236}">
                  <a16:creationId xmlns:a16="http://schemas.microsoft.com/office/drawing/2014/main" id="{62972CDB-8C28-A50C-A1BA-10A27AD9F9CB}"/>
                </a:ext>
              </a:extLst>
            </p:cNvPr>
            <p:cNvSpPr/>
            <p:nvPr/>
          </p:nvSpPr>
          <p:spPr>
            <a:xfrm>
              <a:off x="7433310" y="16040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9" name="Via 14">
              <a:extLst>
                <a:ext uri="{FF2B5EF4-FFF2-40B4-BE49-F238E27FC236}">
                  <a16:creationId xmlns:a16="http://schemas.microsoft.com/office/drawing/2014/main" id="{96A4A000-064D-85EF-B913-0CAA0E5C59B9}"/>
                </a:ext>
              </a:extLst>
            </p:cNvPr>
            <p:cNvSpPr/>
            <p:nvPr/>
          </p:nvSpPr>
          <p:spPr>
            <a:xfrm>
              <a:off x="7223760" y="1946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0" name="Via 15">
              <a:extLst>
                <a:ext uri="{FF2B5EF4-FFF2-40B4-BE49-F238E27FC236}">
                  <a16:creationId xmlns:a16="http://schemas.microsoft.com/office/drawing/2014/main" id="{8C621758-3284-B536-967E-FAB04572E093}"/>
                </a:ext>
              </a:extLst>
            </p:cNvPr>
            <p:cNvSpPr/>
            <p:nvPr/>
          </p:nvSpPr>
          <p:spPr>
            <a:xfrm>
              <a:off x="7433310" y="22898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1" name="Via 16">
              <a:extLst>
                <a:ext uri="{FF2B5EF4-FFF2-40B4-BE49-F238E27FC236}">
                  <a16:creationId xmlns:a16="http://schemas.microsoft.com/office/drawing/2014/main" id="{7E1646E6-8311-4EDA-8270-84245C248A17}"/>
                </a:ext>
              </a:extLst>
            </p:cNvPr>
            <p:cNvSpPr/>
            <p:nvPr/>
          </p:nvSpPr>
          <p:spPr>
            <a:xfrm>
              <a:off x="7223760" y="26327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2" name="Via 17">
              <a:extLst>
                <a:ext uri="{FF2B5EF4-FFF2-40B4-BE49-F238E27FC236}">
                  <a16:creationId xmlns:a16="http://schemas.microsoft.com/office/drawing/2014/main" id="{81569221-80CE-7713-A95D-D776851B2DF5}"/>
                </a:ext>
              </a:extLst>
            </p:cNvPr>
            <p:cNvSpPr/>
            <p:nvPr/>
          </p:nvSpPr>
          <p:spPr>
            <a:xfrm>
              <a:off x="7433310" y="29756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3" name="Via 18">
              <a:extLst>
                <a:ext uri="{FF2B5EF4-FFF2-40B4-BE49-F238E27FC236}">
                  <a16:creationId xmlns:a16="http://schemas.microsoft.com/office/drawing/2014/main" id="{3329193C-B49D-BEAA-2F17-4764DE24221E}"/>
                </a:ext>
              </a:extLst>
            </p:cNvPr>
            <p:cNvSpPr/>
            <p:nvPr/>
          </p:nvSpPr>
          <p:spPr>
            <a:xfrm>
              <a:off x="7223760" y="33185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4" name="Via 19">
              <a:extLst>
                <a:ext uri="{FF2B5EF4-FFF2-40B4-BE49-F238E27FC236}">
                  <a16:creationId xmlns:a16="http://schemas.microsoft.com/office/drawing/2014/main" id="{DEBC3B99-1D24-8D18-997C-C14287589100}"/>
                </a:ext>
              </a:extLst>
            </p:cNvPr>
            <p:cNvSpPr/>
            <p:nvPr/>
          </p:nvSpPr>
          <p:spPr>
            <a:xfrm>
              <a:off x="7433310" y="36614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5" name="Pin L1">
              <a:extLst>
                <a:ext uri="{FF2B5EF4-FFF2-40B4-BE49-F238E27FC236}">
                  <a16:creationId xmlns:a16="http://schemas.microsoft.com/office/drawing/2014/main" id="{85DBBAD6-2A19-4215-092C-87DC8694FD52}"/>
                </a:ext>
              </a:extLst>
            </p:cNvPr>
            <p:cNvSpPr/>
            <p:nvPr/>
          </p:nvSpPr>
          <p:spPr>
            <a:xfrm>
              <a:off x="7724775" y="12611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6" name="Pin R1">
              <a:extLst>
                <a:ext uri="{FF2B5EF4-FFF2-40B4-BE49-F238E27FC236}">
                  <a16:creationId xmlns:a16="http://schemas.microsoft.com/office/drawing/2014/main" id="{6266C3F7-9515-7AC3-679D-03A6E310720F}"/>
                </a:ext>
              </a:extLst>
            </p:cNvPr>
            <p:cNvSpPr/>
            <p:nvPr/>
          </p:nvSpPr>
          <p:spPr>
            <a:xfrm>
              <a:off x="11068050" y="12611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7" name="Pin T1">
              <a:extLst>
                <a:ext uri="{FF2B5EF4-FFF2-40B4-BE49-F238E27FC236}">
                  <a16:creationId xmlns:a16="http://schemas.microsoft.com/office/drawing/2014/main" id="{7533D578-8EA8-9445-C50C-7132B640AAE4}"/>
                </a:ext>
              </a:extLst>
            </p:cNvPr>
            <p:cNvSpPr/>
            <p:nvPr/>
          </p:nvSpPr>
          <p:spPr>
            <a:xfrm>
              <a:off x="82905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8" name="Pin B1">
              <a:extLst>
                <a:ext uri="{FF2B5EF4-FFF2-40B4-BE49-F238E27FC236}">
                  <a16:creationId xmlns:a16="http://schemas.microsoft.com/office/drawing/2014/main" id="{FC353D85-5228-BAEC-F311-8AA48D13924A}"/>
                </a:ext>
              </a:extLst>
            </p:cNvPr>
            <p:cNvSpPr/>
            <p:nvPr/>
          </p:nvSpPr>
          <p:spPr>
            <a:xfrm>
              <a:off x="82905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9" name="Pin L2">
              <a:extLst>
                <a:ext uri="{FF2B5EF4-FFF2-40B4-BE49-F238E27FC236}">
                  <a16:creationId xmlns:a16="http://schemas.microsoft.com/office/drawing/2014/main" id="{865FF803-05D8-9ABD-C35C-2A0273ACAEA7}"/>
                </a:ext>
              </a:extLst>
            </p:cNvPr>
            <p:cNvSpPr/>
            <p:nvPr/>
          </p:nvSpPr>
          <p:spPr>
            <a:xfrm>
              <a:off x="7724775" y="16040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0" name="Pin R2">
              <a:extLst>
                <a:ext uri="{FF2B5EF4-FFF2-40B4-BE49-F238E27FC236}">
                  <a16:creationId xmlns:a16="http://schemas.microsoft.com/office/drawing/2014/main" id="{F00EF338-B3FD-7F63-4FDB-4DE8D0807E47}"/>
                </a:ext>
              </a:extLst>
            </p:cNvPr>
            <p:cNvSpPr/>
            <p:nvPr/>
          </p:nvSpPr>
          <p:spPr>
            <a:xfrm>
              <a:off x="11068050" y="16040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1" name="Pin T2">
              <a:extLst>
                <a:ext uri="{FF2B5EF4-FFF2-40B4-BE49-F238E27FC236}">
                  <a16:creationId xmlns:a16="http://schemas.microsoft.com/office/drawing/2014/main" id="{12E9158E-3B88-6008-E101-566E11178714}"/>
                </a:ext>
              </a:extLst>
            </p:cNvPr>
            <p:cNvSpPr/>
            <p:nvPr/>
          </p:nvSpPr>
          <p:spPr>
            <a:xfrm>
              <a:off x="86334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2" name="Pin B2">
              <a:extLst>
                <a:ext uri="{FF2B5EF4-FFF2-40B4-BE49-F238E27FC236}">
                  <a16:creationId xmlns:a16="http://schemas.microsoft.com/office/drawing/2014/main" id="{15D0572A-4E1D-6FC2-3467-4D3C596BE8BD}"/>
                </a:ext>
              </a:extLst>
            </p:cNvPr>
            <p:cNvSpPr/>
            <p:nvPr/>
          </p:nvSpPr>
          <p:spPr>
            <a:xfrm>
              <a:off x="86334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3" name="Pin L3">
              <a:extLst>
                <a:ext uri="{FF2B5EF4-FFF2-40B4-BE49-F238E27FC236}">
                  <a16:creationId xmlns:a16="http://schemas.microsoft.com/office/drawing/2014/main" id="{923A3F8B-D5CC-3CBC-3C1A-DA61AC10BB4C}"/>
                </a:ext>
              </a:extLst>
            </p:cNvPr>
            <p:cNvSpPr/>
            <p:nvPr/>
          </p:nvSpPr>
          <p:spPr>
            <a:xfrm>
              <a:off x="7724775" y="19469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4" name="Pin R3">
              <a:extLst>
                <a:ext uri="{FF2B5EF4-FFF2-40B4-BE49-F238E27FC236}">
                  <a16:creationId xmlns:a16="http://schemas.microsoft.com/office/drawing/2014/main" id="{C59FF202-AE5F-09FE-A1C6-BF7C497109AD}"/>
                </a:ext>
              </a:extLst>
            </p:cNvPr>
            <p:cNvSpPr/>
            <p:nvPr/>
          </p:nvSpPr>
          <p:spPr>
            <a:xfrm>
              <a:off x="11068050" y="19469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5" name="Pin T3">
              <a:extLst>
                <a:ext uri="{FF2B5EF4-FFF2-40B4-BE49-F238E27FC236}">
                  <a16:creationId xmlns:a16="http://schemas.microsoft.com/office/drawing/2014/main" id="{C222203B-60E4-B333-0753-07DBC3A59A60}"/>
                </a:ext>
              </a:extLst>
            </p:cNvPr>
            <p:cNvSpPr/>
            <p:nvPr/>
          </p:nvSpPr>
          <p:spPr>
            <a:xfrm>
              <a:off x="89763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6" name="Pin B3">
              <a:extLst>
                <a:ext uri="{FF2B5EF4-FFF2-40B4-BE49-F238E27FC236}">
                  <a16:creationId xmlns:a16="http://schemas.microsoft.com/office/drawing/2014/main" id="{0B8052F2-C1A2-3672-CD84-56FB4B17CDB1}"/>
                </a:ext>
              </a:extLst>
            </p:cNvPr>
            <p:cNvSpPr/>
            <p:nvPr/>
          </p:nvSpPr>
          <p:spPr>
            <a:xfrm>
              <a:off x="89763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7" name="Pin L4">
              <a:extLst>
                <a:ext uri="{FF2B5EF4-FFF2-40B4-BE49-F238E27FC236}">
                  <a16:creationId xmlns:a16="http://schemas.microsoft.com/office/drawing/2014/main" id="{6D29BB1F-B8B4-C635-93A7-F98749AC9528}"/>
                </a:ext>
              </a:extLst>
            </p:cNvPr>
            <p:cNvSpPr/>
            <p:nvPr/>
          </p:nvSpPr>
          <p:spPr>
            <a:xfrm>
              <a:off x="7724775" y="22898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8" name="Pin R4">
              <a:extLst>
                <a:ext uri="{FF2B5EF4-FFF2-40B4-BE49-F238E27FC236}">
                  <a16:creationId xmlns:a16="http://schemas.microsoft.com/office/drawing/2014/main" id="{4B6DED93-32A2-010E-122E-96C06B9EECBC}"/>
                </a:ext>
              </a:extLst>
            </p:cNvPr>
            <p:cNvSpPr/>
            <p:nvPr/>
          </p:nvSpPr>
          <p:spPr>
            <a:xfrm>
              <a:off x="11068050" y="22898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9" name="Pin T4">
              <a:extLst>
                <a:ext uri="{FF2B5EF4-FFF2-40B4-BE49-F238E27FC236}">
                  <a16:creationId xmlns:a16="http://schemas.microsoft.com/office/drawing/2014/main" id="{8A9EB06C-FC06-56B1-FFCB-AEBD7DB46A88}"/>
                </a:ext>
              </a:extLst>
            </p:cNvPr>
            <p:cNvSpPr/>
            <p:nvPr/>
          </p:nvSpPr>
          <p:spPr>
            <a:xfrm>
              <a:off x="93192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0" name="Pin B4">
              <a:extLst>
                <a:ext uri="{FF2B5EF4-FFF2-40B4-BE49-F238E27FC236}">
                  <a16:creationId xmlns:a16="http://schemas.microsoft.com/office/drawing/2014/main" id="{1D6E873D-C47D-5E46-0B14-1AC821C3EEE2}"/>
                </a:ext>
              </a:extLst>
            </p:cNvPr>
            <p:cNvSpPr/>
            <p:nvPr/>
          </p:nvSpPr>
          <p:spPr>
            <a:xfrm>
              <a:off x="93192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1" name="Pin L5">
              <a:extLst>
                <a:ext uri="{FF2B5EF4-FFF2-40B4-BE49-F238E27FC236}">
                  <a16:creationId xmlns:a16="http://schemas.microsoft.com/office/drawing/2014/main" id="{A379C5F0-9F2C-7145-C664-5095190FF426}"/>
                </a:ext>
              </a:extLst>
            </p:cNvPr>
            <p:cNvSpPr/>
            <p:nvPr/>
          </p:nvSpPr>
          <p:spPr>
            <a:xfrm>
              <a:off x="7724775" y="26327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2" name="Pin R5">
              <a:extLst>
                <a:ext uri="{FF2B5EF4-FFF2-40B4-BE49-F238E27FC236}">
                  <a16:creationId xmlns:a16="http://schemas.microsoft.com/office/drawing/2014/main" id="{D693141C-63A5-D1C7-84A7-FBDD05619909}"/>
                </a:ext>
              </a:extLst>
            </p:cNvPr>
            <p:cNvSpPr/>
            <p:nvPr/>
          </p:nvSpPr>
          <p:spPr>
            <a:xfrm>
              <a:off x="11068050" y="26327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3" name="Pin T5">
              <a:extLst>
                <a:ext uri="{FF2B5EF4-FFF2-40B4-BE49-F238E27FC236}">
                  <a16:creationId xmlns:a16="http://schemas.microsoft.com/office/drawing/2014/main" id="{F2740E41-0D69-2248-B931-42AC24529BFC}"/>
                </a:ext>
              </a:extLst>
            </p:cNvPr>
            <p:cNvSpPr/>
            <p:nvPr/>
          </p:nvSpPr>
          <p:spPr>
            <a:xfrm>
              <a:off x="96621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4" name="Pin B5">
              <a:extLst>
                <a:ext uri="{FF2B5EF4-FFF2-40B4-BE49-F238E27FC236}">
                  <a16:creationId xmlns:a16="http://schemas.microsoft.com/office/drawing/2014/main" id="{08146AA6-5D51-7926-F52E-59E11B722379}"/>
                </a:ext>
              </a:extLst>
            </p:cNvPr>
            <p:cNvSpPr/>
            <p:nvPr/>
          </p:nvSpPr>
          <p:spPr>
            <a:xfrm>
              <a:off x="96621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5" name="Pin L6">
              <a:extLst>
                <a:ext uri="{FF2B5EF4-FFF2-40B4-BE49-F238E27FC236}">
                  <a16:creationId xmlns:a16="http://schemas.microsoft.com/office/drawing/2014/main" id="{17EFB4A7-76E8-C643-E1A3-8451FCEBB969}"/>
                </a:ext>
              </a:extLst>
            </p:cNvPr>
            <p:cNvSpPr/>
            <p:nvPr/>
          </p:nvSpPr>
          <p:spPr>
            <a:xfrm>
              <a:off x="7724775" y="29756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6" name="Pin R6">
              <a:extLst>
                <a:ext uri="{FF2B5EF4-FFF2-40B4-BE49-F238E27FC236}">
                  <a16:creationId xmlns:a16="http://schemas.microsoft.com/office/drawing/2014/main" id="{45748584-83C6-85C4-DA76-F998D393A9B7}"/>
                </a:ext>
              </a:extLst>
            </p:cNvPr>
            <p:cNvSpPr/>
            <p:nvPr/>
          </p:nvSpPr>
          <p:spPr>
            <a:xfrm>
              <a:off x="11068050" y="29756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7" name="Pin T6">
              <a:extLst>
                <a:ext uri="{FF2B5EF4-FFF2-40B4-BE49-F238E27FC236}">
                  <a16:creationId xmlns:a16="http://schemas.microsoft.com/office/drawing/2014/main" id="{53B40485-8B5A-0CB6-26AE-4F5D6FB45994}"/>
                </a:ext>
              </a:extLst>
            </p:cNvPr>
            <p:cNvSpPr/>
            <p:nvPr/>
          </p:nvSpPr>
          <p:spPr>
            <a:xfrm>
              <a:off x="100050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8" name="Pin B6">
              <a:extLst>
                <a:ext uri="{FF2B5EF4-FFF2-40B4-BE49-F238E27FC236}">
                  <a16:creationId xmlns:a16="http://schemas.microsoft.com/office/drawing/2014/main" id="{855B944B-3723-A375-6B77-843B818EBF35}"/>
                </a:ext>
              </a:extLst>
            </p:cNvPr>
            <p:cNvSpPr/>
            <p:nvPr/>
          </p:nvSpPr>
          <p:spPr>
            <a:xfrm>
              <a:off x="100050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9" name="Pin L7">
              <a:extLst>
                <a:ext uri="{FF2B5EF4-FFF2-40B4-BE49-F238E27FC236}">
                  <a16:creationId xmlns:a16="http://schemas.microsoft.com/office/drawing/2014/main" id="{5C27E278-5D33-B944-F72E-96142440480E}"/>
                </a:ext>
              </a:extLst>
            </p:cNvPr>
            <p:cNvSpPr/>
            <p:nvPr/>
          </p:nvSpPr>
          <p:spPr>
            <a:xfrm>
              <a:off x="7724775" y="33185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0" name="Pin R7">
              <a:extLst>
                <a:ext uri="{FF2B5EF4-FFF2-40B4-BE49-F238E27FC236}">
                  <a16:creationId xmlns:a16="http://schemas.microsoft.com/office/drawing/2014/main" id="{D7F51936-D341-F3B4-E22E-E3A6E1B89410}"/>
                </a:ext>
              </a:extLst>
            </p:cNvPr>
            <p:cNvSpPr/>
            <p:nvPr/>
          </p:nvSpPr>
          <p:spPr>
            <a:xfrm>
              <a:off x="11068050" y="33185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1" name="Pin T7">
              <a:extLst>
                <a:ext uri="{FF2B5EF4-FFF2-40B4-BE49-F238E27FC236}">
                  <a16:creationId xmlns:a16="http://schemas.microsoft.com/office/drawing/2014/main" id="{0B729B80-7B97-6B9C-BE9F-1807839E1479}"/>
                </a:ext>
              </a:extLst>
            </p:cNvPr>
            <p:cNvSpPr/>
            <p:nvPr/>
          </p:nvSpPr>
          <p:spPr>
            <a:xfrm>
              <a:off x="103479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2" name="Pin B7">
              <a:extLst>
                <a:ext uri="{FF2B5EF4-FFF2-40B4-BE49-F238E27FC236}">
                  <a16:creationId xmlns:a16="http://schemas.microsoft.com/office/drawing/2014/main" id="{E69AC88D-E877-BBAD-4227-08ACA726212F}"/>
                </a:ext>
              </a:extLst>
            </p:cNvPr>
            <p:cNvSpPr/>
            <p:nvPr/>
          </p:nvSpPr>
          <p:spPr>
            <a:xfrm>
              <a:off x="103479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3" name="Pin L8">
              <a:extLst>
                <a:ext uri="{FF2B5EF4-FFF2-40B4-BE49-F238E27FC236}">
                  <a16:creationId xmlns:a16="http://schemas.microsoft.com/office/drawing/2014/main" id="{CF600EDB-DF47-2694-E26A-1C9B9CF59DA9}"/>
                </a:ext>
              </a:extLst>
            </p:cNvPr>
            <p:cNvSpPr/>
            <p:nvPr/>
          </p:nvSpPr>
          <p:spPr>
            <a:xfrm>
              <a:off x="7724775" y="36614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4" name="Pin R8">
              <a:extLst>
                <a:ext uri="{FF2B5EF4-FFF2-40B4-BE49-F238E27FC236}">
                  <a16:creationId xmlns:a16="http://schemas.microsoft.com/office/drawing/2014/main" id="{9E5B4E25-C971-30DC-6BCC-9909A6A7DCEA}"/>
                </a:ext>
              </a:extLst>
            </p:cNvPr>
            <p:cNvSpPr/>
            <p:nvPr/>
          </p:nvSpPr>
          <p:spPr>
            <a:xfrm>
              <a:off x="11068050" y="36614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5" name="Pin T8">
              <a:extLst>
                <a:ext uri="{FF2B5EF4-FFF2-40B4-BE49-F238E27FC236}">
                  <a16:creationId xmlns:a16="http://schemas.microsoft.com/office/drawing/2014/main" id="{BC87F6ED-EA63-68B1-3AE8-B66C5E46C706}"/>
                </a:ext>
              </a:extLst>
            </p:cNvPr>
            <p:cNvSpPr/>
            <p:nvPr/>
          </p:nvSpPr>
          <p:spPr>
            <a:xfrm>
              <a:off x="106908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6" name="Pin B8">
              <a:extLst>
                <a:ext uri="{FF2B5EF4-FFF2-40B4-BE49-F238E27FC236}">
                  <a16:creationId xmlns:a16="http://schemas.microsoft.com/office/drawing/2014/main" id="{093DE1F5-5E9A-9C35-EC63-1AE2F23E19F1}"/>
                </a:ext>
              </a:extLst>
            </p:cNvPr>
            <p:cNvSpPr/>
            <p:nvPr/>
          </p:nvSpPr>
          <p:spPr>
            <a:xfrm>
              <a:off x="106908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7" name="Chip package">
              <a:extLst>
                <a:ext uri="{FF2B5EF4-FFF2-40B4-BE49-F238E27FC236}">
                  <a16:creationId xmlns:a16="http://schemas.microsoft.com/office/drawing/2014/main" id="{328C42C6-4EE7-8188-5FEA-B7FA6A54C328}"/>
                </a:ext>
              </a:extLst>
            </p:cNvPr>
            <p:cNvSpPr/>
            <p:nvPr/>
          </p:nvSpPr>
          <p:spPr>
            <a:xfrm>
              <a:off x="7981950" y="952500"/>
              <a:ext cx="3086100" cy="30861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4000"/>
              </a:schemeClr>
            </a:solidFill>
            <a:ln w="19050">
              <a:solidFill>
                <a:schemeClr val="accent1">
                  <a:alpha val="7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8" name="Pin-1 marker">
              <a:extLst>
                <a:ext uri="{FF2B5EF4-FFF2-40B4-BE49-F238E27FC236}">
                  <a16:creationId xmlns:a16="http://schemas.microsoft.com/office/drawing/2014/main" id="{6E15F799-5AE0-DD66-6AC8-1AB3DEE63651}"/>
                </a:ext>
              </a:extLst>
            </p:cNvPr>
            <p:cNvSpPr/>
            <p:nvPr/>
          </p:nvSpPr>
          <p:spPr>
            <a:xfrm>
              <a:off x="8144828" y="1115378"/>
              <a:ext cx="85725" cy="85725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9" name="Chip die">
              <a:extLst>
                <a:ext uri="{FF2B5EF4-FFF2-40B4-BE49-F238E27FC236}">
                  <a16:creationId xmlns:a16="http://schemas.microsoft.com/office/drawing/2014/main" id="{41A90E62-6569-ED6A-3D87-1A99649AC72A}"/>
                </a:ext>
              </a:extLst>
            </p:cNvPr>
            <p:cNvSpPr/>
            <p:nvPr/>
          </p:nvSpPr>
          <p:spPr>
            <a:xfrm>
              <a:off x="8410575" y="1381125"/>
              <a:ext cx="2228850" cy="2228850"/>
            </a:xfrm>
            <a:prstGeom prst="roundRect">
              <a:avLst>
                <a:gd name="adj" fmla="val 3077"/>
              </a:avLst>
            </a:prstGeom>
            <a:solidFill>
              <a:schemeClr val="accent1">
                <a:alpha val="7000"/>
              </a:schemeClr>
            </a:solidFill>
            <a:ln w="13970">
              <a:solidFill>
                <a:schemeClr val="accent1">
                  <a:alpha val="9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0" name="Core 0">
              <a:extLst>
                <a:ext uri="{FF2B5EF4-FFF2-40B4-BE49-F238E27FC236}">
                  <a16:creationId xmlns:a16="http://schemas.microsoft.com/office/drawing/2014/main" id="{B73B6DD1-0756-6235-A6E7-8432BCFBC0DC}"/>
                </a:ext>
              </a:extLst>
            </p:cNvPr>
            <p:cNvSpPr/>
            <p:nvPr/>
          </p:nvSpPr>
          <p:spPr>
            <a:xfrm>
              <a:off x="8530590" y="150114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1" name="Core 0 label">
              <a:extLst>
                <a:ext uri="{FF2B5EF4-FFF2-40B4-BE49-F238E27FC236}">
                  <a16:creationId xmlns:a16="http://schemas.microsoft.com/office/drawing/2014/main" id="{763F316D-3070-B5B8-81A1-6CC99A18803E}"/>
                </a:ext>
              </a:extLst>
            </p:cNvPr>
            <p:cNvSpPr txBox="1"/>
            <p:nvPr/>
          </p:nvSpPr>
          <p:spPr>
            <a:xfrm>
              <a:off x="8616315" y="155257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0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2" name="Core 0 L1">
              <a:extLst>
                <a:ext uri="{FF2B5EF4-FFF2-40B4-BE49-F238E27FC236}">
                  <a16:creationId xmlns:a16="http://schemas.microsoft.com/office/drawing/2014/main" id="{D3C260BE-7048-6ECB-84E0-6245D0BC1D71}"/>
                </a:ext>
              </a:extLst>
            </p:cNvPr>
            <p:cNvSpPr/>
            <p:nvPr/>
          </p:nvSpPr>
          <p:spPr>
            <a:xfrm>
              <a:off x="8616315" y="175831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3" name="Core 0 L1 label">
              <a:extLst>
                <a:ext uri="{FF2B5EF4-FFF2-40B4-BE49-F238E27FC236}">
                  <a16:creationId xmlns:a16="http://schemas.microsoft.com/office/drawing/2014/main" id="{F3555475-5F5D-A326-532A-670D5044359A}"/>
                </a:ext>
              </a:extLst>
            </p:cNvPr>
            <p:cNvSpPr txBox="1"/>
            <p:nvPr/>
          </p:nvSpPr>
          <p:spPr>
            <a:xfrm>
              <a:off x="8616315" y="175831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4" name="Core 0 stage 1">
              <a:extLst>
                <a:ext uri="{FF2B5EF4-FFF2-40B4-BE49-F238E27FC236}">
                  <a16:creationId xmlns:a16="http://schemas.microsoft.com/office/drawing/2014/main" id="{1970AEC4-7C3B-0167-A237-3305B01781A6}"/>
                </a:ext>
              </a:extLst>
            </p:cNvPr>
            <p:cNvSpPr/>
            <p:nvPr/>
          </p:nvSpPr>
          <p:spPr>
            <a:xfrm>
              <a:off x="8993505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5" name="Core 0 stage 2">
              <a:extLst>
                <a:ext uri="{FF2B5EF4-FFF2-40B4-BE49-F238E27FC236}">
                  <a16:creationId xmlns:a16="http://schemas.microsoft.com/office/drawing/2014/main" id="{DCCFC7B7-4C10-7011-6D8E-54B2E366069B}"/>
                </a:ext>
              </a:extLst>
            </p:cNvPr>
            <p:cNvSpPr/>
            <p:nvPr/>
          </p:nvSpPr>
          <p:spPr>
            <a:xfrm>
              <a:off x="9104948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6" name="Core 0 stage 3">
              <a:extLst>
                <a:ext uri="{FF2B5EF4-FFF2-40B4-BE49-F238E27FC236}">
                  <a16:creationId xmlns:a16="http://schemas.microsoft.com/office/drawing/2014/main" id="{54105A56-4B0C-109E-261A-3CA7A969A528}"/>
                </a:ext>
              </a:extLst>
            </p:cNvPr>
            <p:cNvSpPr/>
            <p:nvPr/>
          </p:nvSpPr>
          <p:spPr>
            <a:xfrm>
              <a:off x="9216390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7" name="Core 0 stage 4">
              <a:extLst>
                <a:ext uri="{FF2B5EF4-FFF2-40B4-BE49-F238E27FC236}">
                  <a16:creationId xmlns:a16="http://schemas.microsoft.com/office/drawing/2014/main" id="{605339F3-12E2-1BD9-3D04-1D39A1C54D62}"/>
                </a:ext>
              </a:extLst>
            </p:cNvPr>
            <p:cNvSpPr/>
            <p:nvPr/>
          </p:nvSpPr>
          <p:spPr>
            <a:xfrm>
              <a:off x="9327833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8" name="Core 1">
              <a:extLst>
                <a:ext uri="{FF2B5EF4-FFF2-40B4-BE49-F238E27FC236}">
                  <a16:creationId xmlns:a16="http://schemas.microsoft.com/office/drawing/2014/main" id="{A725EB77-3FEC-B10C-C7E8-528F34196AE1}"/>
                </a:ext>
              </a:extLst>
            </p:cNvPr>
            <p:cNvSpPr/>
            <p:nvPr/>
          </p:nvSpPr>
          <p:spPr>
            <a:xfrm>
              <a:off x="9576435" y="150114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9" name="Core 1 label">
              <a:extLst>
                <a:ext uri="{FF2B5EF4-FFF2-40B4-BE49-F238E27FC236}">
                  <a16:creationId xmlns:a16="http://schemas.microsoft.com/office/drawing/2014/main" id="{5692EFEA-3DF4-68CF-9990-275B3CE34D84}"/>
                </a:ext>
              </a:extLst>
            </p:cNvPr>
            <p:cNvSpPr txBox="1"/>
            <p:nvPr/>
          </p:nvSpPr>
          <p:spPr>
            <a:xfrm>
              <a:off x="9662160" y="155257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0" name="Core 1 L1">
              <a:extLst>
                <a:ext uri="{FF2B5EF4-FFF2-40B4-BE49-F238E27FC236}">
                  <a16:creationId xmlns:a16="http://schemas.microsoft.com/office/drawing/2014/main" id="{A10BE4C4-333A-3B8F-B6BE-AB615584E35E}"/>
                </a:ext>
              </a:extLst>
            </p:cNvPr>
            <p:cNvSpPr/>
            <p:nvPr/>
          </p:nvSpPr>
          <p:spPr>
            <a:xfrm>
              <a:off x="9662160" y="175831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1" name="Core 1 L1 label">
              <a:extLst>
                <a:ext uri="{FF2B5EF4-FFF2-40B4-BE49-F238E27FC236}">
                  <a16:creationId xmlns:a16="http://schemas.microsoft.com/office/drawing/2014/main" id="{BAB343F7-9CE2-E6BC-8A85-5EF9D1DD2009}"/>
                </a:ext>
              </a:extLst>
            </p:cNvPr>
            <p:cNvSpPr txBox="1"/>
            <p:nvPr/>
          </p:nvSpPr>
          <p:spPr>
            <a:xfrm>
              <a:off x="9662160" y="175831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2" name="Core 1 stage 1">
              <a:extLst>
                <a:ext uri="{FF2B5EF4-FFF2-40B4-BE49-F238E27FC236}">
                  <a16:creationId xmlns:a16="http://schemas.microsoft.com/office/drawing/2014/main" id="{5E314462-9B7F-507C-E99B-F5B0D5633C83}"/>
                </a:ext>
              </a:extLst>
            </p:cNvPr>
            <p:cNvSpPr/>
            <p:nvPr/>
          </p:nvSpPr>
          <p:spPr>
            <a:xfrm>
              <a:off x="10039350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3" name="Core 1 stage 2">
              <a:extLst>
                <a:ext uri="{FF2B5EF4-FFF2-40B4-BE49-F238E27FC236}">
                  <a16:creationId xmlns:a16="http://schemas.microsoft.com/office/drawing/2014/main" id="{67CE3055-D314-78E0-AA11-B8F30A0D9109}"/>
                </a:ext>
              </a:extLst>
            </p:cNvPr>
            <p:cNvSpPr/>
            <p:nvPr/>
          </p:nvSpPr>
          <p:spPr>
            <a:xfrm>
              <a:off x="10150793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4" name="Core 1 stage 3">
              <a:extLst>
                <a:ext uri="{FF2B5EF4-FFF2-40B4-BE49-F238E27FC236}">
                  <a16:creationId xmlns:a16="http://schemas.microsoft.com/office/drawing/2014/main" id="{6C984E62-96B1-FECA-16C2-CD96E4D07904}"/>
                </a:ext>
              </a:extLst>
            </p:cNvPr>
            <p:cNvSpPr/>
            <p:nvPr/>
          </p:nvSpPr>
          <p:spPr>
            <a:xfrm>
              <a:off x="10262235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5" name="Core 1 stage 4">
              <a:extLst>
                <a:ext uri="{FF2B5EF4-FFF2-40B4-BE49-F238E27FC236}">
                  <a16:creationId xmlns:a16="http://schemas.microsoft.com/office/drawing/2014/main" id="{70CD6DC2-8B3A-2D76-487D-B97E5C1DDC8F}"/>
                </a:ext>
              </a:extLst>
            </p:cNvPr>
            <p:cNvSpPr/>
            <p:nvPr/>
          </p:nvSpPr>
          <p:spPr>
            <a:xfrm>
              <a:off x="10373678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6" name="Core 2">
              <a:extLst>
                <a:ext uri="{FF2B5EF4-FFF2-40B4-BE49-F238E27FC236}">
                  <a16:creationId xmlns:a16="http://schemas.microsoft.com/office/drawing/2014/main" id="{D32C0B4B-5532-7E02-924F-1435D29D10BF}"/>
                </a:ext>
              </a:extLst>
            </p:cNvPr>
            <p:cNvSpPr/>
            <p:nvPr/>
          </p:nvSpPr>
          <p:spPr>
            <a:xfrm>
              <a:off x="8530590" y="280416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7" name="Core 2 label">
              <a:extLst>
                <a:ext uri="{FF2B5EF4-FFF2-40B4-BE49-F238E27FC236}">
                  <a16:creationId xmlns:a16="http://schemas.microsoft.com/office/drawing/2014/main" id="{8B4FE89E-0376-4C9A-DCAC-84665C5FF387}"/>
                </a:ext>
              </a:extLst>
            </p:cNvPr>
            <p:cNvSpPr txBox="1"/>
            <p:nvPr/>
          </p:nvSpPr>
          <p:spPr>
            <a:xfrm>
              <a:off x="8616315" y="285559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2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8" name="Core 2 L1">
              <a:extLst>
                <a:ext uri="{FF2B5EF4-FFF2-40B4-BE49-F238E27FC236}">
                  <a16:creationId xmlns:a16="http://schemas.microsoft.com/office/drawing/2014/main" id="{36D3081F-9762-B0D7-8588-B13CC4A3144D}"/>
                </a:ext>
              </a:extLst>
            </p:cNvPr>
            <p:cNvSpPr/>
            <p:nvPr/>
          </p:nvSpPr>
          <p:spPr>
            <a:xfrm>
              <a:off x="8616315" y="306133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9" name="Core 2 L1 label">
              <a:extLst>
                <a:ext uri="{FF2B5EF4-FFF2-40B4-BE49-F238E27FC236}">
                  <a16:creationId xmlns:a16="http://schemas.microsoft.com/office/drawing/2014/main" id="{F20842C8-7819-4C4F-1E0C-EE758EBF76C4}"/>
                </a:ext>
              </a:extLst>
            </p:cNvPr>
            <p:cNvSpPr txBox="1"/>
            <p:nvPr/>
          </p:nvSpPr>
          <p:spPr>
            <a:xfrm>
              <a:off x="8616315" y="306133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0" name="Core 2 stage 1">
              <a:extLst>
                <a:ext uri="{FF2B5EF4-FFF2-40B4-BE49-F238E27FC236}">
                  <a16:creationId xmlns:a16="http://schemas.microsoft.com/office/drawing/2014/main" id="{459EA822-1A78-734C-BC51-DBFA147401D0}"/>
                </a:ext>
              </a:extLst>
            </p:cNvPr>
            <p:cNvSpPr/>
            <p:nvPr/>
          </p:nvSpPr>
          <p:spPr>
            <a:xfrm>
              <a:off x="8993505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1" name="Core 2 stage 2">
              <a:extLst>
                <a:ext uri="{FF2B5EF4-FFF2-40B4-BE49-F238E27FC236}">
                  <a16:creationId xmlns:a16="http://schemas.microsoft.com/office/drawing/2014/main" id="{497E42F3-9B61-D7AB-1DF1-889908E9708B}"/>
                </a:ext>
              </a:extLst>
            </p:cNvPr>
            <p:cNvSpPr/>
            <p:nvPr/>
          </p:nvSpPr>
          <p:spPr>
            <a:xfrm>
              <a:off x="9104948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2" name="Core 2 stage 3">
              <a:extLst>
                <a:ext uri="{FF2B5EF4-FFF2-40B4-BE49-F238E27FC236}">
                  <a16:creationId xmlns:a16="http://schemas.microsoft.com/office/drawing/2014/main" id="{55AEF1BF-C00D-931A-1317-1A73109D1B1C}"/>
                </a:ext>
              </a:extLst>
            </p:cNvPr>
            <p:cNvSpPr/>
            <p:nvPr/>
          </p:nvSpPr>
          <p:spPr>
            <a:xfrm>
              <a:off x="9216390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3" name="Core 2 stage 4">
              <a:extLst>
                <a:ext uri="{FF2B5EF4-FFF2-40B4-BE49-F238E27FC236}">
                  <a16:creationId xmlns:a16="http://schemas.microsoft.com/office/drawing/2014/main" id="{7485157A-329D-8E8D-C007-709404BAAEF3}"/>
                </a:ext>
              </a:extLst>
            </p:cNvPr>
            <p:cNvSpPr/>
            <p:nvPr/>
          </p:nvSpPr>
          <p:spPr>
            <a:xfrm>
              <a:off x="9327833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4" name="Core 3">
              <a:extLst>
                <a:ext uri="{FF2B5EF4-FFF2-40B4-BE49-F238E27FC236}">
                  <a16:creationId xmlns:a16="http://schemas.microsoft.com/office/drawing/2014/main" id="{8D04D938-42CF-1DE0-97A3-980738396D0B}"/>
                </a:ext>
              </a:extLst>
            </p:cNvPr>
            <p:cNvSpPr/>
            <p:nvPr/>
          </p:nvSpPr>
          <p:spPr>
            <a:xfrm>
              <a:off x="9576435" y="280416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5" name="Core 3 label">
              <a:extLst>
                <a:ext uri="{FF2B5EF4-FFF2-40B4-BE49-F238E27FC236}">
                  <a16:creationId xmlns:a16="http://schemas.microsoft.com/office/drawing/2014/main" id="{92BA68B0-0A97-BD6B-C94C-D1A5EEE4C6B6}"/>
                </a:ext>
              </a:extLst>
            </p:cNvPr>
            <p:cNvSpPr txBox="1"/>
            <p:nvPr/>
          </p:nvSpPr>
          <p:spPr>
            <a:xfrm>
              <a:off x="9662160" y="285559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3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6" name="Core 3 L1">
              <a:extLst>
                <a:ext uri="{FF2B5EF4-FFF2-40B4-BE49-F238E27FC236}">
                  <a16:creationId xmlns:a16="http://schemas.microsoft.com/office/drawing/2014/main" id="{FE9DB1A6-0FA4-8C45-5125-22ECCCD3086E}"/>
                </a:ext>
              </a:extLst>
            </p:cNvPr>
            <p:cNvSpPr/>
            <p:nvPr/>
          </p:nvSpPr>
          <p:spPr>
            <a:xfrm>
              <a:off x="9662160" y="306133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7" name="Core 3 L1 label">
              <a:extLst>
                <a:ext uri="{FF2B5EF4-FFF2-40B4-BE49-F238E27FC236}">
                  <a16:creationId xmlns:a16="http://schemas.microsoft.com/office/drawing/2014/main" id="{D2D2D4E2-45CA-C91A-66E2-668CDBF0E45E}"/>
                </a:ext>
              </a:extLst>
            </p:cNvPr>
            <p:cNvSpPr txBox="1"/>
            <p:nvPr/>
          </p:nvSpPr>
          <p:spPr>
            <a:xfrm>
              <a:off x="9662160" y="306133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8" name="Core 3 stage 1">
              <a:extLst>
                <a:ext uri="{FF2B5EF4-FFF2-40B4-BE49-F238E27FC236}">
                  <a16:creationId xmlns:a16="http://schemas.microsoft.com/office/drawing/2014/main" id="{B3D160D5-9907-6652-1C7D-B76821F77131}"/>
                </a:ext>
              </a:extLst>
            </p:cNvPr>
            <p:cNvSpPr/>
            <p:nvPr/>
          </p:nvSpPr>
          <p:spPr>
            <a:xfrm>
              <a:off x="10039350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9" name="Core 3 stage 2">
              <a:extLst>
                <a:ext uri="{FF2B5EF4-FFF2-40B4-BE49-F238E27FC236}">
                  <a16:creationId xmlns:a16="http://schemas.microsoft.com/office/drawing/2014/main" id="{0745D37A-4D5E-F1A7-DD05-7414581D6AAC}"/>
                </a:ext>
              </a:extLst>
            </p:cNvPr>
            <p:cNvSpPr/>
            <p:nvPr/>
          </p:nvSpPr>
          <p:spPr>
            <a:xfrm>
              <a:off x="10150793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0" name="Core 3 stage 3">
              <a:extLst>
                <a:ext uri="{FF2B5EF4-FFF2-40B4-BE49-F238E27FC236}">
                  <a16:creationId xmlns:a16="http://schemas.microsoft.com/office/drawing/2014/main" id="{E191B295-CB7B-EC65-B74B-F4A9AAA9568F}"/>
                </a:ext>
              </a:extLst>
            </p:cNvPr>
            <p:cNvSpPr/>
            <p:nvPr/>
          </p:nvSpPr>
          <p:spPr>
            <a:xfrm>
              <a:off x="10262235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1" name="Core 3 stage 4">
              <a:extLst>
                <a:ext uri="{FF2B5EF4-FFF2-40B4-BE49-F238E27FC236}">
                  <a16:creationId xmlns:a16="http://schemas.microsoft.com/office/drawing/2014/main" id="{EF47EB43-D096-D689-3DA2-F7096CEDFD84}"/>
                </a:ext>
              </a:extLst>
            </p:cNvPr>
            <p:cNvSpPr/>
            <p:nvPr/>
          </p:nvSpPr>
          <p:spPr>
            <a:xfrm>
              <a:off x="10373678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2" name="Shared L3">
              <a:extLst>
                <a:ext uri="{FF2B5EF4-FFF2-40B4-BE49-F238E27FC236}">
                  <a16:creationId xmlns:a16="http://schemas.microsoft.com/office/drawing/2014/main" id="{4E5FD793-464E-FA69-D449-7F0D0A6A74C7}"/>
                </a:ext>
              </a:extLst>
            </p:cNvPr>
            <p:cNvSpPr/>
            <p:nvPr/>
          </p:nvSpPr>
          <p:spPr>
            <a:xfrm>
              <a:off x="8530590" y="2289810"/>
              <a:ext cx="1988820" cy="411480"/>
            </a:xfrm>
            <a:prstGeom prst="roundRect">
              <a:avLst>
                <a:gd name="adj" fmla="val 8333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3" name="L3 cell 0-0">
              <a:extLst>
                <a:ext uri="{FF2B5EF4-FFF2-40B4-BE49-F238E27FC236}">
                  <a16:creationId xmlns:a16="http://schemas.microsoft.com/office/drawing/2014/main" id="{78163435-B9E8-63E5-1BC8-8600D5F0D50B}"/>
                </a:ext>
              </a:extLst>
            </p:cNvPr>
            <p:cNvSpPr/>
            <p:nvPr/>
          </p:nvSpPr>
          <p:spPr>
            <a:xfrm>
              <a:off x="85948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4" name="L3 cell 0-1">
              <a:extLst>
                <a:ext uri="{FF2B5EF4-FFF2-40B4-BE49-F238E27FC236}">
                  <a16:creationId xmlns:a16="http://schemas.microsoft.com/office/drawing/2014/main" id="{332797FB-5656-8BD8-DB58-149B4C8DB04B}"/>
                </a:ext>
              </a:extLst>
            </p:cNvPr>
            <p:cNvSpPr/>
            <p:nvPr/>
          </p:nvSpPr>
          <p:spPr>
            <a:xfrm>
              <a:off x="86806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5" name="L3 cell 0-2">
              <a:extLst>
                <a:ext uri="{FF2B5EF4-FFF2-40B4-BE49-F238E27FC236}">
                  <a16:creationId xmlns:a16="http://schemas.microsoft.com/office/drawing/2014/main" id="{2DA182F5-C21C-4AA8-6B56-0FF9A3E88D84}"/>
                </a:ext>
              </a:extLst>
            </p:cNvPr>
            <p:cNvSpPr/>
            <p:nvPr/>
          </p:nvSpPr>
          <p:spPr>
            <a:xfrm>
              <a:off x="87663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6" name="L3 cell 0-3">
              <a:extLst>
                <a:ext uri="{FF2B5EF4-FFF2-40B4-BE49-F238E27FC236}">
                  <a16:creationId xmlns:a16="http://schemas.microsoft.com/office/drawing/2014/main" id="{9906AEF8-5D76-7C9C-A878-746FAD8BA281}"/>
                </a:ext>
              </a:extLst>
            </p:cNvPr>
            <p:cNvSpPr/>
            <p:nvPr/>
          </p:nvSpPr>
          <p:spPr>
            <a:xfrm>
              <a:off x="88520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7" name="L3 cell 0-4">
              <a:extLst>
                <a:ext uri="{FF2B5EF4-FFF2-40B4-BE49-F238E27FC236}">
                  <a16:creationId xmlns:a16="http://schemas.microsoft.com/office/drawing/2014/main" id="{0B30732A-6DCF-B86E-3E2E-62CC3F27DF7E}"/>
                </a:ext>
              </a:extLst>
            </p:cNvPr>
            <p:cNvSpPr/>
            <p:nvPr/>
          </p:nvSpPr>
          <p:spPr>
            <a:xfrm>
              <a:off x="89377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8" name="L3 cell 0-5">
              <a:extLst>
                <a:ext uri="{FF2B5EF4-FFF2-40B4-BE49-F238E27FC236}">
                  <a16:creationId xmlns:a16="http://schemas.microsoft.com/office/drawing/2014/main" id="{FC10D779-8B5E-87B8-E94C-B9A9DBFE3269}"/>
                </a:ext>
              </a:extLst>
            </p:cNvPr>
            <p:cNvSpPr/>
            <p:nvPr/>
          </p:nvSpPr>
          <p:spPr>
            <a:xfrm>
              <a:off x="90235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9" name="L3 cell 0-6">
              <a:extLst>
                <a:ext uri="{FF2B5EF4-FFF2-40B4-BE49-F238E27FC236}">
                  <a16:creationId xmlns:a16="http://schemas.microsoft.com/office/drawing/2014/main" id="{667DA67D-F0FD-FBA5-5FBD-553FDCED82F4}"/>
                </a:ext>
              </a:extLst>
            </p:cNvPr>
            <p:cNvSpPr/>
            <p:nvPr/>
          </p:nvSpPr>
          <p:spPr>
            <a:xfrm>
              <a:off x="91092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0" name="L3 cell 0-7">
              <a:extLst>
                <a:ext uri="{FF2B5EF4-FFF2-40B4-BE49-F238E27FC236}">
                  <a16:creationId xmlns:a16="http://schemas.microsoft.com/office/drawing/2014/main" id="{9BC24AEF-7C46-53F3-2200-6C08FDAA1DC1}"/>
                </a:ext>
              </a:extLst>
            </p:cNvPr>
            <p:cNvSpPr/>
            <p:nvPr/>
          </p:nvSpPr>
          <p:spPr>
            <a:xfrm>
              <a:off x="91949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1" name="L3 cell 0-8">
              <a:extLst>
                <a:ext uri="{FF2B5EF4-FFF2-40B4-BE49-F238E27FC236}">
                  <a16:creationId xmlns:a16="http://schemas.microsoft.com/office/drawing/2014/main" id="{F88DCF83-3FAB-3311-5769-825DDCDA3D7B}"/>
                </a:ext>
              </a:extLst>
            </p:cNvPr>
            <p:cNvSpPr/>
            <p:nvPr/>
          </p:nvSpPr>
          <p:spPr>
            <a:xfrm>
              <a:off x="92806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2" name="L3 cell 0-9">
              <a:extLst>
                <a:ext uri="{FF2B5EF4-FFF2-40B4-BE49-F238E27FC236}">
                  <a16:creationId xmlns:a16="http://schemas.microsoft.com/office/drawing/2014/main" id="{90158B5C-FE24-0A45-ED64-6990C2E93C6F}"/>
                </a:ext>
              </a:extLst>
            </p:cNvPr>
            <p:cNvSpPr/>
            <p:nvPr/>
          </p:nvSpPr>
          <p:spPr>
            <a:xfrm>
              <a:off x="93664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3" name="L3 cell 0-10">
              <a:extLst>
                <a:ext uri="{FF2B5EF4-FFF2-40B4-BE49-F238E27FC236}">
                  <a16:creationId xmlns:a16="http://schemas.microsoft.com/office/drawing/2014/main" id="{65A6423F-2F37-55CD-B1A9-2225C6E1FF89}"/>
                </a:ext>
              </a:extLst>
            </p:cNvPr>
            <p:cNvSpPr/>
            <p:nvPr/>
          </p:nvSpPr>
          <p:spPr>
            <a:xfrm>
              <a:off x="94521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4" name="L3 cell 0-11">
              <a:extLst>
                <a:ext uri="{FF2B5EF4-FFF2-40B4-BE49-F238E27FC236}">
                  <a16:creationId xmlns:a16="http://schemas.microsoft.com/office/drawing/2014/main" id="{FC7299EF-232D-345C-B9B9-6ECFBF420577}"/>
                </a:ext>
              </a:extLst>
            </p:cNvPr>
            <p:cNvSpPr/>
            <p:nvPr/>
          </p:nvSpPr>
          <p:spPr>
            <a:xfrm>
              <a:off x="95378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5" name="L3 cell 0-12">
              <a:extLst>
                <a:ext uri="{FF2B5EF4-FFF2-40B4-BE49-F238E27FC236}">
                  <a16:creationId xmlns:a16="http://schemas.microsoft.com/office/drawing/2014/main" id="{A3A23B91-E6C3-9975-3229-8933650DED19}"/>
                </a:ext>
              </a:extLst>
            </p:cNvPr>
            <p:cNvSpPr/>
            <p:nvPr/>
          </p:nvSpPr>
          <p:spPr>
            <a:xfrm>
              <a:off x="96235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6" name="L3 cell 0-13">
              <a:extLst>
                <a:ext uri="{FF2B5EF4-FFF2-40B4-BE49-F238E27FC236}">
                  <a16:creationId xmlns:a16="http://schemas.microsoft.com/office/drawing/2014/main" id="{F95F8B84-C5D0-D393-852D-683591E7A1E0}"/>
                </a:ext>
              </a:extLst>
            </p:cNvPr>
            <p:cNvSpPr/>
            <p:nvPr/>
          </p:nvSpPr>
          <p:spPr>
            <a:xfrm>
              <a:off x="97093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7" name="L3 cell 0-14">
              <a:extLst>
                <a:ext uri="{FF2B5EF4-FFF2-40B4-BE49-F238E27FC236}">
                  <a16:creationId xmlns:a16="http://schemas.microsoft.com/office/drawing/2014/main" id="{426F75BF-6AF6-4740-D82B-BEEB70AA2525}"/>
                </a:ext>
              </a:extLst>
            </p:cNvPr>
            <p:cNvSpPr/>
            <p:nvPr/>
          </p:nvSpPr>
          <p:spPr>
            <a:xfrm>
              <a:off x="97950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8" name="L3 cell 0-15">
              <a:extLst>
                <a:ext uri="{FF2B5EF4-FFF2-40B4-BE49-F238E27FC236}">
                  <a16:creationId xmlns:a16="http://schemas.microsoft.com/office/drawing/2014/main" id="{F5C182AC-166F-22C6-B369-A84690E55FE5}"/>
                </a:ext>
              </a:extLst>
            </p:cNvPr>
            <p:cNvSpPr/>
            <p:nvPr/>
          </p:nvSpPr>
          <p:spPr>
            <a:xfrm>
              <a:off x="98807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9" name="L3 cell 0-16">
              <a:extLst>
                <a:ext uri="{FF2B5EF4-FFF2-40B4-BE49-F238E27FC236}">
                  <a16:creationId xmlns:a16="http://schemas.microsoft.com/office/drawing/2014/main" id="{74B33B91-F93F-5CF1-13FD-F19BC5041DD9}"/>
                </a:ext>
              </a:extLst>
            </p:cNvPr>
            <p:cNvSpPr/>
            <p:nvPr/>
          </p:nvSpPr>
          <p:spPr>
            <a:xfrm>
              <a:off x="99664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0" name="L3 cell 0-17">
              <a:extLst>
                <a:ext uri="{FF2B5EF4-FFF2-40B4-BE49-F238E27FC236}">
                  <a16:creationId xmlns:a16="http://schemas.microsoft.com/office/drawing/2014/main" id="{1B12641B-0F4E-777E-9121-EBDDDD27CE88}"/>
                </a:ext>
              </a:extLst>
            </p:cNvPr>
            <p:cNvSpPr/>
            <p:nvPr/>
          </p:nvSpPr>
          <p:spPr>
            <a:xfrm>
              <a:off x="100522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1" name="L3 cell 0-18">
              <a:extLst>
                <a:ext uri="{FF2B5EF4-FFF2-40B4-BE49-F238E27FC236}">
                  <a16:creationId xmlns:a16="http://schemas.microsoft.com/office/drawing/2014/main" id="{959AF132-1365-9868-D675-954FBADB9DF5}"/>
                </a:ext>
              </a:extLst>
            </p:cNvPr>
            <p:cNvSpPr/>
            <p:nvPr/>
          </p:nvSpPr>
          <p:spPr>
            <a:xfrm>
              <a:off x="101379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2" name="L3 cell 0-19">
              <a:extLst>
                <a:ext uri="{FF2B5EF4-FFF2-40B4-BE49-F238E27FC236}">
                  <a16:creationId xmlns:a16="http://schemas.microsoft.com/office/drawing/2014/main" id="{DE3B8B4B-EBB0-ADDF-81C8-84E91A93A3E4}"/>
                </a:ext>
              </a:extLst>
            </p:cNvPr>
            <p:cNvSpPr/>
            <p:nvPr/>
          </p:nvSpPr>
          <p:spPr>
            <a:xfrm>
              <a:off x="102236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3" name="L3 cell 0-20">
              <a:extLst>
                <a:ext uri="{FF2B5EF4-FFF2-40B4-BE49-F238E27FC236}">
                  <a16:creationId xmlns:a16="http://schemas.microsoft.com/office/drawing/2014/main" id="{9854F53A-B1AC-48EA-4400-631E7610385A}"/>
                </a:ext>
              </a:extLst>
            </p:cNvPr>
            <p:cNvSpPr/>
            <p:nvPr/>
          </p:nvSpPr>
          <p:spPr>
            <a:xfrm>
              <a:off x="103093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4" name="L3 cell 0-21">
              <a:extLst>
                <a:ext uri="{FF2B5EF4-FFF2-40B4-BE49-F238E27FC236}">
                  <a16:creationId xmlns:a16="http://schemas.microsoft.com/office/drawing/2014/main" id="{6524C6A0-7B5B-6912-84D5-C7F5BC15971B}"/>
                </a:ext>
              </a:extLst>
            </p:cNvPr>
            <p:cNvSpPr/>
            <p:nvPr/>
          </p:nvSpPr>
          <p:spPr>
            <a:xfrm>
              <a:off x="103951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5" name="L3 cell 1-0">
              <a:extLst>
                <a:ext uri="{FF2B5EF4-FFF2-40B4-BE49-F238E27FC236}">
                  <a16:creationId xmlns:a16="http://schemas.microsoft.com/office/drawing/2014/main" id="{B7C9AA9A-A722-202F-87BA-71FA1DEBE53A}"/>
                </a:ext>
              </a:extLst>
            </p:cNvPr>
            <p:cNvSpPr/>
            <p:nvPr/>
          </p:nvSpPr>
          <p:spPr>
            <a:xfrm>
              <a:off x="85948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6" name="L3 cell 1-1">
              <a:extLst>
                <a:ext uri="{FF2B5EF4-FFF2-40B4-BE49-F238E27FC236}">
                  <a16:creationId xmlns:a16="http://schemas.microsoft.com/office/drawing/2014/main" id="{AE1A229C-000F-17CF-FD09-307472372686}"/>
                </a:ext>
              </a:extLst>
            </p:cNvPr>
            <p:cNvSpPr/>
            <p:nvPr/>
          </p:nvSpPr>
          <p:spPr>
            <a:xfrm>
              <a:off x="86806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7" name="L3 cell 1-2">
              <a:extLst>
                <a:ext uri="{FF2B5EF4-FFF2-40B4-BE49-F238E27FC236}">
                  <a16:creationId xmlns:a16="http://schemas.microsoft.com/office/drawing/2014/main" id="{5DFFC4BF-A91C-4A9A-57BC-6CB8BEAD5DF2}"/>
                </a:ext>
              </a:extLst>
            </p:cNvPr>
            <p:cNvSpPr/>
            <p:nvPr/>
          </p:nvSpPr>
          <p:spPr>
            <a:xfrm>
              <a:off x="87663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8" name="L3 cell 1-3">
              <a:extLst>
                <a:ext uri="{FF2B5EF4-FFF2-40B4-BE49-F238E27FC236}">
                  <a16:creationId xmlns:a16="http://schemas.microsoft.com/office/drawing/2014/main" id="{611D914C-35EB-2076-020B-93A59798F961}"/>
                </a:ext>
              </a:extLst>
            </p:cNvPr>
            <p:cNvSpPr/>
            <p:nvPr/>
          </p:nvSpPr>
          <p:spPr>
            <a:xfrm>
              <a:off x="88520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9" name="L3 cell 1-4">
              <a:extLst>
                <a:ext uri="{FF2B5EF4-FFF2-40B4-BE49-F238E27FC236}">
                  <a16:creationId xmlns:a16="http://schemas.microsoft.com/office/drawing/2014/main" id="{1BC5C45F-F1C2-1C96-BBC3-B03EC6CEC733}"/>
                </a:ext>
              </a:extLst>
            </p:cNvPr>
            <p:cNvSpPr/>
            <p:nvPr/>
          </p:nvSpPr>
          <p:spPr>
            <a:xfrm>
              <a:off x="89377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0" name="L3 cell 1-5">
              <a:extLst>
                <a:ext uri="{FF2B5EF4-FFF2-40B4-BE49-F238E27FC236}">
                  <a16:creationId xmlns:a16="http://schemas.microsoft.com/office/drawing/2014/main" id="{A66E4E0A-18BB-418B-3073-3014CB618941}"/>
                </a:ext>
              </a:extLst>
            </p:cNvPr>
            <p:cNvSpPr/>
            <p:nvPr/>
          </p:nvSpPr>
          <p:spPr>
            <a:xfrm>
              <a:off x="90235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1" name="L3 cell 1-6">
              <a:extLst>
                <a:ext uri="{FF2B5EF4-FFF2-40B4-BE49-F238E27FC236}">
                  <a16:creationId xmlns:a16="http://schemas.microsoft.com/office/drawing/2014/main" id="{E9FC369D-6288-A4C1-07FD-9884DC5924F8}"/>
                </a:ext>
              </a:extLst>
            </p:cNvPr>
            <p:cNvSpPr/>
            <p:nvPr/>
          </p:nvSpPr>
          <p:spPr>
            <a:xfrm>
              <a:off x="91092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2" name="L3 cell 1-7">
              <a:extLst>
                <a:ext uri="{FF2B5EF4-FFF2-40B4-BE49-F238E27FC236}">
                  <a16:creationId xmlns:a16="http://schemas.microsoft.com/office/drawing/2014/main" id="{0FC44839-9222-6ED5-701D-720DF08E38DB}"/>
                </a:ext>
              </a:extLst>
            </p:cNvPr>
            <p:cNvSpPr/>
            <p:nvPr/>
          </p:nvSpPr>
          <p:spPr>
            <a:xfrm>
              <a:off x="91949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3" name="L3 cell 1-8">
              <a:extLst>
                <a:ext uri="{FF2B5EF4-FFF2-40B4-BE49-F238E27FC236}">
                  <a16:creationId xmlns:a16="http://schemas.microsoft.com/office/drawing/2014/main" id="{3DD2540E-6AAA-8190-90EA-917BB7A3CCE5}"/>
                </a:ext>
              </a:extLst>
            </p:cNvPr>
            <p:cNvSpPr/>
            <p:nvPr/>
          </p:nvSpPr>
          <p:spPr>
            <a:xfrm>
              <a:off x="92806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4" name="L3 cell 1-9">
              <a:extLst>
                <a:ext uri="{FF2B5EF4-FFF2-40B4-BE49-F238E27FC236}">
                  <a16:creationId xmlns:a16="http://schemas.microsoft.com/office/drawing/2014/main" id="{AE29116D-1FA3-FAE9-B649-0DA34B577D74}"/>
                </a:ext>
              </a:extLst>
            </p:cNvPr>
            <p:cNvSpPr/>
            <p:nvPr/>
          </p:nvSpPr>
          <p:spPr>
            <a:xfrm>
              <a:off x="93664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5" name="L3 cell 1-10">
              <a:extLst>
                <a:ext uri="{FF2B5EF4-FFF2-40B4-BE49-F238E27FC236}">
                  <a16:creationId xmlns:a16="http://schemas.microsoft.com/office/drawing/2014/main" id="{98595495-90E0-8C64-D172-4865217C8F10}"/>
                </a:ext>
              </a:extLst>
            </p:cNvPr>
            <p:cNvSpPr/>
            <p:nvPr/>
          </p:nvSpPr>
          <p:spPr>
            <a:xfrm>
              <a:off x="94521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6" name="L3 cell 1-11">
              <a:extLst>
                <a:ext uri="{FF2B5EF4-FFF2-40B4-BE49-F238E27FC236}">
                  <a16:creationId xmlns:a16="http://schemas.microsoft.com/office/drawing/2014/main" id="{C7B6612C-4913-8F63-CC51-B88F334FD86C}"/>
                </a:ext>
              </a:extLst>
            </p:cNvPr>
            <p:cNvSpPr/>
            <p:nvPr/>
          </p:nvSpPr>
          <p:spPr>
            <a:xfrm>
              <a:off x="95378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7" name="L3 cell 1-12">
              <a:extLst>
                <a:ext uri="{FF2B5EF4-FFF2-40B4-BE49-F238E27FC236}">
                  <a16:creationId xmlns:a16="http://schemas.microsoft.com/office/drawing/2014/main" id="{460ABCAD-F777-E5DE-3E0B-2A9318458EDA}"/>
                </a:ext>
              </a:extLst>
            </p:cNvPr>
            <p:cNvSpPr/>
            <p:nvPr/>
          </p:nvSpPr>
          <p:spPr>
            <a:xfrm>
              <a:off x="96235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8" name="L3 cell 1-13">
              <a:extLst>
                <a:ext uri="{FF2B5EF4-FFF2-40B4-BE49-F238E27FC236}">
                  <a16:creationId xmlns:a16="http://schemas.microsoft.com/office/drawing/2014/main" id="{F8914986-2E6D-5333-AAD6-C3128B80A9DE}"/>
                </a:ext>
              </a:extLst>
            </p:cNvPr>
            <p:cNvSpPr/>
            <p:nvPr/>
          </p:nvSpPr>
          <p:spPr>
            <a:xfrm>
              <a:off x="97093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9" name="L3 cell 1-14">
              <a:extLst>
                <a:ext uri="{FF2B5EF4-FFF2-40B4-BE49-F238E27FC236}">
                  <a16:creationId xmlns:a16="http://schemas.microsoft.com/office/drawing/2014/main" id="{5AC6BC70-9E3B-6C17-7A89-ABA436522426}"/>
                </a:ext>
              </a:extLst>
            </p:cNvPr>
            <p:cNvSpPr/>
            <p:nvPr/>
          </p:nvSpPr>
          <p:spPr>
            <a:xfrm>
              <a:off x="97950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0" name="L3 cell 1-15">
              <a:extLst>
                <a:ext uri="{FF2B5EF4-FFF2-40B4-BE49-F238E27FC236}">
                  <a16:creationId xmlns:a16="http://schemas.microsoft.com/office/drawing/2014/main" id="{234C2A77-E925-4AB0-8C94-B5D2AD6A13C2}"/>
                </a:ext>
              </a:extLst>
            </p:cNvPr>
            <p:cNvSpPr/>
            <p:nvPr/>
          </p:nvSpPr>
          <p:spPr>
            <a:xfrm>
              <a:off x="98807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1" name="L3 cell 1-16">
              <a:extLst>
                <a:ext uri="{FF2B5EF4-FFF2-40B4-BE49-F238E27FC236}">
                  <a16:creationId xmlns:a16="http://schemas.microsoft.com/office/drawing/2014/main" id="{712F4BD3-9679-5D57-6EC4-C067DD846064}"/>
                </a:ext>
              </a:extLst>
            </p:cNvPr>
            <p:cNvSpPr/>
            <p:nvPr/>
          </p:nvSpPr>
          <p:spPr>
            <a:xfrm>
              <a:off x="99664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2" name="L3 cell 1-17">
              <a:extLst>
                <a:ext uri="{FF2B5EF4-FFF2-40B4-BE49-F238E27FC236}">
                  <a16:creationId xmlns:a16="http://schemas.microsoft.com/office/drawing/2014/main" id="{2CF7B7F6-2836-2645-8C71-1AE0FA925749}"/>
                </a:ext>
              </a:extLst>
            </p:cNvPr>
            <p:cNvSpPr/>
            <p:nvPr/>
          </p:nvSpPr>
          <p:spPr>
            <a:xfrm>
              <a:off x="100522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3" name="L3 cell 1-18">
              <a:extLst>
                <a:ext uri="{FF2B5EF4-FFF2-40B4-BE49-F238E27FC236}">
                  <a16:creationId xmlns:a16="http://schemas.microsoft.com/office/drawing/2014/main" id="{C2006574-B7DE-8CA9-A303-27681D1022AB}"/>
                </a:ext>
              </a:extLst>
            </p:cNvPr>
            <p:cNvSpPr/>
            <p:nvPr/>
          </p:nvSpPr>
          <p:spPr>
            <a:xfrm>
              <a:off x="101379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4" name="L3 cell 1-19">
              <a:extLst>
                <a:ext uri="{FF2B5EF4-FFF2-40B4-BE49-F238E27FC236}">
                  <a16:creationId xmlns:a16="http://schemas.microsoft.com/office/drawing/2014/main" id="{7251B186-9C27-04D7-AFB8-BCC08F96779E}"/>
                </a:ext>
              </a:extLst>
            </p:cNvPr>
            <p:cNvSpPr/>
            <p:nvPr/>
          </p:nvSpPr>
          <p:spPr>
            <a:xfrm>
              <a:off x="102236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5" name="L3 cell 1-20">
              <a:extLst>
                <a:ext uri="{FF2B5EF4-FFF2-40B4-BE49-F238E27FC236}">
                  <a16:creationId xmlns:a16="http://schemas.microsoft.com/office/drawing/2014/main" id="{A9D8734F-6EEB-3F2B-F5D0-CEC57BC667B8}"/>
                </a:ext>
              </a:extLst>
            </p:cNvPr>
            <p:cNvSpPr/>
            <p:nvPr/>
          </p:nvSpPr>
          <p:spPr>
            <a:xfrm>
              <a:off x="103093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6" name="L3 cell 1-21">
              <a:extLst>
                <a:ext uri="{FF2B5EF4-FFF2-40B4-BE49-F238E27FC236}">
                  <a16:creationId xmlns:a16="http://schemas.microsoft.com/office/drawing/2014/main" id="{DE74706A-906C-ED15-ACDC-310F980083C8}"/>
                </a:ext>
              </a:extLst>
            </p:cNvPr>
            <p:cNvSpPr/>
            <p:nvPr/>
          </p:nvSpPr>
          <p:spPr>
            <a:xfrm>
              <a:off x="103951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7" name="L3 cell 2-0">
              <a:extLst>
                <a:ext uri="{FF2B5EF4-FFF2-40B4-BE49-F238E27FC236}">
                  <a16:creationId xmlns:a16="http://schemas.microsoft.com/office/drawing/2014/main" id="{AE1130DB-3E52-83A2-63A5-211F5C89CFA0}"/>
                </a:ext>
              </a:extLst>
            </p:cNvPr>
            <p:cNvSpPr/>
            <p:nvPr/>
          </p:nvSpPr>
          <p:spPr>
            <a:xfrm>
              <a:off x="85948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8" name="L3 cell 2-1">
              <a:extLst>
                <a:ext uri="{FF2B5EF4-FFF2-40B4-BE49-F238E27FC236}">
                  <a16:creationId xmlns:a16="http://schemas.microsoft.com/office/drawing/2014/main" id="{52E42A46-1D27-477E-3D2E-53903CA86CDC}"/>
                </a:ext>
              </a:extLst>
            </p:cNvPr>
            <p:cNvSpPr/>
            <p:nvPr/>
          </p:nvSpPr>
          <p:spPr>
            <a:xfrm>
              <a:off x="86806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9" name="L3 cell 2-2">
              <a:extLst>
                <a:ext uri="{FF2B5EF4-FFF2-40B4-BE49-F238E27FC236}">
                  <a16:creationId xmlns:a16="http://schemas.microsoft.com/office/drawing/2014/main" id="{469F66E0-5D67-10DE-DEEC-E3F0656429F9}"/>
                </a:ext>
              </a:extLst>
            </p:cNvPr>
            <p:cNvSpPr/>
            <p:nvPr/>
          </p:nvSpPr>
          <p:spPr>
            <a:xfrm>
              <a:off x="87663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0" name="L3 cell 2-3">
              <a:extLst>
                <a:ext uri="{FF2B5EF4-FFF2-40B4-BE49-F238E27FC236}">
                  <a16:creationId xmlns:a16="http://schemas.microsoft.com/office/drawing/2014/main" id="{D622061E-119C-1152-E2BA-1D0365D065EF}"/>
                </a:ext>
              </a:extLst>
            </p:cNvPr>
            <p:cNvSpPr/>
            <p:nvPr/>
          </p:nvSpPr>
          <p:spPr>
            <a:xfrm>
              <a:off x="88520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1" name="L3 cell 2-4">
              <a:extLst>
                <a:ext uri="{FF2B5EF4-FFF2-40B4-BE49-F238E27FC236}">
                  <a16:creationId xmlns:a16="http://schemas.microsoft.com/office/drawing/2014/main" id="{02060247-BEB7-40F9-B8C5-DE7B75B726DF}"/>
                </a:ext>
              </a:extLst>
            </p:cNvPr>
            <p:cNvSpPr/>
            <p:nvPr/>
          </p:nvSpPr>
          <p:spPr>
            <a:xfrm>
              <a:off x="89377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2" name="L3 cell 2-5">
              <a:extLst>
                <a:ext uri="{FF2B5EF4-FFF2-40B4-BE49-F238E27FC236}">
                  <a16:creationId xmlns:a16="http://schemas.microsoft.com/office/drawing/2014/main" id="{748CA667-339F-CA9F-2DDE-66D65F719C8B}"/>
                </a:ext>
              </a:extLst>
            </p:cNvPr>
            <p:cNvSpPr/>
            <p:nvPr/>
          </p:nvSpPr>
          <p:spPr>
            <a:xfrm>
              <a:off x="90235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3" name="L3 cell 2-6">
              <a:extLst>
                <a:ext uri="{FF2B5EF4-FFF2-40B4-BE49-F238E27FC236}">
                  <a16:creationId xmlns:a16="http://schemas.microsoft.com/office/drawing/2014/main" id="{D3EBCA16-C67E-A6D3-B217-43F37EC5F5E3}"/>
                </a:ext>
              </a:extLst>
            </p:cNvPr>
            <p:cNvSpPr/>
            <p:nvPr/>
          </p:nvSpPr>
          <p:spPr>
            <a:xfrm>
              <a:off x="91092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4" name="L3 cell 2-7">
              <a:extLst>
                <a:ext uri="{FF2B5EF4-FFF2-40B4-BE49-F238E27FC236}">
                  <a16:creationId xmlns:a16="http://schemas.microsoft.com/office/drawing/2014/main" id="{C7A79D91-C7AC-8ADF-FCBC-3A0054954D39}"/>
                </a:ext>
              </a:extLst>
            </p:cNvPr>
            <p:cNvSpPr/>
            <p:nvPr/>
          </p:nvSpPr>
          <p:spPr>
            <a:xfrm>
              <a:off x="91949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5" name="L3 cell 2-8">
              <a:extLst>
                <a:ext uri="{FF2B5EF4-FFF2-40B4-BE49-F238E27FC236}">
                  <a16:creationId xmlns:a16="http://schemas.microsoft.com/office/drawing/2014/main" id="{27662B14-A2DF-0611-DE74-80B1CD4F1F4E}"/>
                </a:ext>
              </a:extLst>
            </p:cNvPr>
            <p:cNvSpPr/>
            <p:nvPr/>
          </p:nvSpPr>
          <p:spPr>
            <a:xfrm>
              <a:off x="92806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6" name="L3 cell 2-9">
              <a:extLst>
                <a:ext uri="{FF2B5EF4-FFF2-40B4-BE49-F238E27FC236}">
                  <a16:creationId xmlns:a16="http://schemas.microsoft.com/office/drawing/2014/main" id="{F1461027-7B24-6C3C-DB3C-42BF79C38271}"/>
                </a:ext>
              </a:extLst>
            </p:cNvPr>
            <p:cNvSpPr/>
            <p:nvPr/>
          </p:nvSpPr>
          <p:spPr>
            <a:xfrm>
              <a:off x="93664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7" name="L3 cell 2-10">
              <a:extLst>
                <a:ext uri="{FF2B5EF4-FFF2-40B4-BE49-F238E27FC236}">
                  <a16:creationId xmlns:a16="http://schemas.microsoft.com/office/drawing/2014/main" id="{C7695100-84A2-ABAC-79D0-4578308152A6}"/>
                </a:ext>
              </a:extLst>
            </p:cNvPr>
            <p:cNvSpPr/>
            <p:nvPr/>
          </p:nvSpPr>
          <p:spPr>
            <a:xfrm>
              <a:off x="94521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8" name="L3 cell 2-11">
              <a:extLst>
                <a:ext uri="{FF2B5EF4-FFF2-40B4-BE49-F238E27FC236}">
                  <a16:creationId xmlns:a16="http://schemas.microsoft.com/office/drawing/2014/main" id="{3E4E027A-6DE6-C440-8E58-33952FDEDA14}"/>
                </a:ext>
              </a:extLst>
            </p:cNvPr>
            <p:cNvSpPr/>
            <p:nvPr/>
          </p:nvSpPr>
          <p:spPr>
            <a:xfrm>
              <a:off x="95378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9" name="L3 cell 2-12">
              <a:extLst>
                <a:ext uri="{FF2B5EF4-FFF2-40B4-BE49-F238E27FC236}">
                  <a16:creationId xmlns:a16="http://schemas.microsoft.com/office/drawing/2014/main" id="{DC200C8D-CC84-F195-983D-1ECF74B72134}"/>
                </a:ext>
              </a:extLst>
            </p:cNvPr>
            <p:cNvSpPr/>
            <p:nvPr/>
          </p:nvSpPr>
          <p:spPr>
            <a:xfrm>
              <a:off x="96235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0" name="L3 cell 2-13">
              <a:extLst>
                <a:ext uri="{FF2B5EF4-FFF2-40B4-BE49-F238E27FC236}">
                  <a16:creationId xmlns:a16="http://schemas.microsoft.com/office/drawing/2014/main" id="{5CF2987C-4780-4E5F-1739-99D454691F18}"/>
                </a:ext>
              </a:extLst>
            </p:cNvPr>
            <p:cNvSpPr/>
            <p:nvPr/>
          </p:nvSpPr>
          <p:spPr>
            <a:xfrm>
              <a:off x="97093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1" name="L3 cell 2-14">
              <a:extLst>
                <a:ext uri="{FF2B5EF4-FFF2-40B4-BE49-F238E27FC236}">
                  <a16:creationId xmlns:a16="http://schemas.microsoft.com/office/drawing/2014/main" id="{5F8CCC34-B419-5D76-1AF6-77B727DBA70E}"/>
                </a:ext>
              </a:extLst>
            </p:cNvPr>
            <p:cNvSpPr/>
            <p:nvPr/>
          </p:nvSpPr>
          <p:spPr>
            <a:xfrm>
              <a:off x="97950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2" name="L3 cell 2-15">
              <a:extLst>
                <a:ext uri="{FF2B5EF4-FFF2-40B4-BE49-F238E27FC236}">
                  <a16:creationId xmlns:a16="http://schemas.microsoft.com/office/drawing/2014/main" id="{CDC9B0EA-2A53-70B7-CF20-5ED7EC4EACE1}"/>
                </a:ext>
              </a:extLst>
            </p:cNvPr>
            <p:cNvSpPr/>
            <p:nvPr/>
          </p:nvSpPr>
          <p:spPr>
            <a:xfrm>
              <a:off x="98807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3" name="L3 cell 2-16">
              <a:extLst>
                <a:ext uri="{FF2B5EF4-FFF2-40B4-BE49-F238E27FC236}">
                  <a16:creationId xmlns:a16="http://schemas.microsoft.com/office/drawing/2014/main" id="{F19E729A-FA47-AD1A-D8E0-B5FB256C640E}"/>
                </a:ext>
              </a:extLst>
            </p:cNvPr>
            <p:cNvSpPr/>
            <p:nvPr/>
          </p:nvSpPr>
          <p:spPr>
            <a:xfrm>
              <a:off x="99664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4" name="L3 cell 2-17">
              <a:extLst>
                <a:ext uri="{FF2B5EF4-FFF2-40B4-BE49-F238E27FC236}">
                  <a16:creationId xmlns:a16="http://schemas.microsoft.com/office/drawing/2014/main" id="{E2EA6725-088D-1F4C-5FA7-6A8D7DB75E14}"/>
                </a:ext>
              </a:extLst>
            </p:cNvPr>
            <p:cNvSpPr/>
            <p:nvPr/>
          </p:nvSpPr>
          <p:spPr>
            <a:xfrm>
              <a:off x="100522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5" name="L3 cell 2-18">
              <a:extLst>
                <a:ext uri="{FF2B5EF4-FFF2-40B4-BE49-F238E27FC236}">
                  <a16:creationId xmlns:a16="http://schemas.microsoft.com/office/drawing/2014/main" id="{062A4C8E-EF26-9797-DE3A-D62A38C95A7F}"/>
                </a:ext>
              </a:extLst>
            </p:cNvPr>
            <p:cNvSpPr/>
            <p:nvPr/>
          </p:nvSpPr>
          <p:spPr>
            <a:xfrm>
              <a:off x="101379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6" name="L3 cell 2-19">
              <a:extLst>
                <a:ext uri="{FF2B5EF4-FFF2-40B4-BE49-F238E27FC236}">
                  <a16:creationId xmlns:a16="http://schemas.microsoft.com/office/drawing/2014/main" id="{F86991FB-A5D3-F658-3B58-7F82C6D6152C}"/>
                </a:ext>
              </a:extLst>
            </p:cNvPr>
            <p:cNvSpPr/>
            <p:nvPr/>
          </p:nvSpPr>
          <p:spPr>
            <a:xfrm>
              <a:off x="102236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7" name="L3 cell 2-20">
              <a:extLst>
                <a:ext uri="{FF2B5EF4-FFF2-40B4-BE49-F238E27FC236}">
                  <a16:creationId xmlns:a16="http://schemas.microsoft.com/office/drawing/2014/main" id="{B962EE73-5A8D-0EF9-B727-553056026025}"/>
                </a:ext>
              </a:extLst>
            </p:cNvPr>
            <p:cNvSpPr/>
            <p:nvPr/>
          </p:nvSpPr>
          <p:spPr>
            <a:xfrm>
              <a:off x="103093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8" name="L3 cell 2-21">
              <a:extLst>
                <a:ext uri="{FF2B5EF4-FFF2-40B4-BE49-F238E27FC236}">
                  <a16:creationId xmlns:a16="http://schemas.microsoft.com/office/drawing/2014/main" id="{C72E8A99-1A8C-95FA-667B-463CF9360D71}"/>
                </a:ext>
              </a:extLst>
            </p:cNvPr>
            <p:cNvSpPr/>
            <p:nvPr/>
          </p:nvSpPr>
          <p:spPr>
            <a:xfrm>
              <a:off x="103951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9" name="L3 cell 3-0">
              <a:extLst>
                <a:ext uri="{FF2B5EF4-FFF2-40B4-BE49-F238E27FC236}">
                  <a16:creationId xmlns:a16="http://schemas.microsoft.com/office/drawing/2014/main" id="{18718C61-7B45-881E-03D7-B099FBF0B8D7}"/>
                </a:ext>
              </a:extLst>
            </p:cNvPr>
            <p:cNvSpPr/>
            <p:nvPr/>
          </p:nvSpPr>
          <p:spPr>
            <a:xfrm>
              <a:off x="85948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0" name="L3 cell 3-1">
              <a:extLst>
                <a:ext uri="{FF2B5EF4-FFF2-40B4-BE49-F238E27FC236}">
                  <a16:creationId xmlns:a16="http://schemas.microsoft.com/office/drawing/2014/main" id="{B9D4E253-A3D5-8BDD-595F-52E2A45D9C18}"/>
                </a:ext>
              </a:extLst>
            </p:cNvPr>
            <p:cNvSpPr/>
            <p:nvPr/>
          </p:nvSpPr>
          <p:spPr>
            <a:xfrm>
              <a:off x="86806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1" name="L3 cell 3-2">
              <a:extLst>
                <a:ext uri="{FF2B5EF4-FFF2-40B4-BE49-F238E27FC236}">
                  <a16:creationId xmlns:a16="http://schemas.microsoft.com/office/drawing/2014/main" id="{63FBBDAB-B266-24EC-FBEC-F3D215BDFA50}"/>
                </a:ext>
              </a:extLst>
            </p:cNvPr>
            <p:cNvSpPr/>
            <p:nvPr/>
          </p:nvSpPr>
          <p:spPr>
            <a:xfrm>
              <a:off x="87663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2" name="L3 cell 3-3">
              <a:extLst>
                <a:ext uri="{FF2B5EF4-FFF2-40B4-BE49-F238E27FC236}">
                  <a16:creationId xmlns:a16="http://schemas.microsoft.com/office/drawing/2014/main" id="{2DF0911C-2D15-F3D4-3586-54EB82032E54}"/>
                </a:ext>
              </a:extLst>
            </p:cNvPr>
            <p:cNvSpPr/>
            <p:nvPr/>
          </p:nvSpPr>
          <p:spPr>
            <a:xfrm>
              <a:off x="88520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3" name="L3 cell 3-4">
              <a:extLst>
                <a:ext uri="{FF2B5EF4-FFF2-40B4-BE49-F238E27FC236}">
                  <a16:creationId xmlns:a16="http://schemas.microsoft.com/office/drawing/2014/main" id="{CA7AE7A3-5CF2-7306-B39B-CC2A559E84E3}"/>
                </a:ext>
              </a:extLst>
            </p:cNvPr>
            <p:cNvSpPr/>
            <p:nvPr/>
          </p:nvSpPr>
          <p:spPr>
            <a:xfrm>
              <a:off x="89377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4" name="L3 cell 3-5">
              <a:extLst>
                <a:ext uri="{FF2B5EF4-FFF2-40B4-BE49-F238E27FC236}">
                  <a16:creationId xmlns:a16="http://schemas.microsoft.com/office/drawing/2014/main" id="{2E4961B1-AF22-AE30-B935-9078165D321A}"/>
                </a:ext>
              </a:extLst>
            </p:cNvPr>
            <p:cNvSpPr/>
            <p:nvPr/>
          </p:nvSpPr>
          <p:spPr>
            <a:xfrm>
              <a:off x="90235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5" name="L3 cell 3-6">
              <a:extLst>
                <a:ext uri="{FF2B5EF4-FFF2-40B4-BE49-F238E27FC236}">
                  <a16:creationId xmlns:a16="http://schemas.microsoft.com/office/drawing/2014/main" id="{26DD86FA-C846-F90E-96CF-13FBFFF9FC06}"/>
                </a:ext>
              </a:extLst>
            </p:cNvPr>
            <p:cNvSpPr/>
            <p:nvPr/>
          </p:nvSpPr>
          <p:spPr>
            <a:xfrm>
              <a:off x="91092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6" name="L3 cell 3-7">
              <a:extLst>
                <a:ext uri="{FF2B5EF4-FFF2-40B4-BE49-F238E27FC236}">
                  <a16:creationId xmlns:a16="http://schemas.microsoft.com/office/drawing/2014/main" id="{13EBE971-1D95-235C-728A-771F782BA3E7}"/>
                </a:ext>
              </a:extLst>
            </p:cNvPr>
            <p:cNvSpPr/>
            <p:nvPr/>
          </p:nvSpPr>
          <p:spPr>
            <a:xfrm>
              <a:off x="91949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7" name="L3 cell 3-8">
              <a:extLst>
                <a:ext uri="{FF2B5EF4-FFF2-40B4-BE49-F238E27FC236}">
                  <a16:creationId xmlns:a16="http://schemas.microsoft.com/office/drawing/2014/main" id="{BDDA8264-E50E-2DAF-327A-C3C7F7069A94}"/>
                </a:ext>
              </a:extLst>
            </p:cNvPr>
            <p:cNvSpPr/>
            <p:nvPr/>
          </p:nvSpPr>
          <p:spPr>
            <a:xfrm>
              <a:off x="92806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8" name="L3 cell 3-9">
              <a:extLst>
                <a:ext uri="{FF2B5EF4-FFF2-40B4-BE49-F238E27FC236}">
                  <a16:creationId xmlns:a16="http://schemas.microsoft.com/office/drawing/2014/main" id="{AAF95C38-F647-15C2-1B80-08C682D6504C}"/>
                </a:ext>
              </a:extLst>
            </p:cNvPr>
            <p:cNvSpPr/>
            <p:nvPr/>
          </p:nvSpPr>
          <p:spPr>
            <a:xfrm>
              <a:off x="93664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9" name="L3 cell 3-10">
              <a:extLst>
                <a:ext uri="{FF2B5EF4-FFF2-40B4-BE49-F238E27FC236}">
                  <a16:creationId xmlns:a16="http://schemas.microsoft.com/office/drawing/2014/main" id="{17EBCA3A-F00B-3E42-ED0F-F96B24E4A46F}"/>
                </a:ext>
              </a:extLst>
            </p:cNvPr>
            <p:cNvSpPr/>
            <p:nvPr/>
          </p:nvSpPr>
          <p:spPr>
            <a:xfrm>
              <a:off x="94521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0" name="L3 cell 3-11">
              <a:extLst>
                <a:ext uri="{FF2B5EF4-FFF2-40B4-BE49-F238E27FC236}">
                  <a16:creationId xmlns:a16="http://schemas.microsoft.com/office/drawing/2014/main" id="{104C61BF-9EA1-E2B4-ECEE-140E30FC52C0}"/>
                </a:ext>
              </a:extLst>
            </p:cNvPr>
            <p:cNvSpPr/>
            <p:nvPr/>
          </p:nvSpPr>
          <p:spPr>
            <a:xfrm>
              <a:off x="95378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1" name="L3 cell 3-12">
              <a:extLst>
                <a:ext uri="{FF2B5EF4-FFF2-40B4-BE49-F238E27FC236}">
                  <a16:creationId xmlns:a16="http://schemas.microsoft.com/office/drawing/2014/main" id="{CE3F630C-DBCF-86C9-71F8-3CE74AF5E23B}"/>
                </a:ext>
              </a:extLst>
            </p:cNvPr>
            <p:cNvSpPr/>
            <p:nvPr/>
          </p:nvSpPr>
          <p:spPr>
            <a:xfrm>
              <a:off x="96235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2" name="L3 cell 3-13">
              <a:extLst>
                <a:ext uri="{FF2B5EF4-FFF2-40B4-BE49-F238E27FC236}">
                  <a16:creationId xmlns:a16="http://schemas.microsoft.com/office/drawing/2014/main" id="{7C5144C5-10A5-85A1-443E-5A6F2F94B235}"/>
                </a:ext>
              </a:extLst>
            </p:cNvPr>
            <p:cNvSpPr/>
            <p:nvPr/>
          </p:nvSpPr>
          <p:spPr>
            <a:xfrm>
              <a:off x="97093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3" name="L3 cell 3-14">
              <a:extLst>
                <a:ext uri="{FF2B5EF4-FFF2-40B4-BE49-F238E27FC236}">
                  <a16:creationId xmlns:a16="http://schemas.microsoft.com/office/drawing/2014/main" id="{B1571FC0-9287-16F8-34EB-D2B8EA6AE484}"/>
                </a:ext>
              </a:extLst>
            </p:cNvPr>
            <p:cNvSpPr/>
            <p:nvPr/>
          </p:nvSpPr>
          <p:spPr>
            <a:xfrm>
              <a:off x="97950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4" name="L3 cell 3-15">
              <a:extLst>
                <a:ext uri="{FF2B5EF4-FFF2-40B4-BE49-F238E27FC236}">
                  <a16:creationId xmlns:a16="http://schemas.microsoft.com/office/drawing/2014/main" id="{C19E56A4-4611-3AC5-0B5D-1542D06B0082}"/>
                </a:ext>
              </a:extLst>
            </p:cNvPr>
            <p:cNvSpPr/>
            <p:nvPr/>
          </p:nvSpPr>
          <p:spPr>
            <a:xfrm>
              <a:off x="98807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5" name="L3 cell 3-16">
              <a:extLst>
                <a:ext uri="{FF2B5EF4-FFF2-40B4-BE49-F238E27FC236}">
                  <a16:creationId xmlns:a16="http://schemas.microsoft.com/office/drawing/2014/main" id="{46736699-5286-7767-10D0-2473B41BBAEA}"/>
                </a:ext>
              </a:extLst>
            </p:cNvPr>
            <p:cNvSpPr/>
            <p:nvPr/>
          </p:nvSpPr>
          <p:spPr>
            <a:xfrm>
              <a:off x="99664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6" name="L3 cell 3-17">
              <a:extLst>
                <a:ext uri="{FF2B5EF4-FFF2-40B4-BE49-F238E27FC236}">
                  <a16:creationId xmlns:a16="http://schemas.microsoft.com/office/drawing/2014/main" id="{53E6C8FB-DDD0-F7E5-3409-AC5330A26A91}"/>
                </a:ext>
              </a:extLst>
            </p:cNvPr>
            <p:cNvSpPr/>
            <p:nvPr/>
          </p:nvSpPr>
          <p:spPr>
            <a:xfrm>
              <a:off x="100522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7" name="L3 cell 3-18">
              <a:extLst>
                <a:ext uri="{FF2B5EF4-FFF2-40B4-BE49-F238E27FC236}">
                  <a16:creationId xmlns:a16="http://schemas.microsoft.com/office/drawing/2014/main" id="{8CA059A3-0C32-CAA4-9A29-D58EB31B301D}"/>
                </a:ext>
              </a:extLst>
            </p:cNvPr>
            <p:cNvSpPr/>
            <p:nvPr/>
          </p:nvSpPr>
          <p:spPr>
            <a:xfrm>
              <a:off x="101379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8" name="L3 cell 3-19">
              <a:extLst>
                <a:ext uri="{FF2B5EF4-FFF2-40B4-BE49-F238E27FC236}">
                  <a16:creationId xmlns:a16="http://schemas.microsoft.com/office/drawing/2014/main" id="{FD619C78-110F-0C2F-2795-1BAF066ADFDE}"/>
                </a:ext>
              </a:extLst>
            </p:cNvPr>
            <p:cNvSpPr/>
            <p:nvPr/>
          </p:nvSpPr>
          <p:spPr>
            <a:xfrm>
              <a:off x="102236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9" name="L3 cell 3-20">
              <a:extLst>
                <a:ext uri="{FF2B5EF4-FFF2-40B4-BE49-F238E27FC236}">
                  <a16:creationId xmlns:a16="http://schemas.microsoft.com/office/drawing/2014/main" id="{B6C135EF-7CC1-5132-3DBA-F818B1BA1A5D}"/>
                </a:ext>
              </a:extLst>
            </p:cNvPr>
            <p:cNvSpPr/>
            <p:nvPr/>
          </p:nvSpPr>
          <p:spPr>
            <a:xfrm>
              <a:off x="103093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0" name="L3 cell 3-21">
              <a:extLst>
                <a:ext uri="{FF2B5EF4-FFF2-40B4-BE49-F238E27FC236}">
                  <a16:creationId xmlns:a16="http://schemas.microsoft.com/office/drawing/2014/main" id="{7ACA708E-DB15-ED6E-6BF4-9815F0F24692}"/>
                </a:ext>
              </a:extLst>
            </p:cNvPr>
            <p:cNvSpPr/>
            <p:nvPr/>
          </p:nvSpPr>
          <p:spPr>
            <a:xfrm>
              <a:off x="103951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1" name="L3 label">
              <a:extLst>
                <a:ext uri="{FF2B5EF4-FFF2-40B4-BE49-F238E27FC236}">
                  <a16:creationId xmlns:a16="http://schemas.microsoft.com/office/drawing/2014/main" id="{886186E0-E024-0E7A-2526-3BD7971686D1}"/>
                </a:ext>
              </a:extLst>
            </p:cNvPr>
            <p:cNvSpPr/>
            <p:nvPr/>
          </p:nvSpPr>
          <p:spPr>
            <a:xfrm>
              <a:off x="9027795" y="2418398"/>
              <a:ext cx="994410" cy="154305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chemeClr val="accent1">
                  <a:alpha val="5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SHARED L3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57D0DB1B-93B7-E8A0-8A5B-E40EBB6483E9}"/>
              </a:ext>
            </a:extLst>
          </p:cNvPr>
          <p:cNvGrpSpPr/>
          <p:nvPr/>
        </p:nvGrpSpPr>
        <p:grpSpPr>
          <a:xfrm>
            <a:off x="4762500" y="4229100"/>
            <a:ext cx="2457450" cy="1447800"/>
            <a:chOff x="8286750" y="5048250"/>
            <a:chExt cx="2457450" cy="1447800"/>
          </a:xfrm>
        </p:grpSpPr>
        <p:sp>
          <p:nvSpPr>
            <p:cNvPr id="222" name="Pipeline IF 1">
              <a:extLst>
                <a:ext uri="{FF2B5EF4-FFF2-40B4-BE49-F238E27FC236}">
                  <a16:creationId xmlns:a16="http://schemas.microsoft.com/office/drawing/2014/main" id="{F566A182-8FB4-E30E-991A-CA5BB5F35BF5}"/>
                </a:ext>
              </a:extLst>
            </p:cNvPr>
            <p:cNvSpPr/>
            <p:nvPr/>
          </p:nvSpPr>
          <p:spPr>
            <a:xfrm>
              <a:off x="82867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3" name="Pipeline ID 1">
              <a:extLst>
                <a:ext uri="{FF2B5EF4-FFF2-40B4-BE49-F238E27FC236}">
                  <a16:creationId xmlns:a16="http://schemas.microsoft.com/office/drawing/2014/main" id="{AA27CE2F-8413-B8CB-5C5E-ADF306784813}"/>
                </a:ext>
              </a:extLst>
            </p:cNvPr>
            <p:cNvSpPr/>
            <p:nvPr/>
          </p:nvSpPr>
          <p:spPr>
            <a:xfrm>
              <a:off x="853440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4" name="Pipeline EX 1">
              <a:extLst>
                <a:ext uri="{FF2B5EF4-FFF2-40B4-BE49-F238E27FC236}">
                  <a16:creationId xmlns:a16="http://schemas.microsoft.com/office/drawing/2014/main" id="{2CDBD4AE-DB45-C657-1015-AE802D4DCEDF}"/>
                </a:ext>
              </a:extLst>
            </p:cNvPr>
            <p:cNvSpPr/>
            <p:nvPr/>
          </p:nvSpPr>
          <p:spPr>
            <a:xfrm>
              <a:off x="87820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5" name="Pipeline MEM 1">
              <a:extLst>
                <a:ext uri="{FF2B5EF4-FFF2-40B4-BE49-F238E27FC236}">
                  <a16:creationId xmlns:a16="http://schemas.microsoft.com/office/drawing/2014/main" id="{9E2A670B-5F46-86A8-3B8C-6945EA8EB3EA}"/>
                </a:ext>
              </a:extLst>
            </p:cNvPr>
            <p:cNvSpPr/>
            <p:nvPr/>
          </p:nvSpPr>
          <p:spPr>
            <a:xfrm>
              <a:off x="902970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6" name="Pipeline WB 1">
              <a:extLst>
                <a:ext uri="{FF2B5EF4-FFF2-40B4-BE49-F238E27FC236}">
                  <a16:creationId xmlns:a16="http://schemas.microsoft.com/office/drawing/2014/main" id="{EF255143-11EC-F6E1-13C4-343CC50E5D23}"/>
                </a:ext>
              </a:extLst>
            </p:cNvPr>
            <p:cNvSpPr/>
            <p:nvPr/>
          </p:nvSpPr>
          <p:spPr>
            <a:xfrm>
              <a:off x="92773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7" name="Pipeline IF 2">
              <a:extLst>
                <a:ext uri="{FF2B5EF4-FFF2-40B4-BE49-F238E27FC236}">
                  <a16:creationId xmlns:a16="http://schemas.microsoft.com/office/drawing/2014/main" id="{7A2044FD-9BCD-7FBA-6D29-5D1FE9FA0F55}"/>
                </a:ext>
              </a:extLst>
            </p:cNvPr>
            <p:cNvSpPr/>
            <p:nvPr/>
          </p:nvSpPr>
          <p:spPr>
            <a:xfrm>
              <a:off x="85344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8" name="Pipeline ID 2">
              <a:extLst>
                <a:ext uri="{FF2B5EF4-FFF2-40B4-BE49-F238E27FC236}">
                  <a16:creationId xmlns:a16="http://schemas.microsoft.com/office/drawing/2014/main" id="{D1BEF010-A4E0-FC06-C8D7-06E17E918457}"/>
                </a:ext>
              </a:extLst>
            </p:cNvPr>
            <p:cNvSpPr/>
            <p:nvPr/>
          </p:nvSpPr>
          <p:spPr>
            <a:xfrm>
              <a:off x="878205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9" name="Pipeline EX 2">
              <a:extLst>
                <a:ext uri="{FF2B5EF4-FFF2-40B4-BE49-F238E27FC236}">
                  <a16:creationId xmlns:a16="http://schemas.microsoft.com/office/drawing/2014/main" id="{BEDD7EB5-F898-40F2-6D1C-CDF141F3B876}"/>
                </a:ext>
              </a:extLst>
            </p:cNvPr>
            <p:cNvSpPr/>
            <p:nvPr/>
          </p:nvSpPr>
          <p:spPr>
            <a:xfrm>
              <a:off x="90297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0" name="Pipeline MEM 2">
              <a:extLst>
                <a:ext uri="{FF2B5EF4-FFF2-40B4-BE49-F238E27FC236}">
                  <a16:creationId xmlns:a16="http://schemas.microsoft.com/office/drawing/2014/main" id="{E7E5BE55-0C9B-AE41-DA44-4C06A5285E9D}"/>
                </a:ext>
              </a:extLst>
            </p:cNvPr>
            <p:cNvSpPr/>
            <p:nvPr/>
          </p:nvSpPr>
          <p:spPr>
            <a:xfrm>
              <a:off x="927735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1" name="Pipeline WB 2">
              <a:extLst>
                <a:ext uri="{FF2B5EF4-FFF2-40B4-BE49-F238E27FC236}">
                  <a16:creationId xmlns:a16="http://schemas.microsoft.com/office/drawing/2014/main" id="{49FCC0EC-7298-BD99-606D-AED4EFD2DE04}"/>
                </a:ext>
              </a:extLst>
            </p:cNvPr>
            <p:cNvSpPr/>
            <p:nvPr/>
          </p:nvSpPr>
          <p:spPr>
            <a:xfrm>
              <a:off x="95250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2" name="Pipeline IF 3">
              <a:extLst>
                <a:ext uri="{FF2B5EF4-FFF2-40B4-BE49-F238E27FC236}">
                  <a16:creationId xmlns:a16="http://schemas.microsoft.com/office/drawing/2014/main" id="{C681EF2E-D637-1680-B97A-F81B5273B3E7}"/>
                </a:ext>
              </a:extLst>
            </p:cNvPr>
            <p:cNvSpPr/>
            <p:nvPr/>
          </p:nvSpPr>
          <p:spPr>
            <a:xfrm>
              <a:off x="878205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3" name="Pipeline ID 3">
              <a:extLst>
                <a:ext uri="{FF2B5EF4-FFF2-40B4-BE49-F238E27FC236}">
                  <a16:creationId xmlns:a16="http://schemas.microsoft.com/office/drawing/2014/main" id="{2F179C33-CCA7-2C0F-2897-78B393BEB211}"/>
                </a:ext>
              </a:extLst>
            </p:cNvPr>
            <p:cNvSpPr/>
            <p:nvPr/>
          </p:nvSpPr>
          <p:spPr>
            <a:xfrm>
              <a:off x="90297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4" name="Pipeline stall 3">
              <a:extLst>
                <a:ext uri="{FF2B5EF4-FFF2-40B4-BE49-F238E27FC236}">
                  <a16:creationId xmlns:a16="http://schemas.microsoft.com/office/drawing/2014/main" id="{1E149045-1F53-5038-2894-628493EED0DD}"/>
                </a:ext>
              </a:extLst>
            </p:cNvPr>
            <p:cNvSpPr/>
            <p:nvPr/>
          </p:nvSpPr>
          <p:spPr>
            <a:xfrm>
              <a:off x="9277350" y="5657850"/>
              <a:ext cx="228600" cy="228600"/>
            </a:xfrm>
            <a:prstGeom prst="roundRect">
              <a:avLst>
                <a:gd name="adj" fmla="val 12500"/>
              </a:avLst>
            </a:prstGeom>
            <a:ln w="11430">
              <a:solidFill>
                <a:schemeClr val="accent1">
                  <a:alpha val="90000"/>
                </a:schemeClr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5" name="Pipeline EX 3">
              <a:extLst>
                <a:ext uri="{FF2B5EF4-FFF2-40B4-BE49-F238E27FC236}">
                  <a16:creationId xmlns:a16="http://schemas.microsoft.com/office/drawing/2014/main" id="{34E6D61E-A551-C62F-C113-F20F9B9DF5D9}"/>
                </a:ext>
              </a:extLst>
            </p:cNvPr>
            <p:cNvSpPr/>
            <p:nvPr/>
          </p:nvSpPr>
          <p:spPr>
            <a:xfrm>
              <a:off x="95250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6" name="Pipeline MEM 3">
              <a:extLst>
                <a:ext uri="{FF2B5EF4-FFF2-40B4-BE49-F238E27FC236}">
                  <a16:creationId xmlns:a16="http://schemas.microsoft.com/office/drawing/2014/main" id="{4EAA9CD9-14AA-5C90-11EB-D8B38FC89D40}"/>
                </a:ext>
              </a:extLst>
            </p:cNvPr>
            <p:cNvSpPr/>
            <p:nvPr/>
          </p:nvSpPr>
          <p:spPr>
            <a:xfrm>
              <a:off x="977265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7" name="Pipeline WB 3">
              <a:extLst>
                <a:ext uri="{FF2B5EF4-FFF2-40B4-BE49-F238E27FC236}">
                  <a16:creationId xmlns:a16="http://schemas.microsoft.com/office/drawing/2014/main" id="{660C1C6D-AD7A-0B1B-BA1D-AEC4202CC7F1}"/>
                </a:ext>
              </a:extLst>
            </p:cNvPr>
            <p:cNvSpPr/>
            <p:nvPr/>
          </p:nvSpPr>
          <p:spPr>
            <a:xfrm>
              <a:off x="100203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8" name="Pipeline IF 4">
              <a:extLst>
                <a:ext uri="{FF2B5EF4-FFF2-40B4-BE49-F238E27FC236}">
                  <a16:creationId xmlns:a16="http://schemas.microsoft.com/office/drawing/2014/main" id="{2F0C42E1-11B8-DDCF-B36F-2EEAB339D1A7}"/>
                </a:ext>
              </a:extLst>
            </p:cNvPr>
            <p:cNvSpPr/>
            <p:nvPr/>
          </p:nvSpPr>
          <p:spPr>
            <a:xfrm>
              <a:off x="92773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9" name="Pipeline ID 4">
              <a:extLst>
                <a:ext uri="{FF2B5EF4-FFF2-40B4-BE49-F238E27FC236}">
                  <a16:creationId xmlns:a16="http://schemas.microsoft.com/office/drawing/2014/main" id="{711393EC-B098-0B39-FAAE-CFB2F2A9C9CB}"/>
                </a:ext>
              </a:extLst>
            </p:cNvPr>
            <p:cNvSpPr/>
            <p:nvPr/>
          </p:nvSpPr>
          <p:spPr>
            <a:xfrm>
              <a:off x="952500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0" name="Pipeline EX 4">
              <a:extLst>
                <a:ext uri="{FF2B5EF4-FFF2-40B4-BE49-F238E27FC236}">
                  <a16:creationId xmlns:a16="http://schemas.microsoft.com/office/drawing/2014/main" id="{E7AB378A-BFD2-5C1B-EE55-701EC0A581E0}"/>
                </a:ext>
              </a:extLst>
            </p:cNvPr>
            <p:cNvSpPr/>
            <p:nvPr/>
          </p:nvSpPr>
          <p:spPr>
            <a:xfrm>
              <a:off x="97726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1" name="Pipeline MEM 4">
              <a:extLst>
                <a:ext uri="{FF2B5EF4-FFF2-40B4-BE49-F238E27FC236}">
                  <a16:creationId xmlns:a16="http://schemas.microsoft.com/office/drawing/2014/main" id="{131899B1-EA59-F9FA-6E79-822BEEFFF336}"/>
                </a:ext>
              </a:extLst>
            </p:cNvPr>
            <p:cNvSpPr/>
            <p:nvPr/>
          </p:nvSpPr>
          <p:spPr>
            <a:xfrm>
              <a:off x="1002030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2" name="Pipeline WB 4">
              <a:extLst>
                <a:ext uri="{FF2B5EF4-FFF2-40B4-BE49-F238E27FC236}">
                  <a16:creationId xmlns:a16="http://schemas.microsoft.com/office/drawing/2014/main" id="{D755AAC4-99F2-1B91-83DC-68604976680B}"/>
                </a:ext>
              </a:extLst>
            </p:cNvPr>
            <p:cNvSpPr/>
            <p:nvPr/>
          </p:nvSpPr>
          <p:spPr>
            <a:xfrm>
              <a:off x="102679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3" name="Pipeline IF 5">
              <a:extLst>
                <a:ext uri="{FF2B5EF4-FFF2-40B4-BE49-F238E27FC236}">
                  <a16:creationId xmlns:a16="http://schemas.microsoft.com/office/drawing/2014/main" id="{1835467E-E821-6BBF-A4CD-0869BDAECC62}"/>
                </a:ext>
              </a:extLst>
            </p:cNvPr>
            <p:cNvSpPr/>
            <p:nvPr/>
          </p:nvSpPr>
          <p:spPr>
            <a:xfrm>
              <a:off x="95250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4" name="Pipeline ID 5">
              <a:extLst>
                <a:ext uri="{FF2B5EF4-FFF2-40B4-BE49-F238E27FC236}">
                  <a16:creationId xmlns:a16="http://schemas.microsoft.com/office/drawing/2014/main" id="{85B47F4B-E1A5-5349-F20C-E58BC4C7697B}"/>
                </a:ext>
              </a:extLst>
            </p:cNvPr>
            <p:cNvSpPr/>
            <p:nvPr/>
          </p:nvSpPr>
          <p:spPr>
            <a:xfrm>
              <a:off x="977265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5" name="Pipeline EX 5">
              <a:extLst>
                <a:ext uri="{FF2B5EF4-FFF2-40B4-BE49-F238E27FC236}">
                  <a16:creationId xmlns:a16="http://schemas.microsoft.com/office/drawing/2014/main" id="{AFD3D231-B598-10F1-DF1A-D1AC7FAC284C}"/>
                </a:ext>
              </a:extLst>
            </p:cNvPr>
            <p:cNvSpPr/>
            <p:nvPr/>
          </p:nvSpPr>
          <p:spPr>
            <a:xfrm>
              <a:off x="100203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6" name="Pipeline MEM 5">
              <a:extLst>
                <a:ext uri="{FF2B5EF4-FFF2-40B4-BE49-F238E27FC236}">
                  <a16:creationId xmlns:a16="http://schemas.microsoft.com/office/drawing/2014/main" id="{D65D7089-43F7-4AA8-ED22-D6654F738788}"/>
                </a:ext>
              </a:extLst>
            </p:cNvPr>
            <p:cNvSpPr/>
            <p:nvPr/>
          </p:nvSpPr>
          <p:spPr>
            <a:xfrm>
              <a:off x="1026795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7" name="Pipeline WB 5">
              <a:extLst>
                <a:ext uri="{FF2B5EF4-FFF2-40B4-BE49-F238E27FC236}">
                  <a16:creationId xmlns:a16="http://schemas.microsoft.com/office/drawing/2014/main" id="{A2AD7B76-44B3-AD46-FAEB-E067326EAAE4}"/>
                </a:ext>
              </a:extLst>
            </p:cNvPr>
            <p:cNvSpPr/>
            <p:nvPr/>
          </p:nvSpPr>
          <p:spPr>
            <a:xfrm>
              <a:off x="105156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</p:grpSp>
      <p:sp>
        <p:nvSpPr>
          <p:cNvPr id="248" name="Logo strip">
            <a:extLst>
              <a:ext uri="{FF2B5EF4-FFF2-40B4-BE49-F238E27FC236}">
                <a16:creationId xmlns:a16="http://schemas.microsoft.com/office/drawing/2014/main" id="{3BFCAB20-8C0E-36D5-B337-75DDD97CD399}"/>
              </a:ext>
            </a:extLst>
          </p:cNvPr>
          <p:cNvSpPr/>
          <p:nvPr/>
        </p:nvSpPr>
        <p:spPr>
          <a:xfrm>
            <a:off x="609600" y="533400"/>
            <a:ext cx="4343400" cy="685800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49" name="MEST logo" descr="MEST — National Microelectronics Security Training Center">
            <a:extLst>
              <a:ext uri="{FF2B5EF4-FFF2-40B4-BE49-F238E27FC236}">
                <a16:creationId xmlns:a16="http://schemas.microsoft.com/office/drawing/2014/main" id="{06F587F5-16B1-173A-44B2-272FC4DD1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647700"/>
            <a:ext cx="457200" cy="457200"/>
          </a:xfrm>
          <a:prstGeom prst="rect">
            <a:avLst/>
          </a:prstGeom>
        </p:spPr>
      </p:pic>
      <p:sp>
        <p:nvSpPr>
          <p:cNvPr id="250" name="Logo divider 1">
            <a:extLst>
              <a:ext uri="{FF2B5EF4-FFF2-40B4-BE49-F238E27FC236}">
                <a16:creationId xmlns:a16="http://schemas.microsoft.com/office/drawing/2014/main" id="{45F60A3C-1A1B-CE20-07CB-CE003478F4F7}"/>
              </a:ext>
            </a:extLst>
          </p:cNvPr>
          <p:cNvSpPr/>
          <p:nvPr/>
        </p:nvSpPr>
        <p:spPr>
          <a:xfrm>
            <a:off x="1390650" y="723900"/>
            <a:ext cx="0" cy="30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1" name="FIU logo" descr="Florida International University">
            <a:extLst>
              <a:ext uri="{FF2B5EF4-FFF2-40B4-BE49-F238E27FC236}">
                <a16:creationId xmlns:a16="http://schemas.microsoft.com/office/drawing/2014/main" id="{7BBF9453-CDD2-0968-B972-894C03673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75" y="723900"/>
            <a:ext cx="1604211" cy="304800"/>
          </a:xfrm>
          <a:prstGeom prst="rect">
            <a:avLst/>
          </a:prstGeom>
        </p:spPr>
      </p:pic>
      <p:sp>
        <p:nvSpPr>
          <p:cNvPr id="252" name="Logo divider 2">
            <a:extLst>
              <a:ext uri="{FF2B5EF4-FFF2-40B4-BE49-F238E27FC236}">
                <a16:creationId xmlns:a16="http://schemas.microsoft.com/office/drawing/2014/main" id="{894E131B-0336-12B3-04EA-8BA91B31B84F}"/>
              </a:ext>
            </a:extLst>
          </p:cNvPr>
          <p:cNvSpPr/>
          <p:nvPr/>
        </p:nvSpPr>
        <p:spPr>
          <a:xfrm>
            <a:off x="3305175" y="723900"/>
            <a:ext cx="0" cy="30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3" name="SeRLoP logo" descr="SeRLoP Research">
            <a:extLst>
              <a:ext uri="{FF2B5EF4-FFF2-40B4-BE49-F238E27FC236}">
                <a16:creationId xmlns:a16="http://schemas.microsoft.com/office/drawing/2014/main" id="{38FD78E2-C637-A0D7-1A39-91D1A5762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795338"/>
            <a:ext cx="1295400" cy="161925"/>
          </a:xfrm>
          <a:prstGeom prst="rect">
            <a:avLst/>
          </a:prstGeom>
        </p:spPr>
      </p:pic>
      <p:sp>
        <p:nvSpPr>
          <p:cNvPr id="254" name="Kicker">
            <a:extLst>
              <a:ext uri="{FF2B5EF4-FFF2-40B4-BE49-F238E27FC236}">
                <a16:creationId xmlns:a16="http://schemas.microsoft.com/office/drawing/2014/main" id="{361CD4C4-9CF5-6A26-11D3-3FC82E849D62}"/>
              </a:ext>
            </a:extLst>
          </p:cNvPr>
          <p:cNvSpPr txBox="1"/>
          <p:nvPr/>
        </p:nvSpPr>
        <p:spPr>
          <a:xfrm>
            <a:off x="60960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E2B04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NEXT-GEN COMPUTING &amp; HARDWARE SECURITY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5" name="Text 0">
            <a:extLst>
              <a:ext uri="{FF2B5EF4-FFF2-40B4-BE49-F238E27FC236}">
                <a16:creationId xmlns:a16="http://schemas.microsoft.com/office/drawing/2014/main" id="{ED8C9CCA-DB69-064B-69B3-FFEA61683C52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609600" y="1962150"/>
            <a:ext cx="6572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Subtitle">
            <a:extLst>
              <a:ext uri="{FF2B5EF4-FFF2-40B4-BE49-F238E27FC236}">
                <a16:creationId xmlns:a16="http://schemas.microsoft.com/office/drawing/2014/main" id="{EDE7B17E-F92A-68EB-FD62-B1208470C0E1}"/>
              </a:ext>
            </a:extLst>
          </p:cNvPr>
          <p:cNvSpPr txBox="1"/>
          <p:nvPr/>
        </p:nvSpPr>
        <p:spPr>
          <a:xfrm>
            <a:off x="609600" y="339090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D3DB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Hands-on gem5 simulation with AI-guided learning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7" name="Pill 1">
            <a:extLst>
              <a:ext uri="{FF2B5EF4-FFF2-40B4-BE49-F238E27FC236}">
                <a16:creationId xmlns:a16="http://schemas.microsoft.com/office/drawing/2014/main" id="{654B8F28-D284-FEC5-0654-2B37A0600F2B}"/>
              </a:ext>
            </a:extLst>
          </p:cNvPr>
          <p:cNvSpPr/>
          <p:nvPr/>
        </p:nvSpPr>
        <p:spPr>
          <a:xfrm>
            <a:off x="609600" y="422910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8" name="Pill 1 icon" descr="preencoded.png">
            <a:extLst>
              <a:ext uri="{FF2B5EF4-FFF2-40B4-BE49-F238E27FC236}">
                <a16:creationId xmlns:a16="http://schemas.microsoft.com/office/drawing/2014/main" id="{6212C8B4-34E4-DE33-5AB9-D0A2D1218B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4362450"/>
            <a:ext cx="247650" cy="247650"/>
          </a:xfrm>
          <a:prstGeom prst="rect">
            <a:avLst/>
          </a:prstGeom>
        </p:spPr>
      </p:pic>
      <p:sp>
        <p:nvSpPr>
          <p:cNvPr id="259" name="Pill 1 text">
            <a:extLst>
              <a:ext uri="{FF2B5EF4-FFF2-40B4-BE49-F238E27FC236}">
                <a16:creationId xmlns:a16="http://schemas.microsoft.com/office/drawing/2014/main" id="{51FAF980-045E-4DD1-AF63-2156C16ECE4A}"/>
              </a:ext>
            </a:extLst>
          </p:cNvPr>
          <p:cNvSpPr txBox="1"/>
          <p:nvPr/>
        </p:nvSpPr>
        <p:spPr>
          <a:xfrm>
            <a:off x="1143000" y="431482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Wednesday, Oct 28, 2026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60" name="Pill 2">
            <a:extLst>
              <a:ext uri="{FF2B5EF4-FFF2-40B4-BE49-F238E27FC236}">
                <a16:creationId xmlns:a16="http://schemas.microsoft.com/office/drawing/2014/main" id="{4D720279-5748-1891-034D-6E27AD5B20F3}"/>
              </a:ext>
            </a:extLst>
          </p:cNvPr>
          <p:cNvSpPr/>
          <p:nvPr/>
        </p:nvSpPr>
        <p:spPr>
          <a:xfrm>
            <a:off x="609600" y="485775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61" name="Pill 2 icon" descr="preencoded.png">
            <a:extLst>
              <a:ext uri="{FF2B5EF4-FFF2-40B4-BE49-F238E27FC236}">
                <a16:creationId xmlns:a16="http://schemas.microsoft.com/office/drawing/2014/main" id="{128FE927-A845-7007-8D11-730DCAD5F2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4991100"/>
            <a:ext cx="247650" cy="247650"/>
          </a:xfrm>
          <a:prstGeom prst="rect">
            <a:avLst/>
          </a:prstGeom>
        </p:spPr>
      </p:pic>
      <p:sp>
        <p:nvSpPr>
          <p:cNvPr id="262" name="Pill 2 text">
            <a:extLst>
              <a:ext uri="{FF2B5EF4-FFF2-40B4-BE49-F238E27FC236}">
                <a16:creationId xmlns:a16="http://schemas.microsoft.com/office/drawing/2014/main" id="{57F7E847-1F98-3C78-3C82-16E1A69A6A35}"/>
              </a:ext>
            </a:extLst>
          </p:cNvPr>
          <p:cNvSpPr txBox="1"/>
          <p:nvPr/>
        </p:nvSpPr>
        <p:spPr>
          <a:xfrm>
            <a:off x="1143000" y="494347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10 AM – 2 PM 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63" name="Pill 3">
            <a:extLst>
              <a:ext uri="{FF2B5EF4-FFF2-40B4-BE49-F238E27FC236}">
                <a16:creationId xmlns:a16="http://schemas.microsoft.com/office/drawing/2014/main" id="{5A2DC53D-1E52-00FC-A865-2FE4CD740B11}"/>
              </a:ext>
            </a:extLst>
          </p:cNvPr>
          <p:cNvSpPr/>
          <p:nvPr/>
        </p:nvSpPr>
        <p:spPr>
          <a:xfrm>
            <a:off x="609600" y="548640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64" name="Pill 3 icon" descr="preencoded.png">
            <a:extLst>
              <a:ext uri="{FF2B5EF4-FFF2-40B4-BE49-F238E27FC236}">
                <a16:creationId xmlns:a16="http://schemas.microsoft.com/office/drawing/2014/main" id="{12FC57B9-C986-6FA2-D253-51096EB319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5619750"/>
            <a:ext cx="247650" cy="247650"/>
          </a:xfrm>
          <a:prstGeom prst="rect">
            <a:avLst/>
          </a:prstGeom>
        </p:spPr>
      </p:pic>
      <p:sp>
        <p:nvSpPr>
          <p:cNvPr id="265" name="Pill 3 text">
            <a:extLst>
              <a:ext uri="{FF2B5EF4-FFF2-40B4-BE49-F238E27FC236}">
                <a16:creationId xmlns:a16="http://schemas.microsoft.com/office/drawing/2014/main" id="{0AE6DA47-F010-7584-6D07-C893E1838E45}"/>
              </a:ext>
            </a:extLst>
          </p:cNvPr>
          <p:cNvSpPr txBox="1"/>
          <p:nvPr/>
        </p:nvSpPr>
        <p:spPr>
          <a:xfrm>
            <a:off x="1143000" y="557212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FIU EC3930 &amp; on Zoom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9797796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BB96B-EC5A-518E-5D7F-97FEA678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4C45D5-9578-6739-13F4-68CA2B6B8053}"/>
              </a:ext>
            </a:extLst>
          </p:cNvPr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AC79F98-8008-9213-E1F4-6F0B83379E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8636000" y="0"/>
            <a:ext cx="3556000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B66BCF4D-A945-D905-3AF0-9F68EEA47D0B}"/>
              </a:ext>
            </a:extLst>
          </p:cNvPr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5" name="Image 1" descr="MEST — National Microelectronics Security Training Center logo">
            <a:extLst>
              <a:ext uri="{FF2B5EF4-FFF2-40B4-BE49-F238E27FC236}">
                <a16:creationId xmlns:a16="http://schemas.microsoft.com/office/drawing/2014/main" id="{E446CC9B-13F8-3619-18DB-DAA45A87ED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5" r="-45"/>
          <a:stretch/>
        </p:blipFill>
        <p:spPr>
          <a:xfrm>
            <a:off x="812800" y="609600"/>
            <a:ext cx="952500" cy="92075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1DF13846-F5BD-FA69-4F15-20528B5B8CF3}"/>
              </a:ext>
            </a:extLst>
          </p:cNvPr>
          <p:cNvSpPr/>
          <p:nvPr/>
        </p:nvSpPr>
        <p:spPr>
          <a:xfrm>
            <a:off x="2019300" y="749300"/>
            <a:ext cx="12700" cy="635000"/>
          </a:xfrm>
          <a:prstGeom prst="rect">
            <a:avLst/>
          </a:prstGeom>
          <a:solidFill>
            <a:srgbClr val="D6D2C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7" name="Image 2" descr="Florida International University logo">
            <a:extLst>
              <a:ext uri="{FF2B5EF4-FFF2-40B4-BE49-F238E27FC236}">
                <a16:creationId xmlns:a16="http://schemas.microsoft.com/office/drawing/2014/main" id="{DE8442F6-1ED4-649B-9BAC-82997C4930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3300" y="698500"/>
            <a:ext cx="996950" cy="74295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8931909D-FB6C-0F52-68E2-E510475B4A81}"/>
              </a:ext>
            </a:extLst>
          </p:cNvPr>
          <p:cNvSpPr/>
          <p:nvPr/>
        </p:nvSpPr>
        <p:spPr>
          <a:xfrm>
            <a:off x="812800" y="2362200"/>
            <a:ext cx="73253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50" normalizeH="0" baseline="0" noProof="0" dirty="0">
                <a:ln>
                  <a:noFill/>
                </a:ln>
                <a:solidFill>
                  <a:srgbClr val="A87C2A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PART III · COMPUTER ARCHITECTURE WITH GEM5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D2FB213-2806-5293-FFC3-0DC8CAF5F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692400"/>
            <a:ext cx="7586980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5460"/>
              </a:lnSpc>
            </a:pPr>
            <a:r>
              <a:rPr lang="en-US" b="1" dirty="0"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Pipeline Design and Hazard Analysis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C718DF9-B39E-8E94-725D-F15173F3BB19}"/>
              </a:ext>
            </a:extLst>
          </p:cNvPr>
          <p:cNvSpPr/>
          <p:nvPr/>
        </p:nvSpPr>
        <p:spPr>
          <a:xfrm>
            <a:off x="812799" y="4343399"/>
            <a:ext cx="6978261" cy="45719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69869D8-7C4C-1040-E60D-076728929BBC}"/>
              </a:ext>
            </a:extLst>
          </p:cNvPr>
          <p:cNvSpPr/>
          <p:nvPr/>
        </p:nvSpPr>
        <p:spPr>
          <a:xfrm>
            <a:off x="812800" y="458470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PRESENTED BY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00522CF-6195-0440-B98B-A85CD8FA0568}"/>
              </a:ext>
            </a:extLst>
          </p:cNvPr>
          <p:cNvSpPr/>
          <p:nvPr/>
        </p:nvSpPr>
        <p:spPr>
          <a:xfrm>
            <a:off x="812800" y="4838700"/>
            <a:ext cx="719455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1F3F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Sagor Chandro Bakchy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42F76EF-309D-B790-22DA-8BDEA15585A2}"/>
              </a:ext>
            </a:extLst>
          </p:cNvPr>
          <p:cNvSpPr/>
          <p:nvPr/>
        </p:nvSpPr>
        <p:spPr>
          <a:xfrm>
            <a:off x="812800" y="5245100"/>
            <a:ext cx="71945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PhD Student, Florida International University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14" name="Image 3" descr="SeRLoP Research logo">
            <a:extLst>
              <a:ext uri="{FF2B5EF4-FFF2-40B4-BE49-F238E27FC236}">
                <a16:creationId xmlns:a16="http://schemas.microsoft.com/office/drawing/2014/main" id="{1680D641-AF15-DB6F-1DC2-5DF7E9EA6C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11" r="-811"/>
          <a:stretch/>
        </p:blipFill>
        <p:spPr>
          <a:xfrm>
            <a:off x="812800" y="6235700"/>
            <a:ext cx="1555750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1041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F069B-77D6-9BAD-5954-9E2DCA49F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EB8EAE8-C6C0-0056-5C11-1B0CDF51B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Helvetic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0CC2BC-F9C3-10A1-9D2F-11FB6B38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Helvetica"/>
            </a:endParaRP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1CAB6FEB-84CB-8CDB-C6C6-AF3130F42F2B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002060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Helvetica"/>
              </a:rPr>
              <a:t>Outlines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43B09AA-6BD2-BA3C-C972-4F803D57C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124" y="6506673"/>
            <a:ext cx="1986954" cy="29161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5FC80C0-0B02-BC7A-B72F-402C04F3835D}"/>
              </a:ext>
            </a:extLst>
          </p:cNvPr>
          <p:cNvGrpSpPr/>
          <p:nvPr/>
        </p:nvGrpSpPr>
        <p:grpSpPr>
          <a:xfrm>
            <a:off x="3731312" y="1497689"/>
            <a:ext cx="7166843" cy="3511296"/>
            <a:chOff x="502920" y="1298448"/>
            <a:chExt cx="10625328" cy="3511296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8F98B4D0-63CB-3409-20A7-3155387A19C3}"/>
                </a:ext>
              </a:extLst>
            </p:cNvPr>
            <p:cNvSpPr/>
            <p:nvPr/>
          </p:nvSpPr>
          <p:spPr>
            <a:xfrm>
              <a:off x="886968" y="1325880"/>
              <a:ext cx="10241280" cy="420624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6B9C58FC-0782-25C2-E9B7-413AA0BC38DA}"/>
                </a:ext>
              </a:extLst>
            </p:cNvPr>
            <p:cNvSpPr/>
            <p:nvPr/>
          </p:nvSpPr>
          <p:spPr>
            <a:xfrm>
              <a:off x="502920" y="1298448"/>
              <a:ext cx="475488" cy="475488"/>
            </a:xfrm>
            <a:prstGeom prst="ellipse">
              <a:avLst/>
            </a:prstGeom>
            <a:solidFill>
              <a:srgbClr val="E6DAEE"/>
            </a:solidFill>
            <a:ln w="9525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F96A7FFD-188B-1C42-706F-F3C67FAD61F8}"/>
                </a:ext>
              </a:extLst>
            </p:cNvPr>
            <p:cNvSpPr txBox="1"/>
            <p:nvPr/>
          </p:nvSpPr>
          <p:spPr>
            <a:xfrm>
              <a:off x="502920" y="1298448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A5F3438A-E8FD-5EAC-3176-01CE8FEB88FC}"/>
                </a:ext>
              </a:extLst>
            </p:cNvPr>
            <p:cNvSpPr txBox="1"/>
            <p:nvPr/>
          </p:nvSpPr>
          <p:spPr>
            <a:xfrm>
              <a:off x="1069848" y="1325880"/>
              <a:ext cx="100584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Pipeline stages and instruction flow</a:t>
              </a:r>
              <a:endParaRPr lang="en-US" sz="1500" dirty="0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D9374572-5ABA-52EF-3C96-6E516B7FE7EA}"/>
                </a:ext>
              </a:extLst>
            </p:cNvPr>
            <p:cNvSpPr/>
            <p:nvPr/>
          </p:nvSpPr>
          <p:spPr>
            <a:xfrm>
              <a:off x="1271016" y="2084832"/>
              <a:ext cx="9857232" cy="420624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A1317A86-D85B-68FD-1173-EAE47080A7DB}"/>
                </a:ext>
              </a:extLst>
            </p:cNvPr>
            <p:cNvSpPr/>
            <p:nvPr/>
          </p:nvSpPr>
          <p:spPr>
            <a:xfrm>
              <a:off x="886968" y="2057400"/>
              <a:ext cx="475488" cy="475488"/>
            </a:xfrm>
            <a:prstGeom prst="ellipse">
              <a:avLst/>
            </a:prstGeom>
            <a:solidFill>
              <a:srgbClr val="C5E1FB"/>
            </a:solidFill>
            <a:ln w="9525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2264C0DA-211C-AADF-0E86-C893ADFA966D}"/>
                </a:ext>
              </a:extLst>
            </p:cNvPr>
            <p:cNvSpPr txBox="1"/>
            <p:nvPr/>
          </p:nvSpPr>
          <p:spPr>
            <a:xfrm>
              <a:off x="886968" y="2057400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9C7BE136-4B94-F941-D13D-0C248F61AF66}"/>
                </a:ext>
              </a:extLst>
            </p:cNvPr>
            <p:cNvSpPr txBox="1"/>
            <p:nvPr/>
          </p:nvSpPr>
          <p:spPr>
            <a:xfrm>
              <a:off x="1453896" y="2084832"/>
              <a:ext cx="9674352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Types of hazards: control hazard, structural hazard, and data hazard</a:t>
              </a:r>
              <a:endParaRPr lang="en-US" sz="1500" dirty="0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DB133A2D-0F89-FA51-BADA-42BA507C9EFB}"/>
                </a:ext>
              </a:extLst>
            </p:cNvPr>
            <p:cNvSpPr/>
            <p:nvPr/>
          </p:nvSpPr>
          <p:spPr>
            <a:xfrm>
              <a:off x="1655064" y="2843784"/>
              <a:ext cx="9473184" cy="420624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D8A1F2C7-DC4D-F759-DAF7-9DC2395040E6}"/>
                </a:ext>
              </a:extLst>
            </p:cNvPr>
            <p:cNvSpPr/>
            <p:nvPr/>
          </p:nvSpPr>
          <p:spPr>
            <a:xfrm>
              <a:off x="1271016" y="2816352"/>
              <a:ext cx="475488" cy="475488"/>
            </a:xfrm>
            <a:prstGeom prst="ellipse">
              <a:avLst/>
            </a:prstGeom>
            <a:solidFill>
              <a:srgbClr val="E6DAEE"/>
            </a:solidFill>
            <a:ln w="9525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8187AE4D-43B6-24CC-A134-9F1AC941E1AA}"/>
                </a:ext>
              </a:extLst>
            </p:cNvPr>
            <p:cNvSpPr txBox="1"/>
            <p:nvPr/>
          </p:nvSpPr>
          <p:spPr>
            <a:xfrm>
              <a:off x="1271016" y="2816352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EF01E8F9-0CFF-65D1-3A7C-2095B53E435C}"/>
                </a:ext>
              </a:extLst>
            </p:cNvPr>
            <p:cNvSpPr txBox="1"/>
            <p:nvPr/>
          </p:nvSpPr>
          <p:spPr>
            <a:xfrm>
              <a:off x="1837944" y="2843784"/>
              <a:ext cx="92903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Data hazards in detail: RAW, WAR, WAW</a:t>
              </a:r>
              <a:endParaRPr lang="en-US" sz="1500" dirty="0"/>
            </a:p>
          </p:txBody>
        </p:sp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8ADEC94A-391A-7996-9B8D-119C6DC16084}"/>
                </a:ext>
              </a:extLst>
            </p:cNvPr>
            <p:cNvSpPr/>
            <p:nvPr/>
          </p:nvSpPr>
          <p:spPr>
            <a:xfrm>
              <a:off x="2039112" y="3602736"/>
              <a:ext cx="9089136" cy="420624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A6FF5D53-8F71-ED9D-701A-A849B01C1FC8}"/>
                </a:ext>
              </a:extLst>
            </p:cNvPr>
            <p:cNvSpPr/>
            <p:nvPr/>
          </p:nvSpPr>
          <p:spPr>
            <a:xfrm>
              <a:off x="1655064" y="3575304"/>
              <a:ext cx="475488" cy="475488"/>
            </a:xfrm>
            <a:prstGeom prst="ellipse">
              <a:avLst/>
            </a:prstGeom>
            <a:solidFill>
              <a:srgbClr val="C5E1FB"/>
            </a:solidFill>
            <a:ln w="9525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8A311731-66D7-8B94-FE2C-E274253B58FB}"/>
                </a:ext>
              </a:extLst>
            </p:cNvPr>
            <p:cNvSpPr txBox="1"/>
            <p:nvPr/>
          </p:nvSpPr>
          <p:spPr>
            <a:xfrm>
              <a:off x="1655064" y="3575304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4</a:t>
              </a:r>
              <a:endParaRPr lang="en-US" sz="1600" dirty="0"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2934C536-2324-D528-9F9B-C38BEAF0044A}"/>
                </a:ext>
              </a:extLst>
            </p:cNvPr>
            <p:cNvSpPr txBox="1"/>
            <p:nvPr/>
          </p:nvSpPr>
          <p:spPr>
            <a:xfrm>
              <a:off x="2221992" y="3602736"/>
              <a:ext cx="8906256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Hazard mitigation: forwarding, stalling</a:t>
              </a:r>
              <a:endParaRPr lang="en-US" sz="1500" dirty="0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8EACC5C6-3594-5380-A6E5-42FD1B1F1991}"/>
                </a:ext>
              </a:extLst>
            </p:cNvPr>
            <p:cNvSpPr/>
            <p:nvPr/>
          </p:nvSpPr>
          <p:spPr>
            <a:xfrm>
              <a:off x="2423160" y="4361688"/>
              <a:ext cx="8705088" cy="420624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381A1F38-29EE-B7F2-7238-3A713A11B056}"/>
                </a:ext>
              </a:extLst>
            </p:cNvPr>
            <p:cNvSpPr/>
            <p:nvPr/>
          </p:nvSpPr>
          <p:spPr>
            <a:xfrm>
              <a:off x="2039112" y="4334256"/>
              <a:ext cx="475488" cy="475488"/>
            </a:xfrm>
            <a:prstGeom prst="ellipse">
              <a:avLst/>
            </a:prstGeom>
            <a:solidFill>
              <a:srgbClr val="E6DAEE"/>
            </a:solidFill>
            <a:ln w="9525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31749B90-5560-8239-D1F8-1106BC9C7EE2}"/>
                </a:ext>
              </a:extLst>
            </p:cNvPr>
            <p:cNvSpPr txBox="1"/>
            <p:nvPr/>
          </p:nvSpPr>
          <p:spPr>
            <a:xfrm>
              <a:off x="2039112" y="4334256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5</a:t>
              </a:r>
              <a:endParaRPr lang="en-US" sz="1600" dirty="0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74409F7A-0E49-EEEA-9AB5-9CFA81167202}"/>
                </a:ext>
              </a:extLst>
            </p:cNvPr>
            <p:cNvSpPr txBox="1"/>
            <p:nvPr/>
          </p:nvSpPr>
          <p:spPr>
            <a:xfrm>
              <a:off x="2606040" y="4361688"/>
              <a:ext cx="8522208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Pipeline hazard analysis in the gem5 simulator</a:t>
              </a:r>
              <a:endParaRPr lang="en-US" sz="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468311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8BFFD-9BB8-0576-B498-BC03FDD35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B243-0ED4-60CF-132D-43D56ED0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Pipelining?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53076-894F-672D-3B19-34920254146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72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1FDC18E-A738-A07B-277E-149BFD9E6418}"/>
              </a:ext>
            </a:extLst>
          </p:cNvPr>
          <p:cNvSpPr/>
          <p:nvPr/>
        </p:nvSpPr>
        <p:spPr>
          <a:xfrm>
            <a:off x="457200" y="1207008"/>
            <a:ext cx="5486400" cy="384048"/>
          </a:xfrm>
          <a:prstGeom prst="rect">
            <a:avLst/>
          </a:prstGeom>
          <a:solidFill>
            <a:srgbClr val="A5A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082E17A-F370-7431-DEFB-6ECE44E5D202}"/>
              </a:ext>
            </a:extLst>
          </p:cNvPr>
          <p:cNvSpPr txBox="1"/>
          <p:nvPr/>
        </p:nvSpPr>
        <p:spPr>
          <a:xfrm>
            <a:off x="566928" y="1207008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idea of pipeline</a:t>
            </a:r>
            <a:endParaRPr lang="en-US" sz="14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36A34780-C2B4-758C-1C7F-9C614F603883}"/>
              </a:ext>
            </a:extLst>
          </p:cNvPr>
          <p:cNvSpPr/>
          <p:nvPr/>
        </p:nvSpPr>
        <p:spPr>
          <a:xfrm>
            <a:off x="457200" y="1591056"/>
            <a:ext cx="5486400" cy="1856232"/>
          </a:xfrm>
          <a:prstGeom prst="rect">
            <a:avLst/>
          </a:prstGeom>
          <a:solidFill>
            <a:srgbClr val="FCE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00EBDDE-7CE8-A137-B407-CFAAF614BBD5}"/>
              </a:ext>
            </a:extLst>
          </p:cNvPr>
          <p:cNvSpPr txBox="1"/>
          <p:nvPr/>
        </p:nvSpPr>
        <p:spPr>
          <a:xfrm>
            <a:off x="603504" y="1682496"/>
            <a:ext cx="519379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2713" indent="-112713"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 instruction execution into k independent stages, each with its own hardware.</a:t>
            </a:r>
            <a:endParaRPr lang="en-US" sz="1350" dirty="0"/>
          </a:p>
          <a:p>
            <a:pPr marL="112713" indent="-112713"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Once stage 1 finishes an instruction, it starts the next one instead of waiting.</a:t>
            </a:r>
            <a:endParaRPr lang="en-US" sz="1350" dirty="0"/>
          </a:p>
          <a:p>
            <a:pPr marL="112713" indent="-112713"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 of a single instruction does not improve. Throughput does: one instruction completes per cycle in steady state.</a:t>
            </a:r>
            <a:endParaRPr lang="en-US" sz="135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97966973-63B6-14E0-722B-3C02ACAB306F}"/>
              </a:ext>
            </a:extLst>
          </p:cNvPr>
          <p:cNvSpPr/>
          <p:nvPr/>
        </p:nvSpPr>
        <p:spPr>
          <a:xfrm>
            <a:off x="6245352" y="1207008"/>
            <a:ext cx="5486400" cy="384048"/>
          </a:xfrm>
          <a:prstGeom prst="rect">
            <a:avLst/>
          </a:prstGeom>
          <a:solidFill>
            <a:srgbClr val="9DC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0FA6738-BED2-88BB-3751-BDD8CDDC16B7}"/>
              </a:ext>
            </a:extLst>
          </p:cNvPr>
          <p:cNvSpPr txBox="1"/>
          <p:nvPr/>
        </p:nvSpPr>
        <p:spPr>
          <a:xfrm>
            <a:off x="6355080" y="1207008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 of laundry operation</a:t>
            </a:r>
            <a:endParaRPr lang="en-US" sz="14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918B47D6-2D57-3FBC-AD35-B772D4A08FDB}"/>
              </a:ext>
            </a:extLst>
          </p:cNvPr>
          <p:cNvSpPr/>
          <p:nvPr/>
        </p:nvSpPr>
        <p:spPr>
          <a:xfrm>
            <a:off x="6245352" y="1591056"/>
            <a:ext cx="5486400" cy="1856232"/>
          </a:xfrm>
          <a:prstGeom prst="rect">
            <a:avLst/>
          </a:prstGeom>
          <a:solidFill>
            <a:srgbClr val="DE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2DFA6373-EA42-0E27-30C5-811CC2680996}"/>
              </a:ext>
            </a:extLst>
          </p:cNvPr>
          <p:cNvSpPr txBox="1"/>
          <p:nvPr/>
        </p:nvSpPr>
        <p:spPr>
          <a:xfrm>
            <a:off x="6391656" y="1682496"/>
            <a:ext cx="519379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loads of laundry: wash, dry, fold, put away.</a:t>
            </a:r>
            <a:endParaRPr lang="en-US" sz="135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them one load at a time and you wait for the dryer while the washer sits idle.</a:t>
            </a:r>
            <a:endParaRPr lang="en-US" sz="135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washing load 2 the moment load 1 moves to the dryer and every machine stays busy.</a:t>
            </a:r>
            <a:endParaRPr lang="en-US" sz="135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pipeline is a processor that keeps all its machines busy.</a:t>
            </a:r>
            <a:endParaRPr lang="en-US" sz="135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6DA802A2-FE2C-576E-9887-F8BC283A6830}"/>
              </a:ext>
            </a:extLst>
          </p:cNvPr>
          <p:cNvSpPr txBox="1"/>
          <p:nvPr/>
        </p:nvSpPr>
        <p:spPr>
          <a:xfrm>
            <a:off x="45720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stages of laundry operation</a:t>
            </a:r>
            <a:endParaRPr lang="en-US" sz="1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A43B59-2552-0740-86D0-65F6493406B3}"/>
              </a:ext>
            </a:extLst>
          </p:cNvPr>
          <p:cNvGrpSpPr/>
          <p:nvPr/>
        </p:nvGrpSpPr>
        <p:grpSpPr>
          <a:xfrm>
            <a:off x="548640" y="3913632"/>
            <a:ext cx="8879944" cy="2596896"/>
            <a:chOff x="548640" y="3913632"/>
            <a:chExt cx="8879944" cy="2596896"/>
          </a:xfrm>
        </p:grpSpPr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DE2073C8-74A2-87A8-B966-0FDC09EF7D00}"/>
                </a:ext>
              </a:extLst>
            </p:cNvPr>
            <p:cNvSpPr txBox="1"/>
            <p:nvPr/>
          </p:nvSpPr>
          <p:spPr>
            <a:xfrm>
              <a:off x="1737360" y="3913632"/>
              <a:ext cx="1051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t1</a:t>
              </a:r>
              <a:endParaRPr lang="en-US" sz="1100" dirty="0"/>
            </a:p>
          </p:txBody>
        </p:sp>
        <p:sp>
          <p:nvSpPr>
            <p:cNvPr id="34" name="Text 11">
              <a:extLst>
                <a:ext uri="{FF2B5EF4-FFF2-40B4-BE49-F238E27FC236}">
                  <a16:creationId xmlns:a16="http://schemas.microsoft.com/office/drawing/2014/main" id="{ED9EC6D1-9B34-AAEC-9980-F78E52D325C9}"/>
                </a:ext>
              </a:extLst>
            </p:cNvPr>
            <p:cNvSpPr txBox="1"/>
            <p:nvPr/>
          </p:nvSpPr>
          <p:spPr>
            <a:xfrm>
              <a:off x="2788920" y="3913632"/>
              <a:ext cx="1051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t2</a:t>
              </a:r>
              <a:endParaRPr lang="en-US" sz="1100" dirty="0"/>
            </a:p>
          </p:txBody>
        </p:sp>
        <p:sp>
          <p:nvSpPr>
            <p:cNvPr id="38" name="Text 12">
              <a:extLst>
                <a:ext uri="{FF2B5EF4-FFF2-40B4-BE49-F238E27FC236}">
                  <a16:creationId xmlns:a16="http://schemas.microsoft.com/office/drawing/2014/main" id="{BC86E781-46B1-4F81-3979-CC6C97E96883}"/>
                </a:ext>
              </a:extLst>
            </p:cNvPr>
            <p:cNvSpPr txBox="1"/>
            <p:nvPr/>
          </p:nvSpPr>
          <p:spPr>
            <a:xfrm>
              <a:off x="3840480" y="3913632"/>
              <a:ext cx="1051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t3</a:t>
              </a:r>
              <a:endParaRPr lang="en-US" sz="1100" dirty="0"/>
            </a:p>
          </p:txBody>
        </p:sp>
        <p:sp>
          <p:nvSpPr>
            <p:cNvPr id="42" name="Text 13">
              <a:extLst>
                <a:ext uri="{FF2B5EF4-FFF2-40B4-BE49-F238E27FC236}">
                  <a16:creationId xmlns:a16="http://schemas.microsoft.com/office/drawing/2014/main" id="{AB970BAE-D303-9EBE-3422-9C4098B2D360}"/>
                </a:ext>
              </a:extLst>
            </p:cNvPr>
            <p:cNvSpPr txBox="1"/>
            <p:nvPr/>
          </p:nvSpPr>
          <p:spPr>
            <a:xfrm>
              <a:off x="4892040" y="3913632"/>
              <a:ext cx="1051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t4</a:t>
              </a:r>
              <a:endParaRPr lang="en-US" sz="1100" dirty="0"/>
            </a:p>
          </p:txBody>
        </p:sp>
        <p:sp>
          <p:nvSpPr>
            <p:cNvPr id="46" name="Text 14">
              <a:extLst>
                <a:ext uri="{FF2B5EF4-FFF2-40B4-BE49-F238E27FC236}">
                  <a16:creationId xmlns:a16="http://schemas.microsoft.com/office/drawing/2014/main" id="{DFD84DF4-87E3-CE43-B728-446788E6174E}"/>
                </a:ext>
              </a:extLst>
            </p:cNvPr>
            <p:cNvSpPr txBox="1"/>
            <p:nvPr/>
          </p:nvSpPr>
          <p:spPr>
            <a:xfrm>
              <a:off x="5943600" y="3913632"/>
              <a:ext cx="1051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t5</a:t>
              </a:r>
              <a:endParaRPr lang="en-US" sz="1100" dirty="0"/>
            </a:p>
          </p:txBody>
        </p:sp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968C46F6-EEFE-230D-FE79-77BC0AD66C35}"/>
                </a:ext>
              </a:extLst>
            </p:cNvPr>
            <p:cNvSpPr txBox="1"/>
            <p:nvPr/>
          </p:nvSpPr>
          <p:spPr>
            <a:xfrm>
              <a:off x="6995160" y="3913632"/>
              <a:ext cx="1051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t6</a:t>
              </a:r>
              <a:endParaRPr lang="en-US" sz="1100" dirty="0"/>
            </a:p>
          </p:txBody>
        </p:sp>
        <p:sp>
          <p:nvSpPr>
            <p:cNvPr id="54" name="Text 16">
              <a:extLst>
                <a:ext uri="{FF2B5EF4-FFF2-40B4-BE49-F238E27FC236}">
                  <a16:creationId xmlns:a16="http://schemas.microsoft.com/office/drawing/2014/main" id="{1767B4FA-2D80-6136-4729-9EDE8D35DA4D}"/>
                </a:ext>
              </a:extLst>
            </p:cNvPr>
            <p:cNvSpPr txBox="1"/>
            <p:nvPr/>
          </p:nvSpPr>
          <p:spPr>
            <a:xfrm>
              <a:off x="8046720" y="3913632"/>
              <a:ext cx="1051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t7</a:t>
              </a:r>
              <a:endParaRPr lang="en-US" sz="1100" dirty="0"/>
            </a:p>
          </p:txBody>
        </p:sp>
        <p:sp>
          <p:nvSpPr>
            <p:cNvPr id="58" name="Text 17">
              <a:extLst>
                <a:ext uri="{FF2B5EF4-FFF2-40B4-BE49-F238E27FC236}">
                  <a16:creationId xmlns:a16="http://schemas.microsoft.com/office/drawing/2014/main" id="{3097F3E6-E2B0-24B2-FA81-E9BEC469F7BC}"/>
                </a:ext>
              </a:extLst>
            </p:cNvPr>
            <p:cNvSpPr txBox="1"/>
            <p:nvPr/>
          </p:nvSpPr>
          <p:spPr>
            <a:xfrm>
              <a:off x="548640" y="420624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Load 1</a:t>
              </a:r>
              <a:endParaRPr lang="en-US" sz="1200" dirty="0"/>
            </a:p>
          </p:txBody>
        </p:sp>
        <p:sp>
          <p:nvSpPr>
            <p:cNvPr id="62" name="Shape 18">
              <a:extLst>
                <a:ext uri="{FF2B5EF4-FFF2-40B4-BE49-F238E27FC236}">
                  <a16:creationId xmlns:a16="http://schemas.microsoft.com/office/drawing/2014/main" id="{62C27DBE-F65C-B2F6-D861-ECAED03F6E9D}"/>
                </a:ext>
              </a:extLst>
            </p:cNvPr>
            <p:cNvSpPr/>
            <p:nvPr/>
          </p:nvSpPr>
          <p:spPr>
            <a:xfrm>
              <a:off x="1737360" y="4206240"/>
              <a:ext cx="1051560" cy="457200"/>
            </a:xfrm>
            <a:prstGeom prst="rect">
              <a:avLst/>
            </a:prstGeom>
            <a:solidFill>
              <a:srgbClr val="CFE7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19">
              <a:extLst>
                <a:ext uri="{FF2B5EF4-FFF2-40B4-BE49-F238E27FC236}">
                  <a16:creationId xmlns:a16="http://schemas.microsoft.com/office/drawing/2014/main" id="{DEB83BBD-EAA0-E663-1A5A-BB5587DB8B01}"/>
                </a:ext>
              </a:extLst>
            </p:cNvPr>
            <p:cNvSpPr txBox="1"/>
            <p:nvPr/>
          </p:nvSpPr>
          <p:spPr>
            <a:xfrm>
              <a:off x="1737360" y="42062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Wash</a:t>
              </a:r>
              <a:endParaRPr lang="en-US" sz="1100" dirty="0"/>
            </a:p>
          </p:txBody>
        </p:sp>
        <p:sp>
          <p:nvSpPr>
            <p:cNvPr id="67" name="Shape 20">
              <a:extLst>
                <a:ext uri="{FF2B5EF4-FFF2-40B4-BE49-F238E27FC236}">
                  <a16:creationId xmlns:a16="http://schemas.microsoft.com/office/drawing/2014/main" id="{3EDA4BAD-9FA4-A6C5-C9A0-3AEF61152412}"/>
                </a:ext>
              </a:extLst>
            </p:cNvPr>
            <p:cNvSpPr/>
            <p:nvPr/>
          </p:nvSpPr>
          <p:spPr>
            <a:xfrm>
              <a:off x="2788920" y="4206240"/>
              <a:ext cx="1051560" cy="457200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21">
              <a:extLst>
                <a:ext uri="{FF2B5EF4-FFF2-40B4-BE49-F238E27FC236}">
                  <a16:creationId xmlns:a16="http://schemas.microsoft.com/office/drawing/2014/main" id="{EAAE238B-D856-DC17-47F7-3E60F9689EE6}"/>
                </a:ext>
              </a:extLst>
            </p:cNvPr>
            <p:cNvSpPr txBox="1"/>
            <p:nvPr/>
          </p:nvSpPr>
          <p:spPr>
            <a:xfrm>
              <a:off x="2788920" y="42062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Dry</a:t>
              </a:r>
              <a:endParaRPr lang="en-US" sz="1100" dirty="0"/>
            </a:p>
          </p:txBody>
        </p:sp>
        <p:sp>
          <p:nvSpPr>
            <p:cNvPr id="71" name="Shape 22">
              <a:extLst>
                <a:ext uri="{FF2B5EF4-FFF2-40B4-BE49-F238E27FC236}">
                  <a16:creationId xmlns:a16="http://schemas.microsoft.com/office/drawing/2014/main" id="{5496DC36-B509-FA21-44BE-2CECED9DCCBD}"/>
                </a:ext>
              </a:extLst>
            </p:cNvPr>
            <p:cNvSpPr/>
            <p:nvPr/>
          </p:nvSpPr>
          <p:spPr>
            <a:xfrm>
              <a:off x="3840480" y="4206240"/>
              <a:ext cx="1051560" cy="457200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23">
              <a:extLst>
                <a:ext uri="{FF2B5EF4-FFF2-40B4-BE49-F238E27FC236}">
                  <a16:creationId xmlns:a16="http://schemas.microsoft.com/office/drawing/2014/main" id="{74B52379-3FAD-FD31-4AEC-9B7AACC206F5}"/>
                </a:ext>
              </a:extLst>
            </p:cNvPr>
            <p:cNvSpPr txBox="1"/>
            <p:nvPr/>
          </p:nvSpPr>
          <p:spPr>
            <a:xfrm>
              <a:off x="3840480" y="42062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Fold</a:t>
              </a:r>
              <a:endParaRPr lang="en-US" sz="1100" dirty="0"/>
            </a:p>
          </p:txBody>
        </p:sp>
        <p:sp>
          <p:nvSpPr>
            <p:cNvPr id="75" name="Shape 24">
              <a:extLst>
                <a:ext uri="{FF2B5EF4-FFF2-40B4-BE49-F238E27FC236}">
                  <a16:creationId xmlns:a16="http://schemas.microsoft.com/office/drawing/2014/main" id="{0C67D3CB-476C-12F9-6FF5-F7E2F35F06E0}"/>
                </a:ext>
              </a:extLst>
            </p:cNvPr>
            <p:cNvSpPr/>
            <p:nvPr/>
          </p:nvSpPr>
          <p:spPr>
            <a:xfrm>
              <a:off x="4892040" y="4206240"/>
              <a:ext cx="1051560" cy="457200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 25">
              <a:extLst>
                <a:ext uri="{FF2B5EF4-FFF2-40B4-BE49-F238E27FC236}">
                  <a16:creationId xmlns:a16="http://schemas.microsoft.com/office/drawing/2014/main" id="{A0F054DF-E008-AE81-5134-0AFA860BE890}"/>
                </a:ext>
              </a:extLst>
            </p:cNvPr>
            <p:cNvSpPr txBox="1"/>
            <p:nvPr/>
          </p:nvSpPr>
          <p:spPr>
            <a:xfrm>
              <a:off x="4892040" y="42062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Store</a:t>
              </a:r>
              <a:endParaRPr lang="en-US" sz="1100" dirty="0"/>
            </a:p>
          </p:txBody>
        </p:sp>
        <p:sp>
          <p:nvSpPr>
            <p:cNvPr id="79" name="Text 26">
              <a:extLst>
                <a:ext uri="{FF2B5EF4-FFF2-40B4-BE49-F238E27FC236}">
                  <a16:creationId xmlns:a16="http://schemas.microsoft.com/office/drawing/2014/main" id="{9C075D84-A112-E614-04A3-4CC48C33DA02}"/>
                </a:ext>
              </a:extLst>
            </p:cNvPr>
            <p:cNvSpPr txBox="1"/>
            <p:nvPr/>
          </p:nvSpPr>
          <p:spPr>
            <a:xfrm>
              <a:off x="548640" y="466344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Load 2</a:t>
              </a:r>
              <a:endParaRPr lang="en-US" sz="1200" dirty="0"/>
            </a:p>
          </p:txBody>
        </p:sp>
        <p:sp>
          <p:nvSpPr>
            <p:cNvPr id="81" name="Shape 27">
              <a:extLst>
                <a:ext uri="{FF2B5EF4-FFF2-40B4-BE49-F238E27FC236}">
                  <a16:creationId xmlns:a16="http://schemas.microsoft.com/office/drawing/2014/main" id="{C25FBB3C-E78D-D973-8F63-6470AFB21AAE}"/>
                </a:ext>
              </a:extLst>
            </p:cNvPr>
            <p:cNvSpPr/>
            <p:nvPr/>
          </p:nvSpPr>
          <p:spPr>
            <a:xfrm>
              <a:off x="2788920" y="4663440"/>
              <a:ext cx="1051560" cy="457200"/>
            </a:xfrm>
            <a:prstGeom prst="rect">
              <a:avLst/>
            </a:prstGeom>
            <a:solidFill>
              <a:srgbClr val="CFE7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 28">
              <a:extLst>
                <a:ext uri="{FF2B5EF4-FFF2-40B4-BE49-F238E27FC236}">
                  <a16:creationId xmlns:a16="http://schemas.microsoft.com/office/drawing/2014/main" id="{60FA0283-EE9E-BC95-EC7C-9E9BCBDE6B9C}"/>
                </a:ext>
              </a:extLst>
            </p:cNvPr>
            <p:cNvSpPr txBox="1"/>
            <p:nvPr/>
          </p:nvSpPr>
          <p:spPr>
            <a:xfrm>
              <a:off x="2788920" y="46634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Wash</a:t>
              </a:r>
              <a:endParaRPr lang="en-US" sz="1100" dirty="0"/>
            </a:p>
          </p:txBody>
        </p:sp>
        <p:sp>
          <p:nvSpPr>
            <p:cNvPr id="85" name="Shape 29">
              <a:extLst>
                <a:ext uri="{FF2B5EF4-FFF2-40B4-BE49-F238E27FC236}">
                  <a16:creationId xmlns:a16="http://schemas.microsoft.com/office/drawing/2014/main" id="{803086C9-1F3D-484D-FD35-8FBA3038CFFE}"/>
                </a:ext>
              </a:extLst>
            </p:cNvPr>
            <p:cNvSpPr/>
            <p:nvPr/>
          </p:nvSpPr>
          <p:spPr>
            <a:xfrm>
              <a:off x="3840480" y="4663440"/>
              <a:ext cx="1051560" cy="457200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30">
              <a:extLst>
                <a:ext uri="{FF2B5EF4-FFF2-40B4-BE49-F238E27FC236}">
                  <a16:creationId xmlns:a16="http://schemas.microsoft.com/office/drawing/2014/main" id="{CC39FFF9-792C-3338-6EBE-FEFEB6B6F594}"/>
                </a:ext>
              </a:extLst>
            </p:cNvPr>
            <p:cNvSpPr txBox="1"/>
            <p:nvPr/>
          </p:nvSpPr>
          <p:spPr>
            <a:xfrm>
              <a:off x="3840480" y="46634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Dry</a:t>
              </a:r>
              <a:endParaRPr lang="en-US" sz="1100" dirty="0"/>
            </a:p>
          </p:txBody>
        </p:sp>
        <p:sp>
          <p:nvSpPr>
            <p:cNvPr id="89" name="Shape 31">
              <a:extLst>
                <a:ext uri="{FF2B5EF4-FFF2-40B4-BE49-F238E27FC236}">
                  <a16:creationId xmlns:a16="http://schemas.microsoft.com/office/drawing/2014/main" id="{80DBBBA6-8B56-B537-6996-EBDA9958DFD0}"/>
                </a:ext>
              </a:extLst>
            </p:cNvPr>
            <p:cNvSpPr/>
            <p:nvPr/>
          </p:nvSpPr>
          <p:spPr>
            <a:xfrm>
              <a:off x="4892040" y="4663440"/>
              <a:ext cx="1051560" cy="457200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 32">
              <a:extLst>
                <a:ext uri="{FF2B5EF4-FFF2-40B4-BE49-F238E27FC236}">
                  <a16:creationId xmlns:a16="http://schemas.microsoft.com/office/drawing/2014/main" id="{B537939A-172D-5FA3-249E-42AABF298043}"/>
                </a:ext>
              </a:extLst>
            </p:cNvPr>
            <p:cNvSpPr txBox="1"/>
            <p:nvPr/>
          </p:nvSpPr>
          <p:spPr>
            <a:xfrm>
              <a:off x="4892040" y="46634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Fold</a:t>
              </a:r>
              <a:endParaRPr lang="en-US" sz="1100" dirty="0"/>
            </a:p>
          </p:txBody>
        </p:sp>
        <p:sp>
          <p:nvSpPr>
            <p:cNvPr id="93" name="Shape 33">
              <a:extLst>
                <a:ext uri="{FF2B5EF4-FFF2-40B4-BE49-F238E27FC236}">
                  <a16:creationId xmlns:a16="http://schemas.microsoft.com/office/drawing/2014/main" id="{4B41E2F1-D373-A9F0-0666-0BD6CF283036}"/>
                </a:ext>
              </a:extLst>
            </p:cNvPr>
            <p:cNvSpPr/>
            <p:nvPr/>
          </p:nvSpPr>
          <p:spPr>
            <a:xfrm>
              <a:off x="5943600" y="4663440"/>
              <a:ext cx="1051560" cy="457200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 34">
              <a:extLst>
                <a:ext uri="{FF2B5EF4-FFF2-40B4-BE49-F238E27FC236}">
                  <a16:creationId xmlns:a16="http://schemas.microsoft.com/office/drawing/2014/main" id="{089A0B8B-3F6A-9270-6CC2-AB13D5C4E871}"/>
                </a:ext>
              </a:extLst>
            </p:cNvPr>
            <p:cNvSpPr txBox="1"/>
            <p:nvPr/>
          </p:nvSpPr>
          <p:spPr>
            <a:xfrm>
              <a:off x="5943600" y="46634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Store</a:t>
              </a:r>
              <a:endParaRPr lang="en-US" sz="1100" dirty="0"/>
            </a:p>
          </p:txBody>
        </p:sp>
        <p:sp>
          <p:nvSpPr>
            <p:cNvPr id="97" name="Text 35">
              <a:extLst>
                <a:ext uri="{FF2B5EF4-FFF2-40B4-BE49-F238E27FC236}">
                  <a16:creationId xmlns:a16="http://schemas.microsoft.com/office/drawing/2014/main" id="{76144FDE-7924-73A4-1387-F046568FA60A}"/>
                </a:ext>
              </a:extLst>
            </p:cNvPr>
            <p:cNvSpPr txBox="1"/>
            <p:nvPr/>
          </p:nvSpPr>
          <p:spPr>
            <a:xfrm>
              <a:off x="548640" y="512064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Load 3</a:t>
              </a:r>
              <a:endParaRPr lang="en-US" sz="1200" dirty="0"/>
            </a:p>
          </p:txBody>
        </p:sp>
        <p:sp>
          <p:nvSpPr>
            <p:cNvPr id="99" name="Shape 36">
              <a:extLst>
                <a:ext uri="{FF2B5EF4-FFF2-40B4-BE49-F238E27FC236}">
                  <a16:creationId xmlns:a16="http://schemas.microsoft.com/office/drawing/2014/main" id="{01373ADE-B441-4326-6D9F-E3CF8EAB8051}"/>
                </a:ext>
              </a:extLst>
            </p:cNvPr>
            <p:cNvSpPr/>
            <p:nvPr/>
          </p:nvSpPr>
          <p:spPr>
            <a:xfrm>
              <a:off x="3840480" y="5120640"/>
              <a:ext cx="1051560" cy="457200"/>
            </a:xfrm>
            <a:prstGeom prst="rect">
              <a:avLst/>
            </a:prstGeom>
            <a:solidFill>
              <a:srgbClr val="CFE7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 37">
              <a:extLst>
                <a:ext uri="{FF2B5EF4-FFF2-40B4-BE49-F238E27FC236}">
                  <a16:creationId xmlns:a16="http://schemas.microsoft.com/office/drawing/2014/main" id="{DF32AE53-B306-E3B8-CFB7-C02877C0BC25}"/>
                </a:ext>
              </a:extLst>
            </p:cNvPr>
            <p:cNvSpPr txBox="1"/>
            <p:nvPr/>
          </p:nvSpPr>
          <p:spPr>
            <a:xfrm>
              <a:off x="3840480" y="51206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Wash</a:t>
              </a:r>
              <a:endParaRPr lang="en-US" sz="1100" dirty="0"/>
            </a:p>
          </p:txBody>
        </p:sp>
        <p:sp>
          <p:nvSpPr>
            <p:cNvPr id="103" name="Shape 38">
              <a:extLst>
                <a:ext uri="{FF2B5EF4-FFF2-40B4-BE49-F238E27FC236}">
                  <a16:creationId xmlns:a16="http://schemas.microsoft.com/office/drawing/2014/main" id="{A1943507-F0B9-2528-94E0-F794D43235D0}"/>
                </a:ext>
              </a:extLst>
            </p:cNvPr>
            <p:cNvSpPr/>
            <p:nvPr/>
          </p:nvSpPr>
          <p:spPr>
            <a:xfrm>
              <a:off x="4892040" y="5120640"/>
              <a:ext cx="1051560" cy="457200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Text 39">
              <a:extLst>
                <a:ext uri="{FF2B5EF4-FFF2-40B4-BE49-F238E27FC236}">
                  <a16:creationId xmlns:a16="http://schemas.microsoft.com/office/drawing/2014/main" id="{65BB6542-23AD-EC29-F502-4DF1078741E8}"/>
                </a:ext>
              </a:extLst>
            </p:cNvPr>
            <p:cNvSpPr txBox="1"/>
            <p:nvPr/>
          </p:nvSpPr>
          <p:spPr>
            <a:xfrm>
              <a:off x="4892040" y="51206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Dry</a:t>
              </a:r>
              <a:endParaRPr lang="en-US" sz="1100" dirty="0"/>
            </a:p>
          </p:txBody>
        </p:sp>
        <p:sp>
          <p:nvSpPr>
            <p:cNvPr id="107" name="Shape 40">
              <a:extLst>
                <a:ext uri="{FF2B5EF4-FFF2-40B4-BE49-F238E27FC236}">
                  <a16:creationId xmlns:a16="http://schemas.microsoft.com/office/drawing/2014/main" id="{4B5F8C80-A173-E98E-0A4E-AE748FC286C0}"/>
                </a:ext>
              </a:extLst>
            </p:cNvPr>
            <p:cNvSpPr/>
            <p:nvPr/>
          </p:nvSpPr>
          <p:spPr>
            <a:xfrm>
              <a:off x="5943600" y="5120640"/>
              <a:ext cx="1051560" cy="457200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Text 41">
              <a:extLst>
                <a:ext uri="{FF2B5EF4-FFF2-40B4-BE49-F238E27FC236}">
                  <a16:creationId xmlns:a16="http://schemas.microsoft.com/office/drawing/2014/main" id="{4EA424E8-B772-77FD-8043-CFDCA2CA5F8F}"/>
                </a:ext>
              </a:extLst>
            </p:cNvPr>
            <p:cNvSpPr txBox="1"/>
            <p:nvPr/>
          </p:nvSpPr>
          <p:spPr>
            <a:xfrm>
              <a:off x="5943600" y="51206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Fold</a:t>
              </a:r>
              <a:endParaRPr lang="en-US" sz="1100" dirty="0"/>
            </a:p>
          </p:txBody>
        </p:sp>
        <p:sp>
          <p:nvSpPr>
            <p:cNvPr id="111" name="Shape 42">
              <a:extLst>
                <a:ext uri="{FF2B5EF4-FFF2-40B4-BE49-F238E27FC236}">
                  <a16:creationId xmlns:a16="http://schemas.microsoft.com/office/drawing/2014/main" id="{05F724CA-8CFF-1396-32DE-8CA0F5C9BF2E}"/>
                </a:ext>
              </a:extLst>
            </p:cNvPr>
            <p:cNvSpPr/>
            <p:nvPr/>
          </p:nvSpPr>
          <p:spPr>
            <a:xfrm>
              <a:off x="6995160" y="5120640"/>
              <a:ext cx="1051560" cy="457200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Text 43">
              <a:extLst>
                <a:ext uri="{FF2B5EF4-FFF2-40B4-BE49-F238E27FC236}">
                  <a16:creationId xmlns:a16="http://schemas.microsoft.com/office/drawing/2014/main" id="{16D071D8-E6A3-6B0D-7E8A-5B04FD6D0228}"/>
                </a:ext>
              </a:extLst>
            </p:cNvPr>
            <p:cNvSpPr txBox="1"/>
            <p:nvPr/>
          </p:nvSpPr>
          <p:spPr>
            <a:xfrm>
              <a:off x="6995160" y="51206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Store</a:t>
              </a:r>
              <a:endParaRPr lang="en-US" sz="1100" dirty="0"/>
            </a:p>
          </p:txBody>
        </p:sp>
        <p:sp>
          <p:nvSpPr>
            <p:cNvPr id="115" name="Text 44">
              <a:extLst>
                <a:ext uri="{FF2B5EF4-FFF2-40B4-BE49-F238E27FC236}">
                  <a16:creationId xmlns:a16="http://schemas.microsoft.com/office/drawing/2014/main" id="{8374EAAE-41C2-A7EB-9853-BD2527D86914}"/>
                </a:ext>
              </a:extLst>
            </p:cNvPr>
            <p:cNvSpPr txBox="1"/>
            <p:nvPr/>
          </p:nvSpPr>
          <p:spPr>
            <a:xfrm>
              <a:off x="548640" y="5577840"/>
              <a:ext cx="1097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Load 4</a:t>
              </a:r>
              <a:endParaRPr lang="en-US" sz="1200" dirty="0"/>
            </a:p>
          </p:txBody>
        </p:sp>
        <p:sp>
          <p:nvSpPr>
            <p:cNvPr id="117" name="Shape 45">
              <a:extLst>
                <a:ext uri="{FF2B5EF4-FFF2-40B4-BE49-F238E27FC236}">
                  <a16:creationId xmlns:a16="http://schemas.microsoft.com/office/drawing/2014/main" id="{8499BC9E-AF29-305B-C864-3728D32F325E}"/>
                </a:ext>
              </a:extLst>
            </p:cNvPr>
            <p:cNvSpPr/>
            <p:nvPr/>
          </p:nvSpPr>
          <p:spPr>
            <a:xfrm>
              <a:off x="4892040" y="5577840"/>
              <a:ext cx="1051560" cy="457200"/>
            </a:xfrm>
            <a:prstGeom prst="rect">
              <a:avLst/>
            </a:prstGeom>
            <a:solidFill>
              <a:srgbClr val="CFE7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Text 46">
              <a:extLst>
                <a:ext uri="{FF2B5EF4-FFF2-40B4-BE49-F238E27FC236}">
                  <a16:creationId xmlns:a16="http://schemas.microsoft.com/office/drawing/2014/main" id="{9967DD81-E3EC-1FEF-6497-8E61DC30A728}"/>
                </a:ext>
              </a:extLst>
            </p:cNvPr>
            <p:cNvSpPr txBox="1"/>
            <p:nvPr/>
          </p:nvSpPr>
          <p:spPr>
            <a:xfrm>
              <a:off x="4892040" y="55778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Wash</a:t>
              </a:r>
              <a:endParaRPr lang="en-US" sz="1100" dirty="0"/>
            </a:p>
          </p:txBody>
        </p:sp>
        <p:sp>
          <p:nvSpPr>
            <p:cNvPr id="121" name="Shape 47">
              <a:extLst>
                <a:ext uri="{FF2B5EF4-FFF2-40B4-BE49-F238E27FC236}">
                  <a16:creationId xmlns:a16="http://schemas.microsoft.com/office/drawing/2014/main" id="{5112B3F5-072F-B93E-DFAE-34AC9F972513}"/>
                </a:ext>
              </a:extLst>
            </p:cNvPr>
            <p:cNvSpPr/>
            <p:nvPr/>
          </p:nvSpPr>
          <p:spPr>
            <a:xfrm>
              <a:off x="5943600" y="5577840"/>
              <a:ext cx="1051560" cy="457200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Text 48">
              <a:extLst>
                <a:ext uri="{FF2B5EF4-FFF2-40B4-BE49-F238E27FC236}">
                  <a16:creationId xmlns:a16="http://schemas.microsoft.com/office/drawing/2014/main" id="{C55ADD2C-82B1-ABDB-D9D0-41812858B02E}"/>
                </a:ext>
              </a:extLst>
            </p:cNvPr>
            <p:cNvSpPr txBox="1"/>
            <p:nvPr/>
          </p:nvSpPr>
          <p:spPr>
            <a:xfrm>
              <a:off x="5943600" y="55778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Dry</a:t>
              </a:r>
              <a:endParaRPr lang="en-US" sz="1100" dirty="0"/>
            </a:p>
          </p:txBody>
        </p:sp>
        <p:sp>
          <p:nvSpPr>
            <p:cNvPr id="125" name="Shape 49">
              <a:extLst>
                <a:ext uri="{FF2B5EF4-FFF2-40B4-BE49-F238E27FC236}">
                  <a16:creationId xmlns:a16="http://schemas.microsoft.com/office/drawing/2014/main" id="{D0E36736-97FB-55AC-6E45-A7B886862A60}"/>
                </a:ext>
              </a:extLst>
            </p:cNvPr>
            <p:cNvSpPr/>
            <p:nvPr/>
          </p:nvSpPr>
          <p:spPr>
            <a:xfrm>
              <a:off x="6995160" y="5577840"/>
              <a:ext cx="1051560" cy="457200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Text 50">
              <a:extLst>
                <a:ext uri="{FF2B5EF4-FFF2-40B4-BE49-F238E27FC236}">
                  <a16:creationId xmlns:a16="http://schemas.microsoft.com/office/drawing/2014/main" id="{4DF888B1-2DC2-A910-D778-E905507E9538}"/>
                </a:ext>
              </a:extLst>
            </p:cNvPr>
            <p:cNvSpPr txBox="1"/>
            <p:nvPr/>
          </p:nvSpPr>
          <p:spPr>
            <a:xfrm>
              <a:off x="6995160" y="55778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Fold</a:t>
              </a:r>
              <a:endParaRPr lang="en-US" sz="1100" dirty="0"/>
            </a:p>
          </p:txBody>
        </p:sp>
        <p:sp>
          <p:nvSpPr>
            <p:cNvPr id="129" name="Shape 51">
              <a:extLst>
                <a:ext uri="{FF2B5EF4-FFF2-40B4-BE49-F238E27FC236}">
                  <a16:creationId xmlns:a16="http://schemas.microsoft.com/office/drawing/2014/main" id="{EA6E95E4-3239-2E68-3015-877B2314D261}"/>
                </a:ext>
              </a:extLst>
            </p:cNvPr>
            <p:cNvSpPr/>
            <p:nvPr/>
          </p:nvSpPr>
          <p:spPr>
            <a:xfrm>
              <a:off x="8046720" y="5577840"/>
              <a:ext cx="1051560" cy="457200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Text 52">
              <a:extLst>
                <a:ext uri="{FF2B5EF4-FFF2-40B4-BE49-F238E27FC236}">
                  <a16:creationId xmlns:a16="http://schemas.microsoft.com/office/drawing/2014/main" id="{753C077D-DEFD-11D2-59BB-99F3E712542B}"/>
                </a:ext>
              </a:extLst>
            </p:cNvPr>
            <p:cNvSpPr txBox="1"/>
            <p:nvPr/>
          </p:nvSpPr>
          <p:spPr>
            <a:xfrm>
              <a:off x="8046720" y="5577840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Store</a:t>
              </a:r>
              <a:endParaRPr lang="en-US" sz="1100" dirty="0"/>
            </a:p>
          </p:txBody>
        </p:sp>
        <p:sp>
          <p:nvSpPr>
            <p:cNvPr id="133" name="Text 53">
              <a:extLst>
                <a:ext uri="{FF2B5EF4-FFF2-40B4-BE49-F238E27FC236}">
                  <a16:creationId xmlns:a16="http://schemas.microsoft.com/office/drawing/2014/main" id="{C2AD482A-CE78-269C-D531-E853E8C770F9}"/>
                </a:ext>
              </a:extLst>
            </p:cNvPr>
            <p:cNvSpPr txBox="1"/>
            <p:nvPr/>
          </p:nvSpPr>
          <p:spPr>
            <a:xfrm>
              <a:off x="3510176" y="6053328"/>
              <a:ext cx="591840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Sequentially, this takes 16 time slots. Overlapped, it takes 7.</a:t>
              </a:r>
              <a:endParaRPr lang="en-US" sz="13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375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C885-1D53-3BDD-76A4-42E72D332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41288-356F-1D3D-AA97-680160891FE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73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03CC5D2-00D4-202E-756B-6AA7D9BA4412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Five Pipeline Stages</a:t>
            </a:r>
            <a:endParaRPr lang="en-US" sz="30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ED80BCB-A91E-F987-6D7A-B6536BAB50DC}"/>
              </a:ext>
            </a:extLst>
          </p:cNvPr>
          <p:cNvSpPr txBox="1"/>
          <p:nvPr/>
        </p:nvSpPr>
        <p:spPr>
          <a:xfrm>
            <a:off x="502920" y="2011680"/>
            <a:ext cx="2121408" cy="101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the instruction at the PC from instruction memory / instruction-cache.</a:t>
            </a:r>
            <a:endParaRPr lang="en-US" sz="115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Increment PC (or take the predicted target).</a:t>
            </a:r>
            <a:endParaRPr lang="en-US" sz="115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EAE83DBE-C07F-BD9E-C46C-662B0CD48D45}"/>
              </a:ext>
            </a:extLst>
          </p:cNvPr>
          <p:cNvSpPr txBox="1"/>
          <p:nvPr/>
        </p:nvSpPr>
        <p:spPr>
          <a:xfrm>
            <a:off x="2761488" y="2011680"/>
            <a:ext cx="2121408" cy="80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Decode the opcode and generate control signals.</a:t>
            </a:r>
            <a:endParaRPr lang="en-US" sz="115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source operands from the register file</a:t>
            </a:r>
            <a:endParaRPr lang="en-US" sz="115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4765239F-1099-2834-4AC6-64598190F969}"/>
              </a:ext>
            </a:extLst>
          </p:cNvPr>
          <p:cNvSpPr txBox="1"/>
          <p:nvPr/>
        </p:nvSpPr>
        <p:spPr>
          <a:xfrm>
            <a:off x="5020056" y="2011680"/>
            <a:ext cx="2121408" cy="101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ALU performs arithmetic, logic, or shift.</a:t>
            </a:r>
            <a:endParaRPr lang="en-US" sz="115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Computes effective address for loads/stores and the branch condition.</a:t>
            </a:r>
            <a:endParaRPr lang="en-US" sz="115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9002BD61-88C4-2508-3DC2-E59BED560CB0}"/>
              </a:ext>
            </a:extLst>
          </p:cNvPr>
          <p:cNvSpPr txBox="1"/>
          <p:nvPr/>
        </p:nvSpPr>
        <p:spPr>
          <a:xfrm>
            <a:off x="7278624" y="2011680"/>
            <a:ext cx="2121408" cy="807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Loads read from the D-cache and stores write to it.</a:t>
            </a:r>
            <a:endParaRPr lang="en-US" sz="115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Non-memory instructions pass straight through.</a:t>
            </a:r>
            <a:endParaRPr lang="en-US" sz="115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FA0F88B-4A7D-19CD-E4C5-94E1E4F201E3}"/>
              </a:ext>
            </a:extLst>
          </p:cNvPr>
          <p:cNvGrpSpPr/>
          <p:nvPr/>
        </p:nvGrpSpPr>
        <p:grpSpPr>
          <a:xfrm>
            <a:off x="502920" y="1234440"/>
            <a:ext cx="11155680" cy="685800"/>
            <a:chOff x="502920" y="1234440"/>
            <a:chExt cx="11155680" cy="685800"/>
          </a:xfrm>
        </p:grpSpPr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521A0BFE-5FD1-663A-77B6-E05A7C66A40D}"/>
                </a:ext>
              </a:extLst>
            </p:cNvPr>
            <p:cNvSpPr/>
            <p:nvPr/>
          </p:nvSpPr>
          <p:spPr>
            <a:xfrm>
              <a:off x="502920" y="1234440"/>
              <a:ext cx="2121408" cy="685800"/>
            </a:xfrm>
            <a:prstGeom prst="roundRect">
              <a:avLst>
                <a:gd name="adj" fmla="val 10667"/>
              </a:avLst>
            </a:prstGeom>
            <a:solidFill>
              <a:srgbClr val="C5E1FB"/>
            </a:solidFill>
            <a:ln w="11430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2">
              <a:extLst>
                <a:ext uri="{FF2B5EF4-FFF2-40B4-BE49-F238E27FC236}">
                  <a16:creationId xmlns:a16="http://schemas.microsoft.com/office/drawing/2014/main" id="{CAC33DF2-8231-8409-F4BE-CBF02A63BDD5}"/>
                </a:ext>
              </a:extLst>
            </p:cNvPr>
            <p:cNvSpPr txBox="1"/>
            <p:nvPr/>
          </p:nvSpPr>
          <p:spPr>
            <a:xfrm>
              <a:off x="502920" y="1234440"/>
              <a:ext cx="2121408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Instruction Fetch</a:t>
              </a:r>
              <a:endParaRPr lang="en-US" sz="1800" dirty="0"/>
            </a:p>
          </p:txBody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3F6E955E-F4B7-2552-C5F9-8C4D4E659D78}"/>
                </a:ext>
              </a:extLst>
            </p:cNvPr>
            <p:cNvSpPr/>
            <p:nvPr/>
          </p:nvSpPr>
          <p:spPr>
            <a:xfrm>
              <a:off x="2628900" y="1481328"/>
              <a:ext cx="128016" cy="182880"/>
            </a:xfrm>
            <a:prstGeom prst="rightArrow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5">
              <a:extLst>
                <a:ext uri="{FF2B5EF4-FFF2-40B4-BE49-F238E27FC236}">
                  <a16:creationId xmlns:a16="http://schemas.microsoft.com/office/drawing/2014/main" id="{D7601171-CA2E-B081-05D9-3B21B729A226}"/>
                </a:ext>
              </a:extLst>
            </p:cNvPr>
            <p:cNvSpPr/>
            <p:nvPr/>
          </p:nvSpPr>
          <p:spPr>
            <a:xfrm>
              <a:off x="2761488" y="1234440"/>
              <a:ext cx="2121408" cy="685800"/>
            </a:xfrm>
            <a:prstGeom prst="roundRect">
              <a:avLst>
                <a:gd name="adj" fmla="val 10667"/>
              </a:avLst>
            </a:prstGeom>
            <a:solidFill>
              <a:srgbClr val="DCEFE3"/>
            </a:solidFill>
            <a:ln w="11430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3B467436-1BDA-B2FD-21DA-9192B971C1CE}"/>
                </a:ext>
              </a:extLst>
            </p:cNvPr>
            <p:cNvSpPr txBox="1"/>
            <p:nvPr/>
          </p:nvSpPr>
          <p:spPr>
            <a:xfrm>
              <a:off x="2761488" y="1234440"/>
              <a:ext cx="2121408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Instruction Decode</a:t>
              </a:r>
              <a:endParaRPr lang="en-US" sz="1800" dirty="0"/>
            </a:p>
          </p:txBody>
        </p:sp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03277613-83BE-D94F-D669-AF461E534F25}"/>
                </a:ext>
              </a:extLst>
            </p:cNvPr>
            <p:cNvSpPr/>
            <p:nvPr/>
          </p:nvSpPr>
          <p:spPr>
            <a:xfrm>
              <a:off x="4887468" y="1481328"/>
              <a:ext cx="128016" cy="182880"/>
            </a:xfrm>
            <a:prstGeom prst="rightArrow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9">
              <a:extLst>
                <a:ext uri="{FF2B5EF4-FFF2-40B4-BE49-F238E27FC236}">
                  <a16:creationId xmlns:a16="http://schemas.microsoft.com/office/drawing/2014/main" id="{A0400454-DF8E-D3E3-BA9B-5A1D611F6911}"/>
                </a:ext>
              </a:extLst>
            </p:cNvPr>
            <p:cNvSpPr/>
            <p:nvPr/>
          </p:nvSpPr>
          <p:spPr>
            <a:xfrm>
              <a:off x="5020056" y="1234440"/>
              <a:ext cx="2121408" cy="685800"/>
            </a:xfrm>
            <a:prstGeom prst="roundRect">
              <a:avLst>
                <a:gd name="adj" fmla="val 10667"/>
              </a:avLst>
            </a:prstGeom>
            <a:solidFill>
              <a:srgbClr val="FCE4D6"/>
            </a:solidFill>
            <a:ln w="11430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0">
              <a:extLst>
                <a:ext uri="{FF2B5EF4-FFF2-40B4-BE49-F238E27FC236}">
                  <a16:creationId xmlns:a16="http://schemas.microsoft.com/office/drawing/2014/main" id="{44615ADD-414E-D012-226C-6212125E711B}"/>
                </a:ext>
              </a:extLst>
            </p:cNvPr>
            <p:cNvSpPr txBox="1"/>
            <p:nvPr/>
          </p:nvSpPr>
          <p:spPr>
            <a:xfrm>
              <a:off x="5020056" y="1234440"/>
              <a:ext cx="2121408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Execute</a:t>
              </a:r>
              <a:endParaRPr lang="en-US" sz="1800" dirty="0"/>
            </a:p>
          </p:txBody>
        </p:sp>
        <p:sp>
          <p:nvSpPr>
            <p:cNvPr id="23" name="Shape 11">
              <a:extLst>
                <a:ext uri="{FF2B5EF4-FFF2-40B4-BE49-F238E27FC236}">
                  <a16:creationId xmlns:a16="http://schemas.microsoft.com/office/drawing/2014/main" id="{1505122B-C2AB-BFDF-FC63-67495B750C75}"/>
                </a:ext>
              </a:extLst>
            </p:cNvPr>
            <p:cNvSpPr/>
            <p:nvPr/>
          </p:nvSpPr>
          <p:spPr>
            <a:xfrm>
              <a:off x="7146036" y="1481328"/>
              <a:ext cx="128016" cy="182880"/>
            </a:xfrm>
            <a:prstGeom prst="rightArrow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13">
              <a:extLst>
                <a:ext uri="{FF2B5EF4-FFF2-40B4-BE49-F238E27FC236}">
                  <a16:creationId xmlns:a16="http://schemas.microsoft.com/office/drawing/2014/main" id="{BDEB9DFA-1AE8-E67F-FD91-720743A1F629}"/>
                </a:ext>
              </a:extLst>
            </p:cNvPr>
            <p:cNvSpPr/>
            <p:nvPr/>
          </p:nvSpPr>
          <p:spPr>
            <a:xfrm>
              <a:off x="7278624" y="1234440"/>
              <a:ext cx="2121408" cy="685800"/>
            </a:xfrm>
            <a:prstGeom prst="roundRect">
              <a:avLst>
                <a:gd name="adj" fmla="val 10667"/>
              </a:avLst>
            </a:prstGeom>
            <a:solidFill>
              <a:srgbClr val="E6DAEE"/>
            </a:solidFill>
            <a:ln w="11430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418720CB-731C-2574-9DBD-FC1575E4AE78}"/>
                </a:ext>
              </a:extLst>
            </p:cNvPr>
            <p:cNvSpPr txBox="1"/>
            <p:nvPr/>
          </p:nvSpPr>
          <p:spPr>
            <a:xfrm>
              <a:off x="7278624" y="1234440"/>
              <a:ext cx="2121408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Memory Access</a:t>
              </a:r>
              <a:endParaRPr lang="en-US" sz="1800" dirty="0"/>
            </a:p>
          </p:txBody>
        </p:sp>
        <p:sp>
          <p:nvSpPr>
            <p:cNvPr id="28" name="Shape 15">
              <a:extLst>
                <a:ext uri="{FF2B5EF4-FFF2-40B4-BE49-F238E27FC236}">
                  <a16:creationId xmlns:a16="http://schemas.microsoft.com/office/drawing/2014/main" id="{E6293E9B-BB44-066F-37B7-80611B6F69BF}"/>
                </a:ext>
              </a:extLst>
            </p:cNvPr>
            <p:cNvSpPr/>
            <p:nvPr/>
          </p:nvSpPr>
          <p:spPr>
            <a:xfrm>
              <a:off x="9404604" y="1481328"/>
              <a:ext cx="128016" cy="182880"/>
            </a:xfrm>
            <a:prstGeom prst="rightArrow">
              <a:avLst/>
            </a:prstGeom>
            <a:solidFill>
              <a:srgbClr val="59595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17">
              <a:extLst>
                <a:ext uri="{FF2B5EF4-FFF2-40B4-BE49-F238E27FC236}">
                  <a16:creationId xmlns:a16="http://schemas.microsoft.com/office/drawing/2014/main" id="{9074F75C-BB0A-B9AE-0A5B-14208D189A6A}"/>
                </a:ext>
              </a:extLst>
            </p:cNvPr>
            <p:cNvSpPr/>
            <p:nvPr/>
          </p:nvSpPr>
          <p:spPr>
            <a:xfrm>
              <a:off x="9537192" y="1234440"/>
              <a:ext cx="2121408" cy="685800"/>
            </a:xfrm>
            <a:prstGeom prst="roundRect">
              <a:avLst>
                <a:gd name="adj" fmla="val 10667"/>
              </a:avLst>
            </a:prstGeom>
            <a:solidFill>
              <a:srgbClr val="F7F0D5"/>
            </a:solidFill>
            <a:ln w="11430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18">
              <a:extLst>
                <a:ext uri="{FF2B5EF4-FFF2-40B4-BE49-F238E27FC236}">
                  <a16:creationId xmlns:a16="http://schemas.microsoft.com/office/drawing/2014/main" id="{9DD51FDE-03EF-0973-7C13-05062BE6937B}"/>
                </a:ext>
              </a:extLst>
            </p:cNvPr>
            <p:cNvSpPr txBox="1"/>
            <p:nvPr/>
          </p:nvSpPr>
          <p:spPr>
            <a:xfrm>
              <a:off x="9537192" y="1234440"/>
              <a:ext cx="2121408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Write Back</a:t>
              </a:r>
              <a:endParaRPr lang="en-US" sz="1800" dirty="0"/>
            </a:p>
          </p:txBody>
        </p:sp>
      </p:grpSp>
      <p:sp>
        <p:nvSpPr>
          <p:cNvPr id="33" name="Text 19">
            <a:extLst>
              <a:ext uri="{FF2B5EF4-FFF2-40B4-BE49-F238E27FC236}">
                <a16:creationId xmlns:a16="http://schemas.microsoft.com/office/drawing/2014/main" id="{5538245B-1160-D8E5-6E38-0F564D13725D}"/>
              </a:ext>
            </a:extLst>
          </p:cNvPr>
          <p:cNvSpPr txBox="1"/>
          <p:nvPr/>
        </p:nvSpPr>
        <p:spPr>
          <a:xfrm>
            <a:off x="9537192" y="2011680"/>
            <a:ext cx="2121408" cy="101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the ALU result or loaded value into the destination register/memory.</a:t>
            </a:r>
            <a:endParaRPr lang="en-US" sz="115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instruction is now architecturally complete.</a:t>
            </a:r>
            <a:endParaRPr lang="en-US" sz="115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A57B30A-A861-4D04-0C5B-331387CCBA23}"/>
              </a:ext>
            </a:extLst>
          </p:cNvPr>
          <p:cNvGrpSpPr/>
          <p:nvPr/>
        </p:nvGrpSpPr>
        <p:grpSpPr>
          <a:xfrm>
            <a:off x="502920" y="3291840"/>
            <a:ext cx="10992394" cy="1155034"/>
            <a:chOff x="502920" y="3373015"/>
            <a:chExt cx="5532120" cy="1743122"/>
          </a:xfrm>
        </p:grpSpPr>
        <p:sp>
          <p:nvSpPr>
            <p:cNvPr id="35" name="Shape 20">
              <a:extLst>
                <a:ext uri="{FF2B5EF4-FFF2-40B4-BE49-F238E27FC236}">
                  <a16:creationId xmlns:a16="http://schemas.microsoft.com/office/drawing/2014/main" id="{72E8811B-C01B-74BC-51B5-FC94A791BE0B}"/>
                </a:ext>
              </a:extLst>
            </p:cNvPr>
            <p:cNvSpPr/>
            <p:nvPr/>
          </p:nvSpPr>
          <p:spPr>
            <a:xfrm>
              <a:off x="502920" y="3373015"/>
              <a:ext cx="5532120" cy="384048"/>
            </a:xfrm>
            <a:prstGeom prst="rect">
              <a:avLst/>
            </a:prstGeom>
            <a:solidFill>
              <a:srgbClr val="A5A1D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1">
              <a:extLst>
                <a:ext uri="{FF2B5EF4-FFF2-40B4-BE49-F238E27FC236}">
                  <a16:creationId xmlns:a16="http://schemas.microsoft.com/office/drawing/2014/main" id="{BC3C6871-238C-2EFD-C038-7FCB506F0DE8}"/>
                </a:ext>
              </a:extLst>
            </p:cNvPr>
            <p:cNvSpPr txBox="1"/>
            <p:nvPr/>
          </p:nvSpPr>
          <p:spPr>
            <a:xfrm>
              <a:off x="612648" y="3373015"/>
              <a:ext cx="53126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Pipeline registers hold the state</a:t>
              </a:r>
              <a:endParaRPr lang="en-US" sz="1400" dirty="0"/>
            </a:p>
          </p:txBody>
        </p:sp>
        <p:sp>
          <p:nvSpPr>
            <p:cNvPr id="37" name="Shape 22">
              <a:extLst>
                <a:ext uri="{FF2B5EF4-FFF2-40B4-BE49-F238E27FC236}">
                  <a16:creationId xmlns:a16="http://schemas.microsoft.com/office/drawing/2014/main" id="{B79F8E09-CBF4-FD2D-4064-26AE550AC09B}"/>
                </a:ext>
              </a:extLst>
            </p:cNvPr>
            <p:cNvSpPr/>
            <p:nvPr/>
          </p:nvSpPr>
          <p:spPr>
            <a:xfrm>
              <a:off x="502920" y="3757063"/>
              <a:ext cx="5532120" cy="1359074"/>
            </a:xfrm>
            <a:prstGeom prst="rect">
              <a:avLst/>
            </a:prstGeom>
            <a:solidFill>
              <a:srgbClr val="FCE4D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23">
              <a:extLst>
                <a:ext uri="{FF2B5EF4-FFF2-40B4-BE49-F238E27FC236}">
                  <a16:creationId xmlns:a16="http://schemas.microsoft.com/office/drawing/2014/main" id="{AD58668A-1C27-06BB-56B3-1B277B079105}"/>
                </a:ext>
              </a:extLst>
            </p:cNvPr>
            <p:cNvSpPr txBox="1"/>
            <p:nvPr/>
          </p:nvSpPr>
          <p:spPr>
            <a:xfrm>
              <a:off x="649224" y="3848503"/>
              <a:ext cx="5239512" cy="12265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At each clock edge, every stage's results and control signals are captured into the next latch.</a:t>
              </a:r>
              <a:endParaRPr lang="en-US" sz="13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Lets five instructions occupy the datapath at once without overwriting each other.</a:t>
              </a:r>
              <a:endParaRPr lang="en-US" sz="13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Forwarding paths tap these latches directly.</a:t>
              </a:r>
              <a:endParaRPr lang="en-US" sz="135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D137CAB-CD98-AC0D-7018-726BD6A5F36D}"/>
              </a:ext>
            </a:extLst>
          </p:cNvPr>
          <p:cNvGrpSpPr/>
          <p:nvPr/>
        </p:nvGrpSpPr>
        <p:grpSpPr>
          <a:xfrm>
            <a:off x="502919" y="4701353"/>
            <a:ext cx="10992393" cy="1626079"/>
            <a:chOff x="6199632" y="3373015"/>
            <a:chExt cx="5532120" cy="1626079"/>
          </a:xfrm>
        </p:grpSpPr>
        <p:sp>
          <p:nvSpPr>
            <p:cNvPr id="40" name="Shape 24">
              <a:extLst>
                <a:ext uri="{FF2B5EF4-FFF2-40B4-BE49-F238E27FC236}">
                  <a16:creationId xmlns:a16="http://schemas.microsoft.com/office/drawing/2014/main" id="{2BA7D71E-0D83-2435-C06F-7CCE19281C2A}"/>
                </a:ext>
              </a:extLst>
            </p:cNvPr>
            <p:cNvSpPr/>
            <p:nvPr/>
          </p:nvSpPr>
          <p:spPr>
            <a:xfrm>
              <a:off x="6199632" y="3373015"/>
              <a:ext cx="5532120" cy="384048"/>
            </a:xfrm>
            <a:prstGeom prst="rect">
              <a:avLst/>
            </a:prstGeom>
            <a:solidFill>
              <a:srgbClr val="9DC3E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25">
              <a:extLst>
                <a:ext uri="{FF2B5EF4-FFF2-40B4-BE49-F238E27FC236}">
                  <a16:creationId xmlns:a16="http://schemas.microsoft.com/office/drawing/2014/main" id="{9FE9EF92-E1A9-0343-BDC0-E7E93C86C1F2}"/>
                </a:ext>
              </a:extLst>
            </p:cNvPr>
            <p:cNvSpPr txBox="1"/>
            <p:nvPr/>
          </p:nvSpPr>
          <p:spPr>
            <a:xfrm>
              <a:off x="6309360" y="3373015"/>
              <a:ext cx="53126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Clock period is set by the slowest stage</a:t>
              </a:r>
              <a:endParaRPr lang="en-US" sz="1400" dirty="0"/>
            </a:p>
          </p:txBody>
        </p:sp>
        <p:sp>
          <p:nvSpPr>
            <p:cNvPr id="43" name="Shape 26">
              <a:extLst>
                <a:ext uri="{FF2B5EF4-FFF2-40B4-BE49-F238E27FC236}">
                  <a16:creationId xmlns:a16="http://schemas.microsoft.com/office/drawing/2014/main" id="{EA8B2871-618A-9A9B-6746-7DD8ED24882F}"/>
                </a:ext>
              </a:extLst>
            </p:cNvPr>
            <p:cNvSpPr/>
            <p:nvPr/>
          </p:nvSpPr>
          <p:spPr>
            <a:xfrm>
              <a:off x="6199632" y="3757063"/>
              <a:ext cx="5532120" cy="1242031"/>
            </a:xfrm>
            <a:prstGeom prst="rect">
              <a:avLst/>
            </a:prstGeom>
            <a:solidFill>
              <a:srgbClr val="DEEEF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27">
              <a:extLst>
                <a:ext uri="{FF2B5EF4-FFF2-40B4-BE49-F238E27FC236}">
                  <a16:creationId xmlns:a16="http://schemas.microsoft.com/office/drawing/2014/main" id="{3F9D9D6F-45C3-8075-F992-EB932AB5BE81}"/>
                </a:ext>
              </a:extLst>
            </p:cNvPr>
            <p:cNvSpPr txBox="1"/>
            <p:nvPr/>
          </p:nvSpPr>
          <p:spPr>
            <a:xfrm>
              <a:off x="6345936" y="3848503"/>
              <a:ext cx="5239512" cy="1150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T_clock = max(stage delay) + latch overhead, not the average stage delay.</a:t>
              </a:r>
              <a:endParaRPr lang="en-US" sz="13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One slow stage caps the whole design, so balancing stages matters as much as adding them.</a:t>
              </a:r>
              <a:endParaRPr lang="en-US" sz="13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Deeper pipelines shorten T_clock but raise the branch misprediction penalty.</a:t>
              </a:r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679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3CD6B-EF47-5281-58DD-C2C53D4C9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D8842-2FFF-4B2E-822E-6653D45AA65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74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3F92523D-8CD1-58C2-B08F-2151B49DB241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Sequential vs. Pipelined Execution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4C0F89A-2255-4AE4-02FD-F3BCCC83FCD5}"/>
              </a:ext>
            </a:extLst>
          </p:cNvPr>
          <p:cNvSpPr txBox="1"/>
          <p:nvPr/>
        </p:nvSpPr>
        <p:spPr>
          <a:xfrm>
            <a:off x="457200" y="1188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Non-pipelined: 3 instructions x 5 stages = 15 cycles</a:t>
            </a:r>
            <a:endParaRPr lang="en-US" sz="14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65E178A2-0A21-49CE-EB13-68B094E8BE5A}"/>
              </a:ext>
            </a:extLst>
          </p:cNvPr>
          <p:cNvSpPr/>
          <p:nvPr/>
        </p:nvSpPr>
        <p:spPr>
          <a:xfrm>
            <a:off x="1417320" y="1572768"/>
            <a:ext cx="566928" cy="384048"/>
          </a:xfrm>
          <a:prstGeom prst="rect">
            <a:avLst/>
          </a:prstGeom>
          <a:solidFill>
            <a:srgbClr val="C5E1FB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DF06D088-85ED-0D8D-6301-769350E463AC}"/>
              </a:ext>
            </a:extLst>
          </p:cNvPr>
          <p:cNvSpPr txBox="1"/>
          <p:nvPr/>
        </p:nvSpPr>
        <p:spPr>
          <a:xfrm>
            <a:off x="1417320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</a:t>
            </a:r>
            <a:endParaRPr lang="en-US" sz="95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AC6CAB88-7119-989A-70E5-0CBD3735C72F}"/>
              </a:ext>
            </a:extLst>
          </p:cNvPr>
          <p:cNvSpPr/>
          <p:nvPr/>
        </p:nvSpPr>
        <p:spPr>
          <a:xfrm>
            <a:off x="1984248" y="1572768"/>
            <a:ext cx="566928" cy="384048"/>
          </a:xfrm>
          <a:prstGeom prst="rect">
            <a:avLst/>
          </a:prstGeom>
          <a:solidFill>
            <a:srgbClr val="DCEFE3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0F19BA6B-EA28-A6D3-9BFE-1523EFEAB662}"/>
              </a:ext>
            </a:extLst>
          </p:cNvPr>
          <p:cNvSpPr txBox="1"/>
          <p:nvPr/>
        </p:nvSpPr>
        <p:spPr>
          <a:xfrm>
            <a:off x="1984248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</a:t>
            </a:r>
            <a:endParaRPr lang="en-US" sz="950" dirty="0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3D1732FF-1BB9-0A67-81D4-F96F5F289317}"/>
              </a:ext>
            </a:extLst>
          </p:cNvPr>
          <p:cNvSpPr/>
          <p:nvPr/>
        </p:nvSpPr>
        <p:spPr>
          <a:xfrm>
            <a:off x="2551176" y="1572768"/>
            <a:ext cx="566928" cy="384048"/>
          </a:xfrm>
          <a:prstGeom prst="rect">
            <a:avLst/>
          </a:prstGeom>
          <a:solidFill>
            <a:srgbClr val="FCE4D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242449CD-59D5-6BF9-92B4-26859F3FAD17}"/>
              </a:ext>
            </a:extLst>
          </p:cNvPr>
          <p:cNvSpPr txBox="1"/>
          <p:nvPr/>
        </p:nvSpPr>
        <p:spPr>
          <a:xfrm>
            <a:off x="2551176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</a:t>
            </a:r>
            <a:endParaRPr lang="en-US" sz="950" dirty="0"/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FFDD76ED-6161-8BE7-F2C7-544D4F1C3318}"/>
              </a:ext>
            </a:extLst>
          </p:cNvPr>
          <p:cNvSpPr/>
          <p:nvPr/>
        </p:nvSpPr>
        <p:spPr>
          <a:xfrm>
            <a:off x="3118104" y="1572768"/>
            <a:ext cx="566928" cy="384048"/>
          </a:xfrm>
          <a:prstGeom prst="rect">
            <a:avLst/>
          </a:prstGeom>
          <a:solidFill>
            <a:srgbClr val="E6DAEE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DA9F171D-4E4F-DA28-6DEA-1F8D89F510A4}"/>
              </a:ext>
            </a:extLst>
          </p:cNvPr>
          <p:cNvSpPr txBox="1"/>
          <p:nvPr/>
        </p:nvSpPr>
        <p:spPr>
          <a:xfrm>
            <a:off x="3118104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</a:t>
            </a:r>
            <a:endParaRPr lang="en-US" sz="950" dirty="0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3079D97C-7F56-A331-373F-44A3DCF953D4}"/>
              </a:ext>
            </a:extLst>
          </p:cNvPr>
          <p:cNvSpPr/>
          <p:nvPr/>
        </p:nvSpPr>
        <p:spPr>
          <a:xfrm>
            <a:off x="3685032" y="1572768"/>
            <a:ext cx="566928" cy="384048"/>
          </a:xfrm>
          <a:prstGeom prst="rect">
            <a:avLst/>
          </a:prstGeom>
          <a:solidFill>
            <a:srgbClr val="F7F0D5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B48293FC-1385-21ED-B7F6-7248C875879A}"/>
              </a:ext>
            </a:extLst>
          </p:cNvPr>
          <p:cNvSpPr txBox="1"/>
          <p:nvPr/>
        </p:nvSpPr>
        <p:spPr>
          <a:xfrm>
            <a:off x="3685032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WB</a:t>
            </a:r>
            <a:endParaRPr lang="en-US" sz="950" dirty="0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BF6D3C06-348F-730D-E39E-B6A7B039662F}"/>
              </a:ext>
            </a:extLst>
          </p:cNvPr>
          <p:cNvSpPr txBox="1"/>
          <p:nvPr/>
        </p:nvSpPr>
        <p:spPr>
          <a:xfrm>
            <a:off x="1417320" y="21168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I1</a:t>
            </a:r>
            <a:endParaRPr lang="en-US" sz="1100" dirty="0"/>
          </a:p>
        </p:txBody>
      </p:sp>
      <p:sp>
        <p:nvSpPr>
          <p:cNvPr id="58" name="Shape 13">
            <a:extLst>
              <a:ext uri="{FF2B5EF4-FFF2-40B4-BE49-F238E27FC236}">
                <a16:creationId xmlns:a16="http://schemas.microsoft.com/office/drawing/2014/main" id="{764925FB-9F87-DE3B-57C3-CD8AFBCFFCB9}"/>
              </a:ext>
            </a:extLst>
          </p:cNvPr>
          <p:cNvSpPr/>
          <p:nvPr/>
        </p:nvSpPr>
        <p:spPr>
          <a:xfrm>
            <a:off x="4251960" y="1572768"/>
            <a:ext cx="566928" cy="384048"/>
          </a:xfrm>
          <a:prstGeom prst="rect">
            <a:avLst/>
          </a:prstGeom>
          <a:solidFill>
            <a:srgbClr val="C5E1FB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ECAEB516-690E-50D0-12AD-17F3195A3978}"/>
              </a:ext>
            </a:extLst>
          </p:cNvPr>
          <p:cNvSpPr txBox="1"/>
          <p:nvPr/>
        </p:nvSpPr>
        <p:spPr>
          <a:xfrm>
            <a:off x="4251960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</a:t>
            </a:r>
            <a:endParaRPr lang="en-US" sz="950" dirty="0"/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CE35CF72-9442-2471-D0D3-8E7E1A76F1A9}"/>
              </a:ext>
            </a:extLst>
          </p:cNvPr>
          <p:cNvSpPr/>
          <p:nvPr/>
        </p:nvSpPr>
        <p:spPr>
          <a:xfrm>
            <a:off x="4818888" y="1572768"/>
            <a:ext cx="566928" cy="384048"/>
          </a:xfrm>
          <a:prstGeom prst="rect">
            <a:avLst/>
          </a:prstGeom>
          <a:solidFill>
            <a:srgbClr val="DCEFE3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330D933C-42CB-9F77-1F93-C57D3B7056F4}"/>
              </a:ext>
            </a:extLst>
          </p:cNvPr>
          <p:cNvSpPr txBox="1"/>
          <p:nvPr/>
        </p:nvSpPr>
        <p:spPr>
          <a:xfrm>
            <a:off x="4818888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</a:t>
            </a:r>
            <a:endParaRPr lang="en-US" sz="950" dirty="0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20170621-E9F3-A2DB-476F-6D9F5E8088FC}"/>
              </a:ext>
            </a:extLst>
          </p:cNvPr>
          <p:cNvSpPr/>
          <p:nvPr/>
        </p:nvSpPr>
        <p:spPr>
          <a:xfrm>
            <a:off x="5385816" y="1572768"/>
            <a:ext cx="566928" cy="384048"/>
          </a:xfrm>
          <a:prstGeom prst="rect">
            <a:avLst/>
          </a:prstGeom>
          <a:solidFill>
            <a:srgbClr val="FCE4D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AB5D655F-ECB4-31AB-3F5B-C550FB14EDF5}"/>
              </a:ext>
            </a:extLst>
          </p:cNvPr>
          <p:cNvSpPr txBox="1"/>
          <p:nvPr/>
        </p:nvSpPr>
        <p:spPr>
          <a:xfrm>
            <a:off x="5385816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</a:t>
            </a:r>
            <a:endParaRPr lang="en-US" sz="950" dirty="0"/>
          </a:p>
        </p:txBody>
      </p:sp>
      <p:sp>
        <p:nvSpPr>
          <p:cNvPr id="70" name="Shape 19">
            <a:extLst>
              <a:ext uri="{FF2B5EF4-FFF2-40B4-BE49-F238E27FC236}">
                <a16:creationId xmlns:a16="http://schemas.microsoft.com/office/drawing/2014/main" id="{FEE6B994-59FA-76D1-BFDA-D89DC6F9456B}"/>
              </a:ext>
            </a:extLst>
          </p:cNvPr>
          <p:cNvSpPr/>
          <p:nvPr/>
        </p:nvSpPr>
        <p:spPr>
          <a:xfrm>
            <a:off x="5952744" y="1572768"/>
            <a:ext cx="566928" cy="384048"/>
          </a:xfrm>
          <a:prstGeom prst="rect">
            <a:avLst/>
          </a:prstGeom>
          <a:solidFill>
            <a:srgbClr val="E6DAEE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C1DF74E5-06FB-AA44-E6CF-4334EB86531C}"/>
              </a:ext>
            </a:extLst>
          </p:cNvPr>
          <p:cNvSpPr txBox="1"/>
          <p:nvPr/>
        </p:nvSpPr>
        <p:spPr>
          <a:xfrm>
            <a:off x="5952744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</a:t>
            </a:r>
            <a:endParaRPr lang="en-US" sz="950" dirty="0"/>
          </a:p>
        </p:txBody>
      </p:sp>
      <p:sp>
        <p:nvSpPr>
          <p:cNvPr id="74" name="Shape 21">
            <a:extLst>
              <a:ext uri="{FF2B5EF4-FFF2-40B4-BE49-F238E27FC236}">
                <a16:creationId xmlns:a16="http://schemas.microsoft.com/office/drawing/2014/main" id="{EB8A075C-700A-583D-50B9-46424EB0A954}"/>
              </a:ext>
            </a:extLst>
          </p:cNvPr>
          <p:cNvSpPr/>
          <p:nvPr/>
        </p:nvSpPr>
        <p:spPr>
          <a:xfrm>
            <a:off x="6519672" y="1572768"/>
            <a:ext cx="566928" cy="384048"/>
          </a:xfrm>
          <a:prstGeom prst="rect">
            <a:avLst/>
          </a:prstGeom>
          <a:solidFill>
            <a:srgbClr val="F7F0D5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9D643F48-0256-59EE-7C31-E7FCAE5F1F88}"/>
              </a:ext>
            </a:extLst>
          </p:cNvPr>
          <p:cNvSpPr txBox="1"/>
          <p:nvPr/>
        </p:nvSpPr>
        <p:spPr>
          <a:xfrm>
            <a:off x="6519672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WB</a:t>
            </a:r>
            <a:endParaRPr lang="en-US" sz="950" dirty="0"/>
          </a:p>
        </p:txBody>
      </p:sp>
      <p:sp>
        <p:nvSpPr>
          <p:cNvPr id="78" name="Text 23">
            <a:extLst>
              <a:ext uri="{FF2B5EF4-FFF2-40B4-BE49-F238E27FC236}">
                <a16:creationId xmlns:a16="http://schemas.microsoft.com/office/drawing/2014/main" id="{9F2C3882-0D4C-C640-2FE8-FE6678EF62EE}"/>
              </a:ext>
            </a:extLst>
          </p:cNvPr>
          <p:cNvSpPr txBox="1"/>
          <p:nvPr/>
        </p:nvSpPr>
        <p:spPr>
          <a:xfrm>
            <a:off x="4229100" y="2104613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I2</a:t>
            </a:r>
            <a:endParaRPr lang="en-US" sz="1100" dirty="0"/>
          </a:p>
        </p:txBody>
      </p:sp>
      <p:sp>
        <p:nvSpPr>
          <p:cNvPr id="80" name="Shape 24">
            <a:extLst>
              <a:ext uri="{FF2B5EF4-FFF2-40B4-BE49-F238E27FC236}">
                <a16:creationId xmlns:a16="http://schemas.microsoft.com/office/drawing/2014/main" id="{B737FCCB-661A-B382-C636-B185AFB6C3C5}"/>
              </a:ext>
            </a:extLst>
          </p:cNvPr>
          <p:cNvSpPr/>
          <p:nvPr/>
        </p:nvSpPr>
        <p:spPr>
          <a:xfrm>
            <a:off x="7086600" y="1572768"/>
            <a:ext cx="566928" cy="384048"/>
          </a:xfrm>
          <a:prstGeom prst="rect">
            <a:avLst/>
          </a:prstGeom>
          <a:solidFill>
            <a:srgbClr val="C5E1FB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25">
            <a:extLst>
              <a:ext uri="{FF2B5EF4-FFF2-40B4-BE49-F238E27FC236}">
                <a16:creationId xmlns:a16="http://schemas.microsoft.com/office/drawing/2014/main" id="{5B6B3AD7-34D6-D757-8442-1823424137CD}"/>
              </a:ext>
            </a:extLst>
          </p:cNvPr>
          <p:cNvSpPr txBox="1"/>
          <p:nvPr/>
        </p:nvSpPr>
        <p:spPr>
          <a:xfrm>
            <a:off x="7086600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</a:t>
            </a:r>
            <a:endParaRPr lang="en-US" sz="950" dirty="0"/>
          </a:p>
        </p:txBody>
      </p:sp>
      <p:sp>
        <p:nvSpPr>
          <p:cNvPr id="84" name="Shape 26">
            <a:extLst>
              <a:ext uri="{FF2B5EF4-FFF2-40B4-BE49-F238E27FC236}">
                <a16:creationId xmlns:a16="http://schemas.microsoft.com/office/drawing/2014/main" id="{C22E8B70-04A2-5060-54D5-B07809BE4E3C}"/>
              </a:ext>
            </a:extLst>
          </p:cNvPr>
          <p:cNvSpPr/>
          <p:nvPr/>
        </p:nvSpPr>
        <p:spPr>
          <a:xfrm>
            <a:off x="7653528" y="1572768"/>
            <a:ext cx="566928" cy="384048"/>
          </a:xfrm>
          <a:prstGeom prst="rect">
            <a:avLst/>
          </a:prstGeom>
          <a:solidFill>
            <a:srgbClr val="DCEFE3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38D58FFC-75BD-BBE4-174C-82E5DB0628DB}"/>
              </a:ext>
            </a:extLst>
          </p:cNvPr>
          <p:cNvSpPr txBox="1"/>
          <p:nvPr/>
        </p:nvSpPr>
        <p:spPr>
          <a:xfrm>
            <a:off x="7653528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</a:t>
            </a:r>
            <a:endParaRPr lang="en-US" sz="950" dirty="0"/>
          </a:p>
        </p:txBody>
      </p:sp>
      <p:sp>
        <p:nvSpPr>
          <p:cNvPr id="88" name="Shape 28">
            <a:extLst>
              <a:ext uri="{FF2B5EF4-FFF2-40B4-BE49-F238E27FC236}">
                <a16:creationId xmlns:a16="http://schemas.microsoft.com/office/drawing/2014/main" id="{1EBD1C6F-C2A8-21E4-D7CB-3E1B8D72CD42}"/>
              </a:ext>
            </a:extLst>
          </p:cNvPr>
          <p:cNvSpPr/>
          <p:nvPr/>
        </p:nvSpPr>
        <p:spPr>
          <a:xfrm>
            <a:off x="8220456" y="1572768"/>
            <a:ext cx="566928" cy="384048"/>
          </a:xfrm>
          <a:prstGeom prst="rect">
            <a:avLst/>
          </a:prstGeom>
          <a:solidFill>
            <a:srgbClr val="FCE4D6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29">
            <a:extLst>
              <a:ext uri="{FF2B5EF4-FFF2-40B4-BE49-F238E27FC236}">
                <a16:creationId xmlns:a16="http://schemas.microsoft.com/office/drawing/2014/main" id="{C0943B43-817A-9A1F-F09B-4CD8168E090A}"/>
              </a:ext>
            </a:extLst>
          </p:cNvPr>
          <p:cNvSpPr txBox="1"/>
          <p:nvPr/>
        </p:nvSpPr>
        <p:spPr>
          <a:xfrm>
            <a:off x="8220456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</a:t>
            </a:r>
            <a:endParaRPr lang="en-US" sz="950" dirty="0"/>
          </a:p>
        </p:txBody>
      </p:sp>
      <p:sp>
        <p:nvSpPr>
          <p:cNvPr id="92" name="Shape 30">
            <a:extLst>
              <a:ext uri="{FF2B5EF4-FFF2-40B4-BE49-F238E27FC236}">
                <a16:creationId xmlns:a16="http://schemas.microsoft.com/office/drawing/2014/main" id="{164F30C4-7DB4-E59D-6E02-B6364DCA0054}"/>
              </a:ext>
            </a:extLst>
          </p:cNvPr>
          <p:cNvSpPr/>
          <p:nvPr/>
        </p:nvSpPr>
        <p:spPr>
          <a:xfrm>
            <a:off x="8787384" y="1572768"/>
            <a:ext cx="566928" cy="384048"/>
          </a:xfrm>
          <a:prstGeom prst="rect">
            <a:avLst/>
          </a:prstGeom>
          <a:solidFill>
            <a:srgbClr val="E6DAEE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31">
            <a:extLst>
              <a:ext uri="{FF2B5EF4-FFF2-40B4-BE49-F238E27FC236}">
                <a16:creationId xmlns:a16="http://schemas.microsoft.com/office/drawing/2014/main" id="{B51692EB-81C5-6A64-3D5B-271F43C0032F}"/>
              </a:ext>
            </a:extLst>
          </p:cNvPr>
          <p:cNvSpPr txBox="1"/>
          <p:nvPr/>
        </p:nvSpPr>
        <p:spPr>
          <a:xfrm>
            <a:off x="8787384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</a:t>
            </a:r>
            <a:endParaRPr lang="en-US" sz="950" dirty="0"/>
          </a:p>
        </p:txBody>
      </p:sp>
      <p:sp>
        <p:nvSpPr>
          <p:cNvPr id="96" name="Shape 32">
            <a:extLst>
              <a:ext uri="{FF2B5EF4-FFF2-40B4-BE49-F238E27FC236}">
                <a16:creationId xmlns:a16="http://schemas.microsoft.com/office/drawing/2014/main" id="{CFE9A604-9590-D613-7EFD-63212FA5C8BA}"/>
              </a:ext>
            </a:extLst>
          </p:cNvPr>
          <p:cNvSpPr/>
          <p:nvPr/>
        </p:nvSpPr>
        <p:spPr>
          <a:xfrm>
            <a:off x="9354312" y="1572768"/>
            <a:ext cx="566928" cy="384048"/>
          </a:xfrm>
          <a:prstGeom prst="rect">
            <a:avLst/>
          </a:prstGeom>
          <a:solidFill>
            <a:srgbClr val="F7F0D5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33">
            <a:extLst>
              <a:ext uri="{FF2B5EF4-FFF2-40B4-BE49-F238E27FC236}">
                <a16:creationId xmlns:a16="http://schemas.microsoft.com/office/drawing/2014/main" id="{1B64BED0-89A6-4203-AF24-B7C64BFA8343}"/>
              </a:ext>
            </a:extLst>
          </p:cNvPr>
          <p:cNvSpPr txBox="1"/>
          <p:nvPr/>
        </p:nvSpPr>
        <p:spPr>
          <a:xfrm>
            <a:off x="9354312" y="15727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WB</a:t>
            </a:r>
            <a:endParaRPr lang="en-US" sz="950" dirty="0"/>
          </a:p>
        </p:txBody>
      </p:sp>
      <p:sp>
        <p:nvSpPr>
          <p:cNvPr id="100" name="Text 34">
            <a:extLst>
              <a:ext uri="{FF2B5EF4-FFF2-40B4-BE49-F238E27FC236}">
                <a16:creationId xmlns:a16="http://schemas.microsoft.com/office/drawing/2014/main" id="{A39F2BE5-05BE-D17A-71CA-C9754462F68F}"/>
              </a:ext>
            </a:extLst>
          </p:cNvPr>
          <p:cNvSpPr txBox="1"/>
          <p:nvPr/>
        </p:nvSpPr>
        <p:spPr>
          <a:xfrm>
            <a:off x="7086600" y="21168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I3</a:t>
            </a:r>
            <a:endParaRPr lang="en-US" sz="1100" dirty="0"/>
          </a:p>
        </p:txBody>
      </p:sp>
      <p:sp>
        <p:nvSpPr>
          <p:cNvPr id="102" name="Text 35">
            <a:extLst>
              <a:ext uri="{FF2B5EF4-FFF2-40B4-BE49-F238E27FC236}">
                <a16:creationId xmlns:a16="http://schemas.microsoft.com/office/drawing/2014/main" id="{46EBFC80-2805-EDF7-9245-F6593E8D91D6}"/>
              </a:ext>
            </a:extLst>
          </p:cNvPr>
          <p:cNvSpPr txBox="1"/>
          <p:nvPr/>
        </p:nvSpPr>
        <p:spPr>
          <a:xfrm>
            <a:off x="10332720" y="1572768"/>
            <a:ext cx="132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Time=15</a:t>
            </a:r>
            <a:endParaRPr lang="en-US" sz="1600" dirty="0"/>
          </a:p>
        </p:txBody>
      </p:sp>
      <p:sp>
        <p:nvSpPr>
          <p:cNvPr id="104" name="Text 36">
            <a:extLst>
              <a:ext uri="{FF2B5EF4-FFF2-40B4-BE49-F238E27FC236}">
                <a16:creationId xmlns:a16="http://schemas.microsoft.com/office/drawing/2014/main" id="{18C83CEA-48FC-47E6-1181-5CB2CE41EDD4}"/>
              </a:ext>
            </a:extLst>
          </p:cNvPr>
          <p:cNvSpPr txBox="1"/>
          <p:nvPr/>
        </p:nvSpPr>
        <p:spPr>
          <a:xfrm>
            <a:off x="457200" y="2542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Pipelined: the same 3 instructions finish in 7 cycles</a:t>
            </a:r>
            <a:endParaRPr lang="en-US" sz="1400" dirty="0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0E6B1B68-1877-D7A4-22CB-1E491C72E765}"/>
              </a:ext>
            </a:extLst>
          </p:cNvPr>
          <p:cNvGrpSpPr/>
          <p:nvPr/>
        </p:nvGrpSpPr>
        <p:grpSpPr>
          <a:xfrm>
            <a:off x="731520" y="2880360"/>
            <a:ext cx="6766560" cy="1426464"/>
            <a:chOff x="731520" y="2880360"/>
            <a:chExt cx="6766560" cy="1426464"/>
          </a:xfrm>
        </p:grpSpPr>
        <p:sp>
          <p:nvSpPr>
            <p:cNvPr id="106" name="Text 37">
              <a:extLst>
                <a:ext uri="{FF2B5EF4-FFF2-40B4-BE49-F238E27FC236}">
                  <a16:creationId xmlns:a16="http://schemas.microsoft.com/office/drawing/2014/main" id="{EF66CDF7-6A13-EF54-50C5-B1ED9B328CFC}"/>
                </a:ext>
              </a:extLst>
            </p:cNvPr>
            <p:cNvSpPr txBox="1"/>
            <p:nvPr/>
          </p:nvSpPr>
          <p:spPr>
            <a:xfrm>
              <a:off x="141732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</a:t>
              </a:r>
              <a:endParaRPr lang="en-US" sz="1050" dirty="0"/>
            </a:p>
          </p:txBody>
        </p:sp>
        <p:sp>
          <p:nvSpPr>
            <p:cNvPr id="108" name="Text 38">
              <a:extLst>
                <a:ext uri="{FF2B5EF4-FFF2-40B4-BE49-F238E27FC236}">
                  <a16:creationId xmlns:a16="http://schemas.microsoft.com/office/drawing/2014/main" id="{1594E842-36C3-1B37-DDA6-37D179D4B116}"/>
                </a:ext>
              </a:extLst>
            </p:cNvPr>
            <p:cNvSpPr txBox="1"/>
            <p:nvPr/>
          </p:nvSpPr>
          <p:spPr>
            <a:xfrm>
              <a:off x="228600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</a:t>
              </a:r>
              <a:endParaRPr lang="en-US" sz="1050" dirty="0"/>
            </a:p>
          </p:txBody>
        </p:sp>
        <p:sp>
          <p:nvSpPr>
            <p:cNvPr id="110" name="Text 39">
              <a:extLst>
                <a:ext uri="{FF2B5EF4-FFF2-40B4-BE49-F238E27FC236}">
                  <a16:creationId xmlns:a16="http://schemas.microsoft.com/office/drawing/2014/main" id="{482C966A-BF73-949C-BDE5-13ED1794C6E5}"/>
                </a:ext>
              </a:extLst>
            </p:cNvPr>
            <p:cNvSpPr txBox="1"/>
            <p:nvPr/>
          </p:nvSpPr>
          <p:spPr>
            <a:xfrm>
              <a:off x="315468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3</a:t>
              </a:r>
              <a:endParaRPr lang="en-US" sz="1050" dirty="0"/>
            </a:p>
          </p:txBody>
        </p:sp>
        <p:sp>
          <p:nvSpPr>
            <p:cNvPr id="112" name="Text 40">
              <a:extLst>
                <a:ext uri="{FF2B5EF4-FFF2-40B4-BE49-F238E27FC236}">
                  <a16:creationId xmlns:a16="http://schemas.microsoft.com/office/drawing/2014/main" id="{0ADC7525-8F2D-1E5C-A4E9-8DA9697871A4}"/>
                </a:ext>
              </a:extLst>
            </p:cNvPr>
            <p:cNvSpPr txBox="1"/>
            <p:nvPr/>
          </p:nvSpPr>
          <p:spPr>
            <a:xfrm>
              <a:off x="402336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4</a:t>
              </a:r>
              <a:endParaRPr lang="en-US" sz="1050" dirty="0"/>
            </a:p>
          </p:txBody>
        </p:sp>
        <p:sp>
          <p:nvSpPr>
            <p:cNvPr id="114" name="Text 41">
              <a:extLst>
                <a:ext uri="{FF2B5EF4-FFF2-40B4-BE49-F238E27FC236}">
                  <a16:creationId xmlns:a16="http://schemas.microsoft.com/office/drawing/2014/main" id="{9E56AE2E-8352-8486-999A-27C489CB443A}"/>
                </a:ext>
              </a:extLst>
            </p:cNvPr>
            <p:cNvSpPr txBox="1"/>
            <p:nvPr/>
          </p:nvSpPr>
          <p:spPr>
            <a:xfrm>
              <a:off x="489204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5</a:t>
              </a:r>
              <a:endParaRPr lang="en-US" sz="1050" dirty="0"/>
            </a:p>
          </p:txBody>
        </p:sp>
        <p:sp>
          <p:nvSpPr>
            <p:cNvPr id="116" name="Text 42">
              <a:extLst>
                <a:ext uri="{FF2B5EF4-FFF2-40B4-BE49-F238E27FC236}">
                  <a16:creationId xmlns:a16="http://schemas.microsoft.com/office/drawing/2014/main" id="{7EFAF9C6-A093-C82B-4385-C00F29E156D2}"/>
                </a:ext>
              </a:extLst>
            </p:cNvPr>
            <p:cNvSpPr txBox="1"/>
            <p:nvPr/>
          </p:nvSpPr>
          <p:spPr>
            <a:xfrm>
              <a:off x="576072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6</a:t>
              </a:r>
              <a:endParaRPr lang="en-US" sz="1050" dirty="0"/>
            </a:p>
          </p:txBody>
        </p:sp>
        <p:sp>
          <p:nvSpPr>
            <p:cNvPr id="118" name="Text 43">
              <a:extLst>
                <a:ext uri="{FF2B5EF4-FFF2-40B4-BE49-F238E27FC236}">
                  <a16:creationId xmlns:a16="http://schemas.microsoft.com/office/drawing/2014/main" id="{4130AF41-21E2-146F-2DE2-BCBF5BCCF5DF}"/>
                </a:ext>
              </a:extLst>
            </p:cNvPr>
            <p:cNvSpPr txBox="1"/>
            <p:nvPr/>
          </p:nvSpPr>
          <p:spPr>
            <a:xfrm>
              <a:off x="662940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7</a:t>
              </a:r>
              <a:endParaRPr lang="en-US" sz="1050" dirty="0"/>
            </a:p>
          </p:txBody>
        </p:sp>
        <p:sp>
          <p:nvSpPr>
            <p:cNvPr id="120" name="Text 44">
              <a:extLst>
                <a:ext uri="{FF2B5EF4-FFF2-40B4-BE49-F238E27FC236}">
                  <a16:creationId xmlns:a16="http://schemas.microsoft.com/office/drawing/2014/main" id="{7978AF64-B525-75C0-F02C-784CEB32CD31}"/>
                </a:ext>
              </a:extLst>
            </p:cNvPr>
            <p:cNvSpPr txBox="1"/>
            <p:nvPr/>
          </p:nvSpPr>
          <p:spPr>
            <a:xfrm>
              <a:off x="731520" y="315468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I1</a:t>
              </a:r>
              <a:endParaRPr lang="en-US" sz="1200" dirty="0"/>
            </a:p>
          </p:txBody>
        </p:sp>
        <p:sp>
          <p:nvSpPr>
            <p:cNvPr id="122" name="Shape 45">
              <a:extLst>
                <a:ext uri="{FF2B5EF4-FFF2-40B4-BE49-F238E27FC236}">
                  <a16:creationId xmlns:a16="http://schemas.microsoft.com/office/drawing/2014/main" id="{A2E77EB1-D99A-45E8-9B75-06A2679F9A62}"/>
                </a:ext>
              </a:extLst>
            </p:cNvPr>
            <p:cNvSpPr/>
            <p:nvPr/>
          </p:nvSpPr>
          <p:spPr>
            <a:xfrm>
              <a:off x="1417320" y="3154680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Text 46">
              <a:extLst>
                <a:ext uri="{FF2B5EF4-FFF2-40B4-BE49-F238E27FC236}">
                  <a16:creationId xmlns:a16="http://schemas.microsoft.com/office/drawing/2014/main" id="{B3F4F494-22E9-F564-7B55-EB8EAA8C11D5}"/>
                </a:ext>
              </a:extLst>
            </p:cNvPr>
            <p:cNvSpPr txBox="1"/>
            <p:nvPr/>
          </p:nvSpPr>
          <p:spPr>
            <a:xfrm>
              <a:off x="1417320" y="3154680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126" name="Shape 47">
              <a:extLst>
                <a:ext uri="{FF2B5EF4-FFF2-40B4-BE49-F238E27FC236}">
                  <a16:creationId xmlns:a16="http://schemas.microsoft.com/office/drawing/2014/main" id="{63F712D4-B474-7A70-42E5-4C2868CD59D0}"/>
                </a:ext>
              </a:extLst>
            </p:cNvPr>
            <p:cNvSpPr/>
            <p:nvPr/>
          </p:nvSpPr>
          <p:spPr>
            <a:xfrm>
              <a:off x="2286000" y="3154680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Text 48">
              <a:extLst>
                <a:ext uri="{FF2B5EF4-FFF2-40B4-BE49-F238E27FC236}">
                  <a16:creationId xmlns:a16="http://schemas.microsoft.com/office/drawing/2014/main" id="{A526000B-FA58-A757-9544-8ABDBECB2B16}"/>
                </a:ext>
              </a:extLst>
            </p:cNvPr>
            <p:cNvSpPr txBox="1"/>
            <p:nvPr/>
          </p:nvSpPr>
          <p:spPr>
            <a:xfrm>
              <a:off x="2286000" y="3154680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130" name="Shape 49">
              <a:extLst>
                <a:ext uri="{FF2B5EF4-FFF2-40B4-BE49-F238E27FC236}">
                  <a16:creationId xmlns:a16="http://schemas.microsoft.com/office/drawing/2014/main" id="{C5090F93-7407-AFC8-E231-41F6F024CFCC}"/>
                </a:ext>
              </a:extLst>
            </p:cNvPr>
            <p:cNvSpPr/>
            <p:nvPr/>
          </p:nvSpPr>
          <p:spPr>
            <a:xfrm>
              <a:off x="3154680" y="3154680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Text 50">
              <a:extLst>
                <a:ext uri="{FF2B5EF4-FFF2-40B4-BE49-F238E27FC236}">
                  <a16:creationId xmlns:a16="http://schemas.microsoft.com/office/drawing/2014/main" id="{1460A316-6126-6EBD-18D7-7EB6CD2DED9A}"/>
                </a:ext>
              </a:extLst>
            </p:cNvPr>
            <p:cNvSpPr txBox="1"/>
            <p:nvPr/>
          </p:nvSpPr>
          <p:spPr>
            <a:xfrm>
              <a:off x="3154680" y="3154680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134" name="Shape 51">
              <a:extLst>
                <a:ext uri="{FF2B5EF4-FFF2-40B4-BE49-F238E27FC236}">
                  <a16:creationId xmlns:a16="http://schemas.microsoft.com/office/drawing/2014/main" id="{5978D3B1-5559-9AF3-93AB-FEFFBA1AEB48}"/>
                </a:ext>
              </a:extLst>
            </p:cNvPr>
            <p:cNvSpPr/>
            <p:nvPr/>
          </p:nvSpPr>
          <p:spPr>
            <a:xfrm>
              <a:off x="4023360" y="3154680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Text 52">
              <a:extLst>
                <a:ext uri="{FF2B5EF4-FFF2-40B4-BE49-F238E27FC236}">
                  <a16:creationId xmlns:a16="http://schemas.microsoft.com/office/drawing/2014/main" id="{AC284944-471C-91F3-5ED9-DBD301071158}"/>
                </a:ext>
              </a:extLst>
            </p:cNvPr>
            <p:cNvSpPr txBox="1"/>
            <p:nvPr/>
          </p:nvSpPr>
          <p:spPr>
            <a:xfrm>
              <a:off x="4023360" y="3154680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138" name="Shape 53">
              <a:extLst>
                <a:ext uri="{FF2B5EF4-FFF2-40B4-BE49-F238E27FC236}">
                  <a16:creationId xmlns:a16="http://schemas.microsoft.com/office/drawing/2014/main" id="{63D8CA80-0E1C-726B-A35A-D83E630E0BCC}"/>
                </a:ext>
              </a:extLst>
            </p:cNvPr>
            <p:cNvSpPr/>
            <p:nvPr/>
          </p:nvSpPr>
          <p:spPr>
            <a:xfrm>
              <a:off x="4892040" y="3154680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Text 54">
              <a:extLst>
                <a:ext uri="{FF2B5EF4-FFF2-40B4-BE49-F238E27FC236}">
                  <a16:creationId xmlns:a16="http://schemas.microsoft.com/office/drawing/2014/main" id="{49F550E2-0A03-D74B-D583-BF48DF3474DB}"/>
                </a:ext>
              </a:extLst>
            </p:cNvPr>
            <p:cNvSpPr txBox="1"/>
            <p:nvPr/>
          </p:nvSpPr>
          <p:spPr>
            <a:xfrm>
              <a:off x="4892040" y="3154680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  <p:sp>
          <p:nvSpPr>
            <p:cNvPr id="142" name="Text 55">
              <a:extLst>
                <a:ext uri="{FF2B5EF4-FFF2-40B4-BE49-F238E27FC236}">
                  <a16:creationId xmlns:a16="http://schemas.microsoft.com/office/drawing/2014/main" id="{ADFCCC37-08C7-5875-960E-A68C61D0330B}"/>
                </a:ext>
              </a:extLst>
            </p:cNvPr>
            <p:cNvSpPr txBox="1"/>
            <p:nvPr/>
          </p:nvSpPr>
          <p:spPr>
            <a:xfrm>
              <a:off x="731520" y="353872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I2</a:t>
              </a:r>
              <a:endParaRPr lang="en-US" sz="1200" dirty="0"/>
            </a:p>
          </p:txBody>
        </p:sp>
        <p:sp>
          <p:nvSpPr>
            <p:cNvPr id="144" name="Shape 56">
              <a:extLst>
                <a:ext uri="{FF2B5EF4-FFF2-40B4-BE49-F238E27FC236}">
                  <a16:creationId xmlns:a16="http://schemas.microsoft.com/office/drawing/2014/main" id="{403967FF-00D2-6F7B-383A-7EAFB2AC956C}"/>
                </a:ext>
              </a:extLst>
            </p:cNvPr>
            <p:cNvSpPr/>
            <p:nvPr/>
          </p:nvSpPr>
          <p:spPr>
            <a:xfrm>
              <a:off x="2286000" y="3538728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Text 57">
              <a:extLst>
                <a:ext uri="{FF2B5EF4-FFF2-40B4-BE49-F238E27FC236}">
                  <a16:creationId xmlns:a16="http://schemas.microsoft.com/office/drawing/2014/main" id="{015B1C8B-30DE-5212-701B-5EFD5F64F564}"/>
                </a:ext>
              </a:extLst>
            </p:cNvPr>
            <p:cNvSpPr txBox="1"/>
            <p:nvPr/>
          </p:nvSpPr>
          <p:spPr>
            <a:xfrm>
              <a:off x="2286000" y="3538728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148" name="Shape 58">
              <a:extLst>
                <a:ext uri="{FF2B5EF4-FFF2-40B4-BE49-F238E27FC236}">
                  <a16:creationId xmlns:a16="http://schemas.microsoft.com/office/drawing/2014/main" id="{B268BE75-75DD-E741-471E-E4AF331F013F}"/>
                </a:ext>
              </a:extLst>
            </p:cNvPr>
            <p:cNvSpPr/>
            <p:nvPr/>
          </p:nvSpPr>
          <p:spPr>
            <a:xfrm>
              <a:off x="3154680" y="3538728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Text 59">
              <a:extLst>
                <a:ext uri="{FF2B5EF4-FFF2-40B4-BE49-F238E27FC236}">
                  <a16:creationId xmlns:a16="http://schemas.microsoft.com/office/drawing/2014/main" id="{88408432-4F00-5249-26BF-6F6EA6BBD99C}"/>
                </a:ext>
              </a:extLst>
            </p:cNvPr>
            <p:cNvSpPr txBox="1"/>
            <p:nvPr/>
          </p:nvSpPr>
          <p:spPr>
            <a:xfrm>
              <a:off x="3154680" y="3538728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152" name="Shape 60">
              <a:extLst>
                <a:ext uri="{FF2B5EF4-FFF2-40B4-BE49-F238E27FC236}">
                  <a16:creationId xmlns:a16="http://schemas.microsoft.com/office/drawing/2014/main" id="{4F8424AB-8D5C-B4C7-707D-A7444B8E85E1}"/>
                </a:ext>
              </a:extLst>
            </p:cNvPr>
            <p:cNvSpPr/>
            <p:nvPr/>
          </p:nvSpPr>
          <p:spPr>
            <a:xfrm>
              <a:off x="4023360" y="3538728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Text 61">
              <a:extLst>
                <a:ext uri="{FF2B5EF4-FFF2-40B4-BE49-F238E27FC236}">
                  <a16:creationId xmlns:a16="http://schemas.microsoft.com/office/drawing/2014/main" id="{F8D1A6BD-4BC8-C530-9E34-CAF411C2407A}"/>
                </a:ext>
              </a:extLst>
            </p:cNvPr>
            <p:cNvSpPr txBox="1"/>
            <p:nvPr/>
          </p:nvSpPr>
          <p:spPr>
            <a:xfrm>
              <a:off x="4023360" y="3538728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156" name="Shape 62">
              <a:extLst>
                <a:ext uri="{FF2B5EF4-FFF2-40B4-BE49-F238E27FC236}">
                  <a16:creationId xmlns:a16="http://schemas.microsoft.com/office/drawing/2014/main" id="{9FD606CC-B902-2DE5-62C3-84F00822172A}"/>
                </a:ext>
              </a:extLst>
            </p:cNvPr>
            <p:cNvSpPr/>
            <p:nvPr/>
          </p:nvSpPr>
          <p:spPr>
            <a:xfrm>
              <a:off x="4892040" y="3538728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Text 63">
              <a:extLst>
                <a:ext uri="{FF2B5EF4-FFF2-40B4-BE49-F238E27FC236}">
                  <a16:creationId xmlns:a16="http://schemas.microsoft.com/office/drawing/2014/main" id="{2D266625-1F6C-E2E3-0AAE-EA0085FEA3D1}"/>
                </a:ext>
              </a:extLst>
            </p:cNvPr>
            <p:cNvSpPr txBox="1"/>
            <p:nvPr/>
          </p:nvSpPr>
          <p:spPr>
            <a:xfrm>
              <a:off x="4892040" y="3538728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160" name="Shape 64">
              <a:extLst>
                <a:ext uri="{FF2B5EF4-FFF2-40B4-BE49-F238E27FC236}">
                  <a16:creationId xmlns:a16="http://schemas.microsoft.com/office/drawing/2014/main" id="{B02474DF-D60D-323D-5D04-053BD8F32F0D}"/>
                </a:ext>
              </a:extLst>
            </p:cNvPr>
            <p:cNvSpPr/>
            <p:nvPr/>
          </p:nvSpPr>
          <p:spPr>
            <a:xfrm>
              <a:off x="5760720" y="3538728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Text 65">
              <a:extLst>
                <a:ext uri="{FF2B5EF4-FFF2-40B4-BE49-F238E27FC236}">
                  <a16:creationId xmlns:a16="http://schemas.microsoft.com/office/drawing/2014/main" id="{5D3DEF31-29EE-7550-8030-D425F6F65D1C}"/>
                </a:ext>
              </a:extLst>
            </p:cNvPr>
            <p:cNvSpPr txBox="1"/>
            <p:nvPr/>
          </p:nvSpPr>
          <p:spPr>
            <a:xfrm>
              <a:off x="5760720" y="3538728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  <p:sp>
          <p:nvSpPr>
            <p:cNvPr id="164" name="Text 66">
              <a:extLst>
                <a:ext uri="{FF2B5EF4-FFF2-40B4-BE49-F238E27FC236}">
                  <a16:creationId xmlns:a16="http://schemas.microsoft.com/office/drawing/2014/main" id="{9A7745D9-C1FF-4F61-14CF-682FF63C0535}"/>
                </a:ext>
              </a:extLst>
            </p:cNvPr>
            <p:cNvSpPr txBox="1"/>
            <p:nvPr/>
          </p:nvSpPr>
          <p:spPr>
            <a:xfrm>
              <a:off x="731520" y="392277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I3</a:t>
              </a:r>
              <a:endParaRPr lang="en-US" sz="1200" dirty="0"/>
            </a:p>
          </p:txBody>
        </p:sp>
        <p:sp>
          <p:nvSpPr>
            <p:cNvPr id="166" name="Shape 67">
              <a:extLst>
                <a:ext uri="{FF2B5EF4-FFF2-40B4-BE49-F238E27FC236}">
                  <a16:creationId xmlns:a16="http://schemas.microsoft.com/office/drawing/2014/main" id="{7C797D72-F95A-35AB-F6BF-DF6B1B420FF2}"/>
                </a:ext>
              </a:extLst>
            </p:cNvPr>
            <p:cNvSpPr/>
            <p:nvPr/>
          </p:nvSpPr>
          <p:spPr>
            <a:xfrm>
              <a:off x="3154680" y="3922776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Text 68">
              <a:extLst>
                <a:ext uri="{FF2B5EF4-FFF2-40B4-BE49-F238E27FC236}">
                  <a16:creationId xmlns:a16="http://schemas.microsoft.com/office/drawing/2014/main" id="{B8BE486E-4B98-9BE5-2D61-5788D9265AC2}"/>
                </a:ext>
              </a:extLst>
            </p:cNvPr>
            <p:cNvSpPr txBox="1"/>
            <p:nvPr/>
          </p:nvSpPr>
          <p:spPr>
            <a:xfrm>
              <a:off x="3154680" y="3922776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170" name="Shape 69">
              <a:extLst>
                <a:ext uri="{FF2B5EF4-FFF2-40B4-BE49-F238E27FC236}">
                  <a16:creationId xmlns:a16="http://schemas.microsoft.com/office/drawing/2014/main" id="{1C71C397-ACF3-6731-C795-DDB0A4C1DEC3}"/>
                </a:ext>
              </a:extLst>
            </p:cNvPr>
            <p:cNvSpPr/>
            <p:nvPr/>
          </p:nvSpPr>
          <p:spPr>
            <a:xfrm>
              <a:off x="4023360" y="3922776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Text 70">
              <a:extLst>
                <a:ext uri="{FF2B5EF4-FFF2-40B4-BE49-F238E27FC236}">
                  <a16:creationId xmlns:a16="http://schemas.microsoft.com/office/drawing/2014/main" id="{721A77A6-AA65-C35C-8AFC-3AE1130CF309}"/>
                </a:ext>
              </a:extLst>
            </p:cNvPr>
            <p:cNvSpPr txBox="1"/>
            <p:nvPr/>
          </p:nvSpPr>
          <p:spPr>
            <a:xfrm>
              <a:off x="4023360" y="3922776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174" name="Shape 71">
              <a:extLst>
                <a:ext uri="{FF2B5EF4-FFF2-40B4-BE49-F238E27FC236}">
                  <a16:creationId xmlns:a16="http://schemas.microsoft.com/office/drawing/2014/main" id="{30C541EC-B257-3DC7-A8D2-FF217C31D31E}"/>
                </a:ext>
              </a:extLst>
            </p:cNvPr>
            <p:cNvSpPr/>
            <p:nvPr/>
          </p:nvSpPr>
          <p:spPr>
            <a:xfrm>
              <a:off x="4892040" y="3922776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Text 72">
              <a:extLst>
                <a:ext uri="{FF2B5EF4-FFF2-40B4-BE49-F238E27FC236}">
                  <a16:creationId xmlns:a16="http://schemas.microsoft.com/office/drawing/2014/main" id="{4F392BE2-85A4-0C1B-54C9-6AFCB686028D}"/>
                </a:ext>
              </a:extLst>
            </p:cNvPr>
            <p:cNvSpPr txBox="1"/>
            <p:nvPr/>
          </p:nvSpPr>
          <p:spPr>
            <a:xfrm>
              <a:off x="4892040" y="3922776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178" name="Shape 73">
              <a:extLst>
                <a:ext uri="{FF2B5EF4-FFF2-40B4-BE49-F238E27FC236}">
                  <a16:creationId xmlns:a16="http://schemas.microsoft.com/office/drawing/2014/main" id="{3AEE9F88-140D-20A1-374E-55FFD1A4F2FE}"/>
                </a:ext>
              </a:extLst>
            </p:cNvPr>
            <p:cNvSpPr/>
            <p:nvPr/>
          </p:nvSpPr>
          <p:spPr>
            <a:xfrm>
              <a:off x="5760720" y="3922776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Text 74">
              <a:extLst>
                <a:ext uri="{FF2B5EF4-FFF2-40B4-BE49-F238E27FC236}">
                  <a16:creationId xmlns:a16="http://schemas.microsoft.com/office/drawing/2014/main" id="{6F8A5186-3099-13C0-4E86-EA603125B518}"/>
                </a:ext>
              </a:extLst>
            </p:cNvPr>
            <p:cNvSpPr txBox="1"/>
            <p:nvPr/>
          </p:nvSpPr>
          <p:spPr>
            <a:xfrm>
              <a:off x="5760720" y="3922776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182" name="Shape 75">
              <a:extLst>
                <a:ext uri="{FF2B5EF4-FFF2-40B4-BE49-F238E27FC236}">
                  <a16:creationId xmlns:a16="http://schemas.microsoft.com/office/drawing/2014/main" id="{8E52D472-5B5D-590F-15CA-645BC36D3C54}"/>
                </a:ext>
              </a:extLst>
            </p:cNvPr>
            <p:cNvSpPr/>
            <p:nvPr/>
          </p:nvSpPr>
          <p:spPr>
            <a:xfrm>
              <a:off x="6629400" y="3922776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Text 76">
              <a:extLst>
                <a:ext uri="{FF2B5EF4-FFF2-40B4-BE49-F238E27FC236}">
                  <a16:creationId xmlns:a16="http://schemas.microsoft.com/office/drawing/2014/main" id="{F0C4AF65-752E-03DD-B6AD-BDE15631692E}"/>
                </a:ext>
              </a:extLst>
            </p:cNvPr>
            <p:cNvSpPr txBox="1"/>
            <p:nvPr/>
          </p:nvSpPr>
          <p:spPr>
            <a:xfrm>
              <a:off x="6629400" y="3922776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</p:grpSp>
      <p:sp>
        <p:nvSpPr>
          <p:cNvPr id="186" name="Text 77">
            <a:extLst>
              <a:ext uri="{FF2B5EF4-FFF2-40B4-BE49-F238E27FC236}">
                <a16:creationId xmlns:a16="http://schemas.microsoft.com/office/drawing/2014/main" id="{F2CD55F0-2D44-19FA-B011-2FE4D5809DF3}"/>
              </a:ext>
            </a:extLst>
          </p:cNvPr>
          <p:cNvSpPr txBox="1"/>
          <p:nvPr/>
        </p:nvSpPr>
        <p:spPr>
          <a:xfrm>
            <a:off x="7854508" y="3977640"/>
            <a:ext cx="12894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8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Time=7</a:t>
            </a:r>
            <a:endParaRPr lang="en-US" sz="1600" dirty="0"/>
          </a:p>
        </p:txBody>
      </p:sp>
      <p:sp>
        <p:nvSpPr>
          <p:cNvPr id="195" name="Left Brace 194">
            <a:extLst>
              <a:ext uri="{FF2B5EF4-FFF2-40B4-BE49-F238E27FC236}">
                <a16:creationId xmlns:a16="http://schemas.microsoft.com/office/drawing/2014/main" id="{64FCA1B0-3294-0656-886F-07DC1FE25573}"/>
              </a:ext>
            </a:extLst>
          </p:cNvPr>
          <p:cNvSpPr/>
          <p:nvPr/>
        </p:nvSpPr>
        <p:spPr>
          <a:xfrm rot="16200000">
            <a:off x="2726312" y="672365"/>
            <a:ext cx="135479" cy="2753464"/>
          </a:xfrm>
          <a:prstGeom prst="leftBrac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6" name="Left Brace 195">
            <a:extLst>
              <a:ext uri="{FF2B5EF4-FFF2-40B4-BE49-F238E27FC236}">
                <a16:creationId xmlns:a16="http://schemas.microsoft.com/office/drawing/2014/main" id="{C87CBDAD-DB5F-8512-1313-132202D3D07E}"/>
              </a:ext>
            </a:extLst>
          </p:cNvPr>
          <p:cNvSpPr/>
          <p:nvPr/>
        </p:nvSpPr>
        <p:spPr>
          <a:xfrm rot="16200000">
            <a:off x="5590110" y="630983"/>
            <a:ext cx="135480" cy="2811780"/>
          </a:xfrm>
          <a:prstGeom prst="leftBrac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7" name="Left Brace 196">
            <a:extLst>
              <a:ext uri="{FF2B5EF4-FFF2-40B4-BE49-F238E27FC236}">
                <a16:creationId xmlns:a16="http://schemas.microsoft.com/office/drawing/2014/main" id="{3CB543CF-369E-3E78-EAC2-C64ACFF2B663}"/>
              </a:ext>
            </a:extLst>
          </p:cNvPr>
          <p:cNvSpPr/>
          <p:nvPr/>
        </p:nvSpPr>
        <p:spPr>
          <a:xfrm rot="16200000">
            <a:off x="8456801" y="611249"/>
            <a:ext cx="117098" cy="2811780"/>
          </a:xfrm>
          <a:prstGeom prst="leftBrac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9" name="Text 81">
            <a:extLst>
              <a:ext uri="{FF2B5EF4-FFF2-40B4-BE49-F238E27FC236}">
                <a16:creationId xmlns:a16="http://schemas.microsoft.com/office/drawing/2014/main" id="{C64E05B3-68A7-78A0-2EF9-677FD40DDF12}"/>
              </a:ext>
            </a:extLst>
          </p:cNvPr>
          <p:cNvSpPr txBox="1"/>
          <p:nvPr/>
        </p:nvSpPr>
        <p:spPr>
          <a:xfrm>
            <a:off x="605028" y="4727448"/>
            <a:ext cx="1098194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 the example</a:t>
            </a:r>
            <a:endParaRPr lang="en-US" sz="1350" dirty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Cycles 1-4 are the fill: the pipeline is not yet full, so some stages are idle. Cycles after the last IF are the drain.</a:t>
            </a:r>
            <a:endParaRPr lang="en-US" sz="135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Steady state begins in cycle 5, where all five stages hold a different instruction and one instruction retires per cycle.</a:t>
            </a:r>
            <a:endParaRPr lang="en-US" sz="135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and drain cost (k - 1 = 4) cycles once per program.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71501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33D24-1613-F4DC-CF60-D32DEFE6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80D45-DD7F-19A2-3587-C95F13A947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75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C268BA1-4634-0918-DA86-08419C619CCD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Instruction Flow Through the Pipeline</a:t>
            </a:r>
            <a:endParaRPr lang="en-US" sz="3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9C66D-960A-806C-9363-C8F95D8CB50B}"/>
              </a:ext>
            </a:extLst>
          </p:cNvPr>
          <p:cNvGrpSpPr/>
          <p:nvPr/>
        </p:nvGrpSpPr>
        <p:grpSpPr>
          <a:xfrm>
            <a:off x="594360" y="1563624"/>
            <a:ext cx="9875520" cy="2980944"/>
            <a:chOff x="594360" y="1563624"/>
            <a:chExt cx="9875520" cy="2980944"/>
          </a:xfrm>
        </p:grpSpPr>
        <p:sp>
          <p:nvSpPr>
            <p:cNvPr id="8" name="Text 2">
              <a:extLst>
                <a:ext uri="{FF2B5EF4-FFF2-40B4-BE49-F238E27FC236}">
                  <a16:creationId xmlns:a16="http://schemas.microsoft.com/office/drawing/2014/main" id="{CF85E182-7837-A5AA-BC54-0E4C92697D7E}"/>
                </a:ext>
              </a:extLst>
            </p:cNvPr>
            <p:cNvSpPr txBox="1"/>
            <p:nvPr/>
          </p:nvSpPr>
          <p:spPr>
            <a:xfrm>
              <a:off x="1417320" y="1563624"/>
              <a:ext cx="1005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C1</a:t>
              </a:r>
              <a:endParaRPr lang="en-US" sz="1200" dirty="0"/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DCBB9C2C-05D5-0B37-C0FA-25C738D5D3F3}"/>
                </a:ext>
              </a:extLst>
            </p:cNvPr>
            <p:cNvSpPr txBox="1"/>
            <p:nvPr/>
          </p:nvSpPr>
          <p:spPr>
            <a:xfrm>
              <a:off x="2423160" y="1563624"/>
              <a:ext cx="1005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C2</a:t>
              </a:r>
              <a:endParaRPr lang="en-US" sz="1200" dirty="0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B15D9796-BA32-2995-F8A6-31D3A0031B34}"/>
                </a:ext>
              </a:extLst>
            </p:cNvPr>
            <p:cNvSpPr txBox="1"/>
            <p:nvPr/>
          </p:nvSpPr>
          <p:spPr>
            <a:xfrm>
              <a:off x="3429000" y="1563624"/>
              <a:ext cx="1005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C3</a:t>
              </a:r>
              <a:endParaRPr lang="en-US" sz="1200" dirty="0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CA66183B-AB5F-EE7B-4086-30CD733D634C}"/>
                </a:ext>
              </a:extLst>
            </p:cNvPr>
            <p:cNvSpPr txBox="1"/>
            <p:nvPr/>
          </p:nvSpPr>
          <p:spPr>
            <a:xfrm>
              <a:off x="4434840" y="1563624"/>
              <a:ext cx="1005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C4</a:t>
              </a:r>
              <a:endParaRPr lang="en-US" sz="1200" dirty="0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CEA57AC5-E31F-28ED-430D-7464F612F1F1}"/>
                </a:ext>
              </a:extLst>
            </p:cNvPr>
            <p:cNvSpPr txBox="1"/>
            <p:nvPr/>
          </p:nvSpPr>
          <p:spPr>
            <a:xfrm>
              <a:off x="5440680" y="1563624"/>
              <a:ext cx="1005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C5</a:t>
              </a:r>
              <a:endParaRPr lang="en-US" sz="1200" dirty="0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7D11E7B6-3668-BE5D-9452-977280BC0DAE}"/>
                </a:ext>
              </a:extLst>
            </p:cNvPr>
            <p:cNvSpPr txBox="1"/>
            <p:nvPr/>
          </p:nvSpPr>
          <p:spPr>
            <a:xfrm>
              <a:off x="6446520" y="1563624"/>
              <a:ext cx="1005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C6</a:t>
              </a:r>
              <a:endParaRPr lang="en-US" sz="1200" dirty="0"/>
            </a:p>
          </p:txBody>
        </p:sp>
        <p:sp>
          <p:nvSpPr>
            <p:cNvPr id="23" name="Text 8">
              <a:extLst>
                <a:ext uri="{FF2B5EF4-FFF2-40B4-BE49-F238E27FC236}">
                  <a16:creationId xmlns:a16="http://schemas.microsoft.com/office/drawing/2014/main" id="{426721AD-D32F-875D-1C20-E8C2D4FC489D}"/>
                </a:ext>
              </a:extLst>
            </p:cNvPr>
            <p:cNvSpPr txBox="1"/>
            <p:nvPr/>
          </p:nvSpPr>
          <p:spPr>
            <a:xfrm>
              <a:off x="7452360" y="1563624"/>
              <a:ext cx="1005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C7</a:t>
              </a:r>
              <a:endParaRPr lang="en-US" sz="1200" dirty="0"/>
            </a:p>
          </p:txBody>
        </p:sp>
        <p:sp>
          <p:nvSpPr>
            <p:cNvPr id="25" name="Text 9">
              <a:extLst>
                <a:ext uri="{FF2B5EF4-FFF2-40B4-BE49-F238E27FC236}">
                  <a16:creationId xmlns:a16="http://schemas.microsoft.com/office/drawing/2014/main" id="{431CC24B-EFDF-CD5D-B760-C075344E2034}"/>
                </a:ext>
              </a:extLst>
            </p:cNvPr>
            <p:cNvSpPr txBox="1"/>
            <p:nvPr/>
          </p:nvSpPr>
          <p:spPr>
            <a:xfrm>
              <a:off x="8458200" y="1563624"/>
              <a:ext cx="1005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C8</a:t>
              </a:r>
              <a:endParaRPr lang="en-US" sz="1200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19B91E5A-4FFB-0C48-D21A-4928DB6EDFE6}"/>
                </a:ext>
              </a:extLst>
            </p:cNvPr>
            <p:cNvSpPr txBox="1"/>
            <p:nvPr/>
          </p:nvSpPr>
          <p:spPr>
            <a:xfrm>
              <a:off x="9464040" y="1563624"/>
              <a:ext cx="1005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C9</a:t>
              </a:r>
              <a:endParaRPr lang="en-US" sz="1200" dirty="0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C56745D1-A7F7-5EC3-507C-78A228E644A4}"/>
                </a:ext>
              </a:extLst>
            </p:cNvPr>
            <p:cNvSpPr txBox="1"/>
            <p:nvPr/>
          </p:nvSpPr>
          <p:spPr>
            <a:xfrm>
              <a:off x="594360" y="1874520"/>
              <a:ext cx="731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3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I1</a:t>
              </a:r>
              <a:endParaRPr lang="en-US" sz="1300" dirty="0"/>
            </a:p>
          </p:txBody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A56B9DED-37BF-0772-F12E-C5A4FA9E99C9}"/>
                </a:ext>
              </a:extLst>
            </p:cNvPr>
            <p:cNvSpPr/>
            <p:nvPr/>
          </p:nvSpPr>
          <p:spPr>
            <a:xfrm>
              <a:off x="1417320" y="1874520"/>
              <a:ext cx="1005840" cy="457200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13">
              <a:extLst>
                <a:ext uri="{FF2B5EF4-FFF2-40B4-BE49-F238E27FC236}">
                  <a16:creationId xmlns:a16="http://schemas.microsoft.com/office/drawing/2014/main" id="{9D466583-20A1-24EC-5FA3-CD172DAD6D91}"/>
                </a:ext>
              </a:extLst>
            </p:cNvPr>
            <p:cNvSpPr txBox="1"/>
            <p:nvPr/>
          </p:nvSpPr>
          <p:spPr>
            <a:xfrm>
              <a:off x="1417320" y="18745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100" dirty="0"/>
            </a:p>
          </p:txBody>
        </p:sp>
        <p:sp>
          <p:nvSpPr>
            <p:cNvPr id="37" name="Shape 14">
              <a:extLst>
                <a:ext uri="{FF2B5EF4-FFF2-40B4-BE49-F238E27FC236}">
                  <a16:creationId xmlns:a16="http://schemas.microsoft.com/office/drawing/2014/main" id="{48F23125-C709-AC44-7308-1D3E9B3FACFF}"/>
                </a:ext>
              </a:extLst>
            </p:cNvPr>
            <p:cNvSpPr/>
            <p:nvPr/>
          </p:nvSpPr>
          <p:spPr>
            <a:xfrm>
              <a:off x="2423160" y="1874520"/>
              <a:ext cx="1005840" cy="457200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15">
              <a:extLst>
                <a:ext uri="{FF2B5EF4-FFF2-40B4-BE49-F238E27FC236}">
                  <a16:creationId xmlns:a16="http://schemas.microsoft.com/office/drawing/2014/main" id="{E39998B7-28C1-24BE-CE01-7AFA69936C38}"/>
                </a:ext>
              </a:extLst>
            </p:cNvPr>
            <p:cNvSpPr txBox="1"/>
            <p:nvPr/>
          </p:nvSpPr>
          <p:spPr>
            <a:xfrm>
              <a:off x="2423160" y="18745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100" dirty="0"/>
            </a:p>
          </p:txBody>
        </p:sp>
        <p:sp>
          <p:nvSpPr>
            <p:cNvPr id="41" name="Shape 16">
              <a:extLst>
                <a:ext uri="{FF2B5EF4-FFF2-40B4-BE49-F238E27FC236}">
                  <a16:creationId xmlns:a16="http://schemas.microsoft.com/office/drawing/2014/main" id="{8ABC9D33-572F-429E-7C3B-4F594A2F08EC}"/>
                </a:ext>
              </a:extLst>
            </p:cNvPr>
            <p:cNvSpPr/>
            <p:nvPr/>
          </p:nvSpPr>
          <p:spPr>
            <a:xfrm>
              <a:off x="3429000" y="1874520"/>
              <a:ext cx="1005840" cy="457200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17">
              <a:extLst>
                <a:ext uri="{FF2B5EF4-FFF2-40B4-BE49-F238E27FC236}">
                  <a16:creationId xmlns:a16="http://schemas.microsoft.com/office/drawing/2014/main" id="{CA441C2D-00DC-0BE7-9F77-9FAB3E35703B}"/>
                </a:ext>
              </a:extLst>
            </p:cNvPr>
            <p:cNvSpPr txBox="1"/>
            <p:nvPr/>
          </p:nvSpPr>
          <p:spPr>
            <a:xfrm>
              <a:off x="3429000" y="18745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100" dirty="0"/>
            </a:p>
          </p:txBody>
        </p:sp>
        <p:sp>
          <p:nvSpPr>
            <p:cNvPr id="47" name="Shape 18">
              <a:extLst>
                <a:ext uri="{FF2B5EF4-FFF2-40B4-BE49-F238E27FC236}">
                  <a16:creationId xmlns:a16="http://schemas.microsoft.com/office/drawing/2014/main" id="{BAC0E7B7-7ADE-20C3-EDEC-E55AB29E22A5}"/>
                </a:ext>
              </a:extLst>
            </p:cNvPr>
            <p:cNvSpPr/>
            <p:nvPr/>
          </p:nvSpPr>
          <p:spPr>
            <a:xfrm>
              <a:off x="4434840" y="1874520"/>
              <a:ext cx="1005840" cy="457200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9">
              <a:extLst>
                <a:ext uri="{FF2B5EF4-FFF2-40B4-BE49-F238E27FC236}">
                  <a16:creationId xmlns:a16="http://schemas.microsoft.com/office/drawing/2014/main" id="{55558FD0-CC69-1EA9-7B8D-04D1967A2064}"/>
                </a:ext>
              </a:extLst>
            </p:cNvPr>
            <p:cNvSpPr txBox="1"/>
            <p:nvPr/>
          </p:nvSpPr>
          <p:spPr>
            <a:xfrm>
              <a:off x="4434840" y="18745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100" dirty="0"/>
            </a:p>
          </p:txBody>
        </p:sp>
        <p:sp>
          <p:nvSpPr>
            <p:cNvPr id="53" name="Shape 20">
              <a:extLst>
                <a:ext uri="{FF2B5EF4-FFF2-40B4-BE49-F238E27FC236}">
                  <a16:creationId xmlns:a16="http://schemas.microsoft.com/office/drawing/2014/main" id="{33B70E80-BB88-E8E6-90F8-F65CBC94BD33}"/>
                </a:ext>
              </a:extLst>
            </p:cNvPr>
            <p:cNvSpPr/>
            <p:nvPr/>
          </p:nvSpPr>
          <p:spPr>
            <a:xfrm>
              <a:off x="5440680" y="1874520"/>
              <a:ext cx="1005840" cy="457200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4435BF49-E43E-0EC6-4FA0-0CEF71C7132D}"/>
                </a:ext>
              </a:extLst>
            </p:cNvPr>
            <p:cNvSpPr txBox="1"/>
            <p:nvPr/>
          </p:nvSpPr>
          <p:spPr>
            <a:xfrm>
              <a:off x="5440680" y="18745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100" dirty="0"/>
            </a:p>
          </p:txBody>
        </p:sp>
        <p:sp>
          <p:nvSpPr>
            <p:cNvPr id="61" name="Text 22">
              <a:extLst>
                <a:ext uri="{FF2B5EF4-FFF2-40B4-BE49-F238E27FC236}">
                  <a16:creationId xmlns:a16="http://schemas.microsoft.com/office/drawing/2014/main" id="{413F0A1D-41C8-3128-7F49-51A0248D90A1}"/>
                </a:ext>
              </a:extLst>
            </p:cNvPr>
            <p:cNvSpPr txBox="1"/>
            <p:nvPr/>
          </p:nvSpPr>
          <p:spPr>
            <a:xfrm>
              <a:off x="594360" y="2331720"/>
              <a:ext cx="731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3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I2</a:t>
              </a:r>
              <a:endParaRPr lang="en-US" sz="1300" dirty="0"/>
            </a:p>
          </p:txBody>
        </p:sp>
        <p:sp>
          <p:nvSpPr>
            <p:cNvPr id="65" name="Shape 23">
              <a:extLst>
                <a:ext uri="{FF2B5EF4-FFF2-40B4-BE49-F238E27FC236}">
                  <a16:creationId xmlns:a16="http://schemas.microsoft.com/office/drawing/2014/main" id="{EAE6344B-8C82-BDF0-8C91-CB0EE14E2855}"/>
                </a:ext>
              </a:extLst>
            </p:cNvPr>
            <p:cNvSpPr/>
            <p:nvPr/>
          </p:nvSpPr>
          <p:spPr>
            <a:xfrm>
              <a:off x="2423160" y="2331720"/>
              <a:ext cx="1005840" cy="457200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24">
              <a:extLst>
                <a:ext uri="{FF2B5EF4-FFF2-40B4-BE49-F238E27FC236}">
                  <a16:creationId xmlns:a16="http://schemas.microsoft.com/office/drawing/2014/main" id="{B9019CC8-1FE5-DE54-0187-AA2308DCE83A}"/>
                </a:ext>
              </a:extLst>
            </p:cNvPr>
            <p:cNvSpPr txBox="1"/>
            <p:nvPr/>
          </p:nvSpPr>
          <p:spPr>
            <a:xfrm>
              <a:off x="2423160" y="23317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100" dirty="0"/>
            </a:p>
          </p:txBody>
        </p:sp>
        <p:sp>
          <p:nvSpPr>
            <p:cNvPr id="73" name="Shape 25">
              <a:extLst>
                <a:ext uri="{FF2B5EF4-FFF2-40B4-BE49-F238E27FC236}">
                  <a16:creationId xmlns:a16="http://schemas.microsoft.com/office/drawing/2014/main" id="{4224ECD4-CABB-ABD4-606E-0194948C331D}"/>
                </a:ext>
              </a:extLst>
            </p:cNvPr>
            <p:cNvSpPr/>
            <p:nvPr/>
          </p:nvSpPr>
          <p:spPr>
            <a:xfrm>
              <a:off x="3429000" y="2331720"/>
              <a:ext cx="1005840" cy="457200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 26">
              <a:extLst>
                <a:ext uri="{FF2B5EF4-FFF2-40B4-BE49-F238E27FC236}">
                  <a16:creationId xmlns:a16="http://schemas.microsoft.com/office/drawing/2014/main" id="{06E64F4F-4400-2BDC-2C37-54F441E94791}"/>
                </a:ext>
              </a:extLst>
            </p:cNvPr>
            <p:cNvSpPr txBox="1"/>
            <p:nvPr/>
          </p:nvSpPr>
          <p:spPr>
            <a:xfrm>
              <a:off x="3429000" y="23317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100" dirty="0"/>
            </a:p>
          </p:txBody>
        </p:sp>
        <p:sp>
          <p:nvSpPr>
            <p:cNvPr id="81" name="Shape 27">
              <a:extLst>
                <a:ext uri="{FF2B5EF4-FFF2-40B4-BE49-F238E27FC236}">
                  <a16:creationId xmlns:a16="http://schemas.microsoft.com/office/drawing/2014/main" id="{D2A2645C-CD91-8645-13C1-E5F0EC84AFAA}"/>
                </a:ext>
              </a:extLst>
            </p:cNvPr>
            <p:cNvSpPr/>
            <p:nvPr/>
          </p:nvSpPr>
          <p:spPr>
            <a:xfrm>
              <a:off x="4434840" y="2331720"/>
              <a:ext cx="1005840" cy="457200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 28">
              <a:extLst>
                <a:ext uri="{FF2B5EF4-FFF2-40B4-BE49-F238E27FC236}">
                  <a16:creationId xmlns:a16="http://schemas.microsoft.com/office/drawing/2014/main" id="{B8178212-532A-B098-058F-DC9E9A82F407}"/>
                </a:ext>
              </a:extLst>
            </p:cNvPr>
            <p:cNvSpPr txBox="1"/>
            <p:nvPr/>
          </p:nvSpPr>
          <p:spPr>
            <a:xfrm>
              <a:off x="4434840" y="23317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100" dirty="0"/>
            </a:p>
          </p:txBody>
        </p:sp>
        <p:sp>
          <p:nvSpPr>
            <p:cNvPr id="89" name="Shape 29">
              <a:extLst>
                <a:ext uri="{FF2B5EF4-FFF2-40B4-BE49-F238E27FC236}">
                  <a16:creationId xmlns:a16="http://schemas.microsoft.com/office/drawing/2014/main" id="{6B1E65A6-0ECA-2C2A-7AA4-9DFF9C481555}"/>
                </a:ext>
              </a:extLst>
            </p:cNvPr>
            <p:cNvSpPr/>
            <p:nvPr/>
          </p:nvSpPr>
          <p:spPr>
            <a:xfrm>
              <a:off x="5440680" y="2331720"/>
              <a:ext cx="1005840" cy="457200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 30">
              <a:extLst>
                <a:ext uri="{FF2B5EF4-FFF2-40B4-BE49-F238E27FC236}">
                  <a16:creationId xmlns:a16="http://schemas.microsoft.com/office/drawing/2014/main" id="{AB2A85AE-9C4E-3DDD-B303-9B64ABC25377}"/>
                </a:ext>
              </a:extLst>
            </p:cNvPr>
            <p:cNvSpPr txBox="1"/>
            <p:nvPr/>
          </p:nvSpPr>
          <p:spPr>
            <a:xfrm>
              <a:off x="5440680" y="23317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100" dirty="0"/>
            </a:p>
          </p:txBody>
        </p:sp>
        <p:sp>
          <p:nvSpPr>
            <p:cNvPr id="97" name="Shape 31">
              <a:extLst>
                <a:ext uri="{FF2B5EF4-FFF2-40B4-BE49-F238E27FC236}">
                  <a16:creationId xmlns:a16="http://schemas.microsoft.com/office/drawing/2014/main" id="{C80B43C0-AD35-0E4C-9BCC-04F420CA7043}"/>
                </a:ext>
              </a:extLst>
            </p:cNvPr>
            <p:cNvSpPr/>
            <p:nvPr/>
          </p:nvSpPr>
          <p:spPr>
            <a:xfrm>
              <a:off x="6446520" y="2331720"/>
              <a:ext cx="1005840" cy="457200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 32">
              <a:extLst>
                <a:ext uri="{FF2B5EF4-FFF2-40B4-BE49-F238E27FC236}">
                  <a16:creationId xmlns:a16="http://schemas.microsoft.com/office/drawing/2014/main" id="{22D13728-55D9-7450-4B81-1F826C57D3BA}"/>
                </a:ext>
              </a:extLst>
            </p:cNvPr>
            <p:cNvSpPr txBox="1"/>
            <p:nvPr/>
          </p:nvSpPr>
          <p:spPr>
            <a:xfrm>
              <a:off x="6446520" y="23317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100" dirty="0"/>
            </a:p>
          </p:txBody>
        </p:sp>
        <p:sp>
          <p:nvSpPr>
            <p:cNvPr id="105" name="Text 33">
              <a:extLst>
                <a:ext uri="{FF2B5EF4-FFF2-40B4-BE49-F238E27FC236}">
                  <a16:creationId xmlns:a16="http://schemas.microsoft.com/office/drawing/2014/main" id="{B892EB37-608B-5C37-CFB7-1EBD8C67E859}"/>
                </a:ext>
              </a:extLst>
            </p:cNvPr>
            <p:cNvSpPr txBox="1"/>
            <p:nvPr/>
          </p:nvSpPr>
          <p:spPr>
            <a:xfrm>
              <a:off x="594360" y="2788920"/>
              <a:ext cx="731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3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I3</a:t>
              </a:r>
              <a:endParaRPr lang="en-US" sz="1300" dirty="0"/>
            </a:p>
          </p:txBody>
        </p:sp>
        <p:sp>
          <p:nvSpPr>
            <p:cNvPr id="109" name="Shape 34">
              <a:extLst>
                <a:ext uri="{FF2B5EF4-FFF2-40B4-BE49-F238E27FC236}">
                  <a16:creationId xmlns:a16="http://schemas.microsoft.com/office/drawing/2014/main" id="{A309A160-0805-6AC1-F873-51BD392CCD41}"/>
                </a:ext>
              </a:extLst>
            </p:cNvPr>
            <p:cNvSpPr/>
            <p:nvPr/>
          </p:nvSpPr>
          <p:spPr>
            <a:xfrm>
              <a:off x="3429000" y="2788920"/>
              <a:ext cx="1005840" cy="457200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Text 35">
              <a:extLst>
                <a:ext uri="{FF2B5EF4-FFF2-40B4-BE49-F238E27FC236}">
                  <a16:creationId xmlns:a16="http://schemas.microsoft.com/office/drawing/2014/main" id="{3DC0B507-05CC-B9B7-4F49-68D16999ABD8}"/>
                </a:ext>
              </a:extLst>
            </p:cNvPr>
            <p:cNvSpPr txBox="1"/>
            <p:nvPr/>
          </p:nvSpPr>
          <p:spPr>
            <a:xfrm>
              <a:off x="3429000" y="27889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100" dirty="0"/>
            </a:p>
          </p:txBody>
        </p:sp>
        <p:sp>
          <p:nvSpPr>
            <p:cNvPr id="117" name="Shape 36">
              <a:extLst>
                <a:ext uri="{FF2B5EF4-FFF2-40B4-BE49-F238E27FC236}">
                  <a16:creationId xmlns:a16="http://schemas.microsoft.com/office/drawing/2014/main" id="{40854EED-CAE0-E81D-8D70-204673D34A33}"/>
                </a:ext>
              </a:extLst>
            </p:cNvPr>
            <p:cNvSpPr/>
            <p:nvPr/>
          </p:nvSpPr>
          <p:spPr>
            <a:xfrm>
              <a:off x="4434840" y="2788920"/>
              <a:ext cx="1005840" cy="457200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Text 37">
              <a:extLst>
                <a:ext uri="{FF2B5EF4-FFF2-40B4-BE49-F238E27FC236}">
                  <a16:creationId xmlns:a16="http://schemas.microsoft.com/office/drawing/2014/main" id="{3019175C-867D-5B58-3095-50EDF884A698}"/>
                </a:ext>
              </a:extLst>
            </p:cNvPr>
            <p:cNvSpPr txBox="1"/>
            <p:nvPr/>
          </p:nvSpPr>
          <p:spPr>
            <a:xfrm>
              <a:off x="4434840" y="27889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100" dirty="0"/>
            </a:p>
          </p:txBody>
        </p:sp>
        <p:sp>
          <p:nvSpPr>
            <p:cNvPr id="125" name="Shape 38">
              <a:extLst>
                <a:ext uri="{FF2B5EF4-FFF2-40B4-BE49-F238E27FC236}">
                  <a16:creationId xmlns:a16="http://schemas.microsoft.com/office/drawing/2014/main" id="{98B720C9-BAA0-5618-3751-8A62A800093C}"/>
                </a:ext>
              </a:extLst>
            </p:cNvPr>
            <p:cNvSpPr/>
            <p:nvPr/>
          </p:nvSpPr>
          <p:spPr>
            <a:xfrm>
              <a:off x="5440680" y="2788920"/>
              <a:ext cx="1005840" cy="457200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Text 39">
              <a:extLst>
                <a:ext uri="{FF2B5EF4-FFF2-40B4-BE49-F238E27FC236}">
                  <a16:creationId xmlns:a16="http://schemas.microsoft.com/office/drawing/2014/main" id="{D24969BD-5BCC-5555-D663-2CB073F68095}"/>
                </a:ext>
              </a:extLst>
            </p:cNvPr>
            <p:cNvSpPr txBox="1"/>
            <p:nvPr/>
          </p:nvSpPr>
          <p:spPr>
            <a:xfrm>
              <a:off x="5440680" y="27889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100" dirty="0"/>
            </a:p>
          </p:txBody>
        </p:sp>
        <p:sp>
          <p:nvSpPr>
            <p:cNvPr id="133" name="Shape 40">
              <a:extLst>
                <a:ext uri="{FF2B5EF4-FFF2-40B4-BE49-F238E27FC236}">
                  <a16:creationId xmlns:a16="http://schemas.microsoft.com/office/drawing/2014/main" id="{0760DBB5-7D36-8FE5-AF17-E72A2BDBD518}"/>
                </a:ext>
              </a:extLst>
            </p:cNvPr>
            <p:cNvSpPr/>
            <p:nvPr/>
          </p:nvSpPr>
          <p:spPr>
            <a:xfrm>
              <a:off x="6446520" y="2788920"/>
              <a:ext cx="1005840" cy="457200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Text 41">
              <a:extLst>
                <a:ext uri="{FF2B5EF4-FFF2-40B4-BE49-F238E27FC236}">
                  <a16:creationId xmlns:a16="http://schemas.microsoft.com/office/drawing/2014/main" id="{DA748A83-78F7-BF58-AF3C-F2D0AFAD2C37}"/>
                </a:ext>
              </a:extLst>
            </p:cNvPr>
            <p:cNvSpPr txBox="1"/>
            <p:nvPr/>
          </p:nvSpPr>
          <p:spPr>
            <a:xfrm>
              <a:off x="6446520" y="27889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100" dirty="0"/>
            </a:p>
          </p:txBody>
        </p:sp>
        <p:sp>
          <p:nvSpPr>
            <p:cNvPr id="141" name="Shape 42">
              <a:extLst>
                <a:ext uri="{FF2B5EF4-FFF2-40B4-BE49-F238E27FC236}">
                  <a16:creationId xmlns:a16="http://schemas.microsoft.com/office/drawing/2014/main" id="{867AAB5B-04FA-4695-71C0-B82C45A241C9}"/>
                </a:ext>
              </a:extLst>
            </p:cNvPr>
            <p:cNvSpPr/>
            <p:nvPr/>
          </p:nvSpPr>
          <p:spPr>
            <a:xfrm>
              <a:off x="7452360" y="2788920"/>
              <a:ext cx="1005840" cy="457200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Text 43">
              <a:extLst>
                <a:ext uri="{FF2B5EF4-FFF2-40B4-BE49-F238E27FC236}">
                  <a16:creationId xmlns:a16="http://schemas.microsoft.com/office/drawing/2014/main" id="{E75D7F92-7268-CF01-DDB4-B1FA0621EAB3}"/>
                </a:ext>
              </a:extLst>
            </p:cNvPr>
            <p:cNvSpPr txBox="1"/>
            <p:nvPr/>
          </p:nvSpPr>
          <p:spPr>
            <a:xfrm>
              <a:off x="7452360" y="27889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100" dirty="0"/>
            </a:p>
          </p:txBody>
        </p:sp>
        <p:sp>
          <p:nvSpPr>
            <p:cNvPr id="149" name="Text 44">
              <a:extLst>
                <a:ext uri="{FF2B5EF4-FFF2-40B4-BE49-F238E27FC236}">
                  <a16:creationId xmlns:a16="http://schemas.microsoft.com/office/drawing/2014/main" id="{B7F1D1CC-A3C3-C378-EB2F-2DEB15828615}"/>
                </a:ext>
              </a:extLst>
            </p:cNvPr>
            <p:cNvSpPr txBox="1"/>
            <p:nvPr/>
          </p:nvSpPr>
          <p:spPr>
            <a:xfrm>
              <a:off x="594360" y="3246120"/>
              <a:ext cx="731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3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I4</a:t>
              </a:r>
              <a:endParaRPr lang="en-US" sz="1300" dirty="0"/>
            </a:p>
          </p:txBody>
        </p:sp>
        <p:sp>
          <p:nvSpPr>
            <p:cNvPr id="153" name="Shape 45">
              <a:extLst>
                <a:ext uri="{FF2B5EF4-FFF2-40B4-BE49-F238E27FC236}">
                  <a16:creationId xmlns:a16="http://schemas.microsoft.com/office/drawing/2014/main" id="{F2EF8DE4-6ABD-64B2-FF4C-32DEEB3871FF}"/>
                </a:ext>
              </a:extLst>
            </p:cNvPr>
            <p:cNvSpPr/>
            <p:nvPr/>
          </p:nvSpPr>
          <p:spPr>
            <a:xfrm>
              <a:off x="4434840" y="3246120"/>
              <a:ext cx="1005840" cy="457200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Text 46">
              <a:extLst>
                <a:ext uri="{FF2B5EF4-FFF2-40B4-BE49-F238E27FC236}">
                  <a16:creationId xmlns:a16="http://schemas.microsoft.com/office/drawing/2014/main" id="{ACFC292B-1DBE-564C-B3ED-3A33F5066DE5}"/>
                </a:ext>
              </a:extLst>
            </p:cNvPr>
            <p:cNvSpPr txBox="1"/>
            <p:nvPr/>
          </p:nvSpPr>
          <p:spPr>
            <a:xfrm>
              <a:off x="4434840" y="32461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100" dirty="0"/>
            </a:p>
          </p:txBody>
        </p:sp>
        <p:sp>
          <p:nvSpPr>
            <p:cNvPr id="161" name="Shape 47">
              <a:extLst>
                <a:ext uri="{FF2B5EF4-FFF2-40B4-BE49-F238E27FC236}">
                  <a16:creationId xmlns:a16="http://schemas.microsoft.com/office/drawing/2014/main" id="{7458E100-6007-EAA0-8503-B34B9FB82017}"/>
                </a:ext>
              </a:extLst>
            </p:cNvPr>
            <p:cNvSpPr/>
            <p:nvPr/>
          </p:nvSpPr>
          <p:spPr>
            <a:xfrm>
              <a:off x="5440680" y="3246120"/>
              <a:ext cx="1005840" cy="457200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Text 48">
              <a:extLst>
                <a:ext uri="{FF2B5EF4-FFF2-40B4-BE49-F238E27FC236}">
                  <a16:creationId xmlns:a16="http://schemas.microsoft.com/office/drawing/2014/main" id="{05CD1757-1820-F188-EE3C-C10B474D84D9}"/>
                </a:ext>
              </a:extLst>
            </p:cNvPr>
            <p:cNvSpPr txBox="1"/>
            <p:nvPr/>
          </p:nvSpPr>
          <p:spPr>
            <a:xfrm>
              <a:off x="5440680" y="32461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100" dirty="0"/>
            </a:p>
          </p:txBody>
        </p:sp>
        <p:sp>
          <p:nvSpPr>
            <p:cNvPr id="169" name="Shape 49">
              <a:extLst>
                <a:ext uri="{FF2B5EF4-FFF2-40B4-BE49-F238E27FC236}">
                  <a16:creationId xmlns:a16="http://schemas.microsoft.com/office/drawing/2014/main" id="{60A66A3A-7A08-3E09-25FC-648179621641}"/>
                </a:ext>
              </a:extLst>
            </p:cNvPr>
            <p:cNvSpPr/>
            <p:nvPr/>
          </p:nvSpPr>
          <p:spPr>
            <a:xfrm>
              <a:off x="6446520" y="3246120"/>
              <a:ext cx="1005840" cy="457200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Text 50">
              <a:extLst>
                <a:ext uri="{FF2B5EF4-FFF2-40B4-BE49-F238E27FC236}">
                  <a16:creationId xmlns:a16="http://schemas.microsoft.com/office/drawing/2014/main" id="{03306CC8-CE18-C38F-2A9A-F188122EAFD0}"/>
                </a:ext>
              </a:extLst>
            </p:cNvPr>
            <p:cNvSpPr txBox="1"/>
            <p:nvPr/>
          </p:nvSpPr>
          <p:spPr>
            <a:xfrm>
              <a:off x="6446520" y="32461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100" dirty="0"/>
            </a:p>
          </p:txBody>
        </p:sp>
        <p:sp>
          <p:nvSpPr>
            <p:cNvPr id="177" name="Shape 51">
              <a:extLst>
                <a:ext uri="{FF2B5EF4-FFF2-40B4-BE49-F238E27FC236}">
                  <a16:creationId xmlns:a16="http://schemas.microsoft.com/office/drawing/2014/main" id="{5455FED1-68AA-87D2-F887-B629B36A0011}"/>
                </a:ext>
              </a:extLst>
            </p:cNvPr>
            <p:cNvSpPr/>
            <p:nvPr/>
          </p:nvSpPr>
          <p:spPr>
            <a:xfrm>
              <a:off x="7452360" y="3246120"/>
              <a:ext cx="1005840" cy="457200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Text 52">
              <a:extLst>
                <a:ext uri="{FF2B5EF4-FFF2-40B4-BE49-F238E27FC236}">
                  <a16:creationId xmlns:a16="http://schemas.microsoft.com/office/drawing/2014/main" id="{734625E5-3B33-D6B7-78A8-B555798B439E}"/>
                </a:ext>
              </a:extLst>
            </p:cNvPr>
            <p:cNvSpPr txBox="1"/>
            <p:nvPr/>
          </p:nvSpPr>
          <p:spPr>
            <a:xfrm>
              <a:off x="7452360" y="32461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100" dirty="0"/>
            </a:p>
          </p:txBody>
        </p:sp>
        <p:sp>
          <p:nvSpPr>
            <p:cNvPr id="185" name="Shape 53">
              <a:extLst>
                <a:ext uri="{FF2B5EF4-FFF2-40B4-BE49-F238E27FC236}">
                  <a16:creationId xmlns:a16="http://schemas.microsoft.com/office/drawing/2014/main" id="{DA2B37C7-055A-C64D-E4EC-C3BE6ACC9EEA}"/>
                </a:ext>
              </a:extLst>
            </p:cNvPr>
            <p:cNvSpPr/>
            <p:nvPr/>
          </p:nvSpPr>
          <p:spPr>
            <a:xfrm>
              <a:off x="8458200" y="3246120"/>
              <a:ext cx="1005840" cy="457200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Text 54">
              <a:extLst>
                <a:ext uri="{FF2B5EF4-FFF2-40B4-BE49-F238E27FC236}">
                  <a16:creationId xmlns:a16="http://schemas.microsoft.com/office/drawing/2014/main" id="{F10F66C7-603E-714A-CD98-112B59228A78}"/>
                </a:ext>
              </a:extLst>
            </p:cNvPr>
            <p:cNvSpPr txBox="1"/>
            <p:nvPr/>
          </p:nvSpPr>
          <p:spPr>
            <a:xfrm>
              <a:off x="8458200" y="32461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100" dirty="0"/>
            </a:p>
          </p:txBody>
        </p:sp>
        <p:sp>
          <p:nvSpPr>
            <p:cNvPr id="193" name="Text 55">
              <a:extLst>
                <a:ext uri="{FF2B5EF4-FFF2-40B4-BE49-F238E27FC236}">
                  <a16:creationId xmlns:a16="http://schemas.microsoft.com/office/drawing/2014/main" id="{3886DF75-1C0B-5F32-4137-452406AE4398}"/>
                </a:ext>
              </a:extLst>
            </p:cNvPr>
            <p:cNvSpPr txBox="1"/>
            <p:nvPr/>
          </p:nvSpPr>
          <p:spPr>
            <a:xfrm>
              <a:off x="594360" y="3703320"/>
              <a:ext cx="7315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3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I5</a:t>
              </a:r>
              <a:endParaRPr lang="en-US" sz="1300" dirty="0"/>
            </a:p>
          </p:txBody>
        </p:sp>
        <p:sp>
          <p:nvSpPr>
            <p:cNvPr id="199" name="Shape 56">
              <a:extLst>
                <a:ext uri="{FF2B5EF4-FFF2-40B4-BE49-F238E27FC236}">
                  <a16:creationId xmlns:a16="http://schemas.microsoft.com/office/drawing/2014/main" id="{20E086E0-7C66-82D7-1F5B-6CD3A6DECC69}"/>
                </a:ext>
              </a:extLst>
            </p:cNvPr>
            <p:cNvSpPr/>
            <p:nvPr/>
          </p:nvSpPr>
          <p:spPr>
            <a:xfrm>
              <a:off x="5440680" y="3703320"/>
              <a:ext cx="1005840" cy="457200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Text 57">
              <a:extLst>
                <a:ext uri="{FF2B5EF4-FFF2-40B4-BE49-F238E27FC236}">
                  <a16:creationId xmlns:a16="http://schemas.microsoft.com/office/drawing/2014/main" id="{2B00BB72-0217-FF65-08C3-C3E138055779}"/>
                </a:ext>
              </a:extLst>
            </p:cNvPr>
            <p:cNvSpPr txBox="1"/>
            <p:nvPr/>
          </p:nvSpPr>
          <p:spPr>
            <a:xfrm>
              <a:off x="5440680" y="37033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100" dirty="0"/>
            </a:p>
          </p:txBody>
        </p:sp>
        <p:sp>
          <p:nvSpPr>
            <p:cNvPr id="203" name="Shape 58">
              <a:extLst>
                <a:ext uri="{FF2B5EF4-FFF2-40B4-BE49-F238E27FC236}">
                  <a16:creationId xmlns:a16="http://schemas.microsoft.com/office/drawing/2014/main" id="{41F79BF8-7B59-D6BB-AC58-A101F4FE230D}"/>
                </a:ext>
              </a:extLst>
            </p:cNvPr>
            <p:cNvSpPr/>
            <p:nvPr/>
          </p:nvSpPr>
          <p:spPr>
            <a:xfrm>
              <a:off x="6446520" y="3703320"/>
              <a:ext cx="1005840" cy="457200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Text 59">
              <a:extLst>
                <a:ext uri="{FF2B5EF4-FFF2-40B4-BE49-F238E27FC236}">
                  <a16:creationId xmlns:a16="http://schemas.microsoft.com/office/drawing/2014/main" id="{9D5C5BDB-ED38-B8DF-EC11-2A16CD6F19B1}"/>
                </a:ext>
              </a:extLst>
            </p:cNvPr>
            <p:cNvSpPr txBox="1"/>
            <p:nvPr/>
          </p:nvSpPr>
          <p:spPr>
            <a:xfrm>
              <a:off x="6446520" y="37033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100" dirty="0"/>
            </a:p>
          </p:txBody>
        </p:sp>
        <p:sp>
          <p:nvSpPr>
            <p:cNvPr id="207" name="Shape 60">
              <a:extLst>
                <a:ext uri="{FF2B5EF4-FFF2-40B4-BE49-F238E27FC236}">
                  <a16:creationId xmlns:a16="http://schemas.microsoft.com/office/drawing/2014/main" id="{407DBC2B-748A-06AE-E19C-D27ED05BB377}"/>
                </a:ext>
              </a:extLst>
            </p:cNvPr>
            <p:cNvSpPr/>
            <p:nvPr/>
          </p:nvSpPr>
          <p:spPr>
            <a:xfrm>
              <a:off x="7452360" y="3703320"/>
              <a:ext cx="1005840" cy="457200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Text 61">
              <a:extLst>
                <a:ext uri="{FF2B5EF4-FFF2-40B4-BE49-F238E27FC236}">
                  <a16:creationId xmlns:a16="http://schemas.microsoft.com/office/drawing/2014/main" id="{4CAF0202-D0EC-4DFE-3A6A-A7B943DF8B10}"/>
                </a:ext>
              </a:extLst>
            </p:cNvPr>
            <p:cNvSpPr txBox="1"/>
            <p:nvPr/>
          </p:nvSpPr>
          <p:spPr>
            <a:xfrm>
              <a:off x="7452360" y="37033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100" dirty="0"/>
            </a:p>
          </p:txBody>
        </p:sp>
        <p:sp>
          <p:nvSpPr>
            <p:cNvPr id="211" name="Shape 62">
              <a:extLst>
                <a:ext uri="{FF2B5EF4-FFF2-40B4-BE49-F238E27FC236}">
                  <a16:creationId xmlns:a16="http://schemas.microsoft.com/office/drawing/2014/main" id="{C2AF4516-D296-02E4-B984-5E3E46CFC1F8}"/>
                </a:ext>
              </a:extLst>
            </p:cNvPr>
            <p:cNvSpPr/>
            <p:nvPr/>
          </p:nvSpPr>
          <p:spPr>
            <a:xfrm>
              <a:off x="8458200" y="3703320"/>
              <a:ext cx="1005840" cy="457200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Text 63">
              <a:extLst>
                <a:ext uri="{FF2B5EF4-FFF2-40B4-BE49-F238E27FC236}">
                  <a16:creationId xmlns:a16="http://schemas.microsoft.com/office/drawing/2014/main" id="{A9709F98-FE0C-E16E-F708-415D6BDF71C4}"/>
                </a:ext>
              </a:extLst>
            </p:cNvPr>
            <p:cNvSpPr txBox="1"/>
            <p:nvPr/>
          </p:nvSpPr>
          <p:spPr>
            <a:xfrm>
              <a:off x="8458200" y="37033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100" dirty="0"/>
            </a:p>
          </p:txBody>
        </p:sp>
        <p:sp>
          <p:nvSpPr>
            <p:cNvPr id="215" name="Shape 64">
              <a:extLst>
                <a:ext uri="{FF2B5EF4-FFF2-40B4-BE49-F238E27FC236}">
                  <a16:creationId xmlns:a16="http://schemas.microsoft.com/office/drawing/2014/main" id="{488B05E4-C912-FAEA-CE39-22D0640E709F}"/>
                </a:ext>
              </a:extLst>
            </p:cNvPr>
            <p:cNvSpPr/>
            <p:nvPr/>
          </p:nvSpPr>
          <p:spPr>
            <a:xfrm>
              <a:off x="9464040" y="3703320"/>
              <a:ext cx="1005840" cy="457200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Text 65">
              <a:extLst>
                <a:ext uri="{FF2B5EF4-FFF2-40B4-BE49-F238E27FC236}">
                  <a16:creationId xmlns:a16="http://schemas.microsoft.com/office/drawing/2014/main" id="{6C6EA043-BB46-D86E-D4E9-7D79330346F3}"/>
                </a:ext>
              </a:extLst>
            </p:cNvPr>
            <p:cNvSpPr txBox="1"/>
            <p:nvPr/>
          </p:nvSpPr>
          <p:spPr>
            <a:xfrm>
              <a:off x="9464040" y="3703320"/>
              <a:ext cx="1005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100" dirty="0"/>
            </a:p>
          </p:txBody>
        </p:sp>
        <p:sp>
          <p:nvSpPr>
            <p:cNvPr id="219" name="Shape 66">
              <a:extLst>
                <a:ext uri="{FF2B5EF4-FFF2-40B4-BE49-F238E27FC236}">
                  <a16:creationId xmlns:a16="http://schemas.microsoft.com/office/drawing/2014/main" id="{F96A3510-5F61-6C1C-16CE-A1D1344D01F6}"/>
                </a:ext>
              </a:extLst>
            </p:cNvPr>
            <p:cNvSpPr/>
            <p:nvPr/>
          </p:nvSpPr>
          <p:spPr>
            <a:xfrm>
              <a:off x="5440680" y="1819656"/>
              <a:ext cx="1005840" cy="239572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9050">
              <a:solidFill>
                <a:srgbClr val="C00000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Text 67">
              <a:extLst>
                <a:ext uri="{FF2B5EF4-FFF2-40B4-BE49-F238E27FC236}">
                  <a16:creationId xmlns:a16="http://schemas.microsoft.com/office/drawing/2014/main" id="{F2FA9350-E7B1-05CE-450F-7F17CA33EF63}"/>
                </a:ext>
              </a:extLst>
            </p:cNvPr>
            <p:cNvSpPr txBox="1"/>
            <p:nvPr/>
          </p:nvSpPr>
          <p:spPr>
            <a:xfrm>
              <a:off x="4786884" y="4270248"/>
              <a:ext cx="21945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i="1" dirty="0">
                  <a:solidFill>
                    <a:srgbClr val="C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Cycle 5: pipeline full</a:t>
              </a:r>
              <a:endParaRPr lang="en-US" sz="1150" dirty="0"/>
            </a:p>
          </p:txBody>
        </p:sp>
      </p:grpSp>
      <p:sp>
        <p:nvSpPr>
          <p:cNvPr id="231" name="Text 71">
            <a:extLst>
              <a:ext uri="{FF2B5EF4-FFF2-40B4-BE49-F238E27FC236}">
                <a16:creationId xmlns:a16="http://schemas.microsoft.com/office/drawing/2014/main" id="{1D3B6F70-18EF-AA96-A8DB-A4730C08D8B8}"/>
              </a:ext>
            </a:extLst>
          </p:cNvPr>
          <p:cNvSpPr txBox="1"/>
          <p:nvPr/>
        </p:nvSpPr>
        <p:spPr>
          <a:xfrm>
            <a:off x="627888" y="4974336"/>
            <a:ext cx="10936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diagram presents:</a:t>
            </a:r>
            <a:endParaRPr lang="en-US" sz="1350" b="1" dirty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68275" lvl="3" indent="-168275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cycles for n instructions with k stages, with no hazards: k + n - 1. Here 5 + 5 - 1 = 9.</a:t>
            </a:r>
            <a:endParaRPr lang="en-US" sz="135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column is a snapshot of the hardware; every row is the life of one instruction.</a:t>
            </a:r>
            <a:endParaRPr lang="en-US" sz="135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hazard shows up as a repeated or blank cell in a row, which is exactly what the next sections analyse.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04045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A70CC-15DA-C455-0C33-BA04FD1E5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7B936-7989-4DFC-596A-36031CBF6AC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76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97A230B-3B44-5DCB-40DC-033EB8341051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Pipeline</a:t>
            </a:r>
            <a:endParaRPr lang="en-US" sz="3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9D4228-F350-491C-1C4A-E286DB0988ED}"/>
              </a:ext>
            </a:extLst>
          </p:cNvPr>
          <p:cNvGrpSpPr/>
          <p:nvPr/>
        </p:nvGrpSpPr>
        <p:grpSpPr>
          <a:xfrm>
            <a:off x="3515775" y="1079552"/>
            <a:ext cx="6766560" cy="1426464"/>
            <a:chOff x="731520" y="2880360"/>
            <a:chExt cx="6766560" cy="1426464"/>
          </a:xfrm>
        </p:grpSpPr>
        <p:sp>
          <p:nvSpPr>
            <p:cNvPr id="5" name="Text 37">
              <a:extLst>
                <a:ext uri="{FF2B5EF4-FFF2-40B4-BE49-F238E27FC236}">
                  <a16:creationId xmlns:a16="http://schemas.microsoft.com/office/drawing/2014/main" id="{A05FB965-089C-AFB9-9E53-9F79F2CEBACF}"/>
                </a:ext>
              </a:extLst>
            </p:cNvPr>
            <p:cNvSpPr txBox="1"/>
            <p:nvPr/>
          </p:nvSpPr>
          <p:spPr>
            <a:xfrm>
              <a:off x="141732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</a:t>
              </a:r>
              <a:endParaRPr lang="en-US" sz="1050" dirty="0"/>
            </a:p>
          </p:txBody>
        </p:sp>
        <p:sp>
          <p:nvSpPr>
            <p:cNvPr id="6" name="Text 38">
              <a:extLst>
                <a:ext uri="{FF2B5EF4-FFF2-40B4-BE49-F238E27FC236}">
                  <a16:creationId xmlns:a16="http://schemas.microsoft.com/office/drawing/2014/main" id="{E3ABF368-4A5E-C06E-20C9-04FC6F2E021C}"/>
                </a:ext>
              </a:extLst>
            </p:cNvPr>
            <p:cNvSpPr txBox="1"/>
            <p:nvPr/>
          </p:nvSpPr>
          <p:spPr>
            <a:xfrm>
              <a:off x="228600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</a:t>
              </a:r>
              <a:endParaRPr lang="en-US" sz="1050" dirty="0"/>
            </a:p>
          </p:txBody>
        </p:sp>
        <p:sp>
          <p:nvSpPr>
            <p:cNvPr id="7" name="Text 39">
              <a:extLst>
                <a:ext uri="{FF2B5EF4-FFF2-40B4-BE49-F238E27FC236}">
                  <a16:creationId xmlns:a16="http://schemas.microsoft.com/office/drawing/2014/main" id="{BC9B2B0B-4A6D-53DC-FB49-93BA0B7D143E}"/>
                </a:ext>
              </a:extLst>
            </p:cNvPr>
            <p:cNvSpPr txBox="1"/>
            <p:nvPr/>
          </p:nvSpPr>
          <p:spPr>
            <a:xfrm>
              <a:off x="315468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3</a:t>
              </a:r>
              <a:endParaRPr lang="en-US" sz="1050" dirty="0"/>
            </a:p>
          </p:txBody>
        </p:sp>
        <p:sp>
          <p:nvSpPr>
            <p:cNvPr id="9" name="Text 40">
              <a:extLst>
                <a:ext uri="{FF2B5EF4-FFF2-40B4-BE49-F238E27FC236}">
                  <a16:creationId xmlns:a16="http://schemas.microsoft.com/office/drawing/2014/main" id="{0A72F7D4-8A8A-B8D0-0721-F0425F436FD8}"/>
                </a:ext>
              </a:extLst>
            </p:cNvPr>
            <p:cNvSpPr txBox="1"/>
            <p:nvPr/>
          </p:nvSpPr>
          <p:spPr>
            <a:xfrm>
              <a:off x="402336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4</a:t>
              </a:r>
              <a:endParaRPr lang="en-US" sz="1050" dirty="0"/>
            </a:p>
          </p:txBody>
        </p:sp>
        <p:sp>
          <p:nvSpPr>
            <p:cNvPr id="10" name="Text 41">
              <a:extLst>
                <a:ext uri="{FF2B5EF4-FFF2-40B4-BE49-F238E27FC236}">
                  <a16:creationId xmlns:a16="http://schemas.microsoft.com/office/drawing/2014/main" id="{711E99C8-B27F-682C-A9D9-04011E10BE6C}"/>
                </a:ext>
              </a:extLst>
            </p:cNvPr>
            <p:cNvSpPr txBox="1"/>
            <p:nvPr/>
          </p:nvSpPr>
          <p:spPr>
            <a:xfrm>
              <a:off x="489204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5</a:t>
              </a:r>
              <a:endParaRPr lang="en-US" sz="1050" dirty="0"/>
            </a:p>
          </p:txBody>
        </p:sp>
        <p:sp>
          <p:nvSpPr>
            <p:cNvPr id="12" name="Text 42">
              <a:extLst>
                <a:ext uri="{FF2B5EF4-FFF2-40B4-BE49-F238E27FC236}">
                  <a16:creationId xmlns:a16="http://schemas.microsoft.com/office/drawing/2014/main" id="{282FB4AE-7BCB-4E8B-2096-48BA2FC7B12F}"/>
                </a:ext>
              </a:extLst>
            </p:cNvPr>
            <p:cNvSpPr txBox="1"/>
            <p:nvPr/>
          </p:nvSpPr>
          <p:spPr>
            <a:xfrm>
              <a:off x="576072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6</a:t>
              </a:r>
              <a:endParaRPr lang="en-US" sz="1050" dirty="0"/>
            </a:p>
          </p:txBody>
        </p:sp>
        <p:sp>
          <p:nvSpPr>
            <p:cNvPr id="14" name="Text 43">
              <a:extLst>
                <a:ext uri="{FF2B5EF4-FFF2-40B4-BE49-F238E27FC236}">
                  <a16:creationId xmlns:a16="http://schemas.microsoft.com/office/drawing/2014/main" id="{95DE5142-15F0-CA25-04BE-57E1301D28E8}"/>
                </a:ext>
              </a:extLst>
            </p:cNvPr>
            <p:cNvSpPr txBox="1"/>
            <p:nvPr/>
          </p:nvSpPr>
          <p:spPr>
            <a:xfrm>
              <a:off x="6629400" y="2880360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7</a:t>
              </a:r>
              <a:endParaRPr lang="en-US" sz="1050" dirty="0"/>
            </a:p>
          </p:txBody>
        </p:sp>
        <p:sp>
          <p:nvSpPr>
            <p:cNvPr id="15" name="Text 44">
              <a:extLst>
                <a:ext uri="{FF2B5EF4-FFF2-40B4-BE49-F238E27FC236}">
                  <a16:creationId xmlns:a16="http://schemas.microsoft.com/office/drawing/2014/main" id="{3F74FC48-BCB8-ABF8-DC84-3F3645B53775}"/>
                </a:ext>
              </a:extLst>
            </p:cNvPr>
            <p:cNvSpPr txBox="1"/>
            <p:nvPr/>
          </p:nvSpPr>
          <p:spPr>
            <a:xfrm>
              <a:off x="731520" y="3154680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I1</a:t>
              </a:r>
              <a:endParaRPr lang="en-US" sz="1200" dirty="0"/>
            </a:p>
          </p:txBody>
        </p:sp>
        <p:sp>
          <p:nvSpPr>
            <p:cNvPr id="17" name="Shape 45">
              <a:extLst>
                <a:ext uri="{FF2B5EF4-FFF2-40B4-BE49-F238E27FC236}">
                  <a16:creationId xmlns:a16="http://schemas.microsoft.com/office/drawing/2014/main" id="{CAE00893-0949-1F0F-191B-B185E4BB0ADC}"/>
                </a:ext>
              </a:extLst>
            </p:cNvPr>
            <p:cNvSpPr/>
            <p:nvPr/>
          </p:nvSpPr>
          <p:spPr>
            <a:xfrm>
              <a:off x="1417320" y="3154680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46">
              <a:extLst>
                <a:ext uri="{FF2B5EF4-FFF2-40B4-BE49-F238E27FC236}">
                  <a16:creationId xmlns:a16="http://schemas.microsoft.com/office/drawing/2014/main" id="{FD32E839-CFA2-3505-9F3C-D8DBE48BE98C}"/>
                </a:ext>
              </a:extLst>
            </p:cNvPr>
            <p:cNvSpPr txBox="1"/>
            <p:nvPr/>
          </p:nvSpPr>
          <p:spPr>
            <a:xfrm>
              <a:off x="1417320" y="3154680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20" name="Shape 47">
              <a:extLst>
                <a:ext uri="{FF2B5EF4-FFF2-40B4-BE49-F238E27FC236}">
                  <a16:creationId xmlns:a16="http://schemas.microsoft.com/office/drawing/2014/main" id="{B95B75D2-B4B4-7A53-7544-9261DB1C924A}"/>
                </a:ext>
              </a:extLst>
            </p:cNvPr>
            <p:cNvSpPr/>
            <p:nvPr/>
          </p:nvSpPr>
          <p:spPr>
            <a:xfrm>
              <a:off x="2286000" y="3154680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48">
              <a:extLst>
                <a:ext uri="{FF2B5EF4-FFF2-40B4-BE49-F238E27FC236}">
                  <a16:creationId xmlns:a16="http://schemas.microsoft.com/office/drawing/2014/main" id="{91BFD843-E01E-AD49-690D-597933D92FBC}"/>
                </a:ext>
              </a:extLst>
            </p:cNvPr>
            <p:cNvSpPr txBox="1"/>
            <p:nvPr/>
          </p:nvSpPr>
          <p:spPr>
            <a:xfrm>
              <a:off x="2286000" y="3154680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24" name="Shape 49">
              <a:extLst>
                <a:ext uri="{FF2B5EF4-FFF2-40B4-BE49-F238E27FC236}">
                  <a16:creationId xmlns:a16="http://schemas.microsoft.com/office/drawing/2014/main" id="{E9511748-50F5-8E5A-C92B-E48706290FE1}"/>
                </a:ext>
              </a:extLst>
            </p:cNvPr>
            <p:cNvSpPr/>
            <p:nvPr/>
          </p:nvSpPr>
          <p:spPr>
            <a:xfrm>
              <a:off x="3154680" y="3154680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50">
              <a:extLst>
                <a:ext uri="{FF2B5EF4-FFF2-40B4-BE49-F238E27FC236}">
                  <a16:creationId xmlns:a16="http://schemas.microsoft.com/office/drawing/2014/main" id="{AF5CDBBF-AEB4-2189-EC4A-0DB01E709005}"/>
                </a:ext>
              </a:extLst>
            </p:cNvPr>
            <p:cNvSpPr txBox="1"/>
            <p:nvPr/>
          </p:nvSpPr>
          <p:spPr>
            <a:xfrm>
              <a:off x="3154680" y="3154680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27" name="Shape 51">
              <a:extLst>
                <a:ext uri="{FF2B5EF4-FFF2-40B4-BE49-F238E27FC236}">
                  <a16:creationId xmlns:a16="http://schemas.microsoft.com/office/drawing/2014/main" id="{52B1E86E-0A1C-B30B-B5E1-8F5EC82EA198}"/>
                </a:ext>
              </a:extLst>
            </p:cNvPr>
            <p:cNvSpPr/>
            <p:nvPr/>
          </p:nvSpPr>
          <p:spPr>
            <a:xfrm>
              <a:off x="4023360" y="3154680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52">
              <a:extLst>
                <a:ext uri="{FF2B5EF4-FFF2-40B4-BE49-F238E27FC236}">
                  <a16:creationId xmlns:a16="http://schemas.microsoft.com/office/drawing/2014/main" id="{352E6952-431C-EDE5-5706-01ADA1BAA837}"/>
                </a:ext>
              </a:extLst>
            </p:cNvPr>
            <p:cNvSpPr txBox="1"/>
            <p:nvPr/>
          </p:nvSpPr>
          <p:spPr>
            <a:xfrm>
              <a:off x="4023360" y="3154680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31" name="Shape 53">
              <a:extLst>
                <a:ext uri="{FF2B5EF4-FFF2-40B4-BE49-F238E27FC236}">
                  <a16:creationId xmlns:a16="http://schemas.microsoft.com/office/drawing/2014/main" id="{EC10FC5D-871F-8F94-8B68-1F19F02E769B}"/>
                </a:ext>
              </a:extLst>
            </p:cNvPr>
            <p:cNvSpPr/>
            <p:nvPr/>
          </p:nvSpPr>
          <p:spPr>
            <a:xfrm>
              <a:off x="4892040" y="3154680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54">
              <a:extLst>
                <a:ext uri="{FF2B5EF4-FFF2-40B4-BE49-F238E27FC236}">
                  <a16:creationId xmlns:a16="http://schemas.microsoft.com/office/drawing/2014/main" id="{6ECE5CA9-E73A-4813-6FD3-050E7F8E81CB}"/>
                </a:ext>
              </a:extLst>
            </p:cNvPr>
            <p:cNvSpPr txBox="1"/>
            <p:nvPr/>
          </p:nvSpPr>
          <p:spPr>
            <a:xfrm>
              <a:off x="4892040" y="3154680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  <p:sp>
          <p:nvSpPr>
            <p:cNvPr id="34" name="Text 55">
              <a:extLst>
                <a:ext uri="{FF2B5EF4-FFF2-40B4-BE49-F238E27FC236}">
                  <a16:creationId xmlns:a16="http://schemas.microsoft.com/office/drawing/2014/main" id="{27F31A0D-7E0C-7E8D-3381-4E9166EFB14C}"/>
                </a:ext>
              </a:extLst>
            </p:cNvPr>
            <p:cNvSpPr txBox="1"/>
            <p:nvPr/>
          </p:nvSpPr>
          <p:spPr>
            <a:xfrm>
              <a:off x="731520" y="3538728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I2</a:t>
              </a:r>
              <a:endParaRPr lang="en-US" sz="1200" dirty="0"/>
            </a:p>
          </p:txBody>
        </p:sp>
        <p:sp>
          <p:nvSpPr>
            <p:cNvPr id="36" name="Shape 56">
              <a:extLst>
                <a:ext uri="{FF2B5EF4-FFF2-40B4-BE49-F238E27FC236}">
                  <a16:creationId xmlns:a16="http://schemas.microsoft.com/office/drawing/2014/main" id="{66458BB8-9798-4786-64D4-3931669CF634}"/>
                </a:ext>
              </a:extLst>
            </p:cNvPr>
            <p:cNvSpPr/>
            <p:nvPr/>
          </p:nvSpPr>
          <p:spPr>
            <a:xfrm>
              <a:off x="2286000" y="3538728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57">
              <a:extLst>
                <a:ext uri="{FF2B5EF4-FFF2-40B4-BE49-F238E27FC236}">
                  <a16:creationId xmlns:a16="http://schemas.microsoft.com/office/drawing/2014/main" id="{1E0EDD42-ECE1-35DA-81A9-4B2E421ED6D4}"/>
                </a:ext>
              </a:extLst>
            </p:cNvPr>
            <p:cNvSpPr txBox="1"/>
            <p:nvPr/>
          </p:nvSpPr>
          <p:spPr>
            <a:xfrm>
              <a:off x="2286000" y="3538728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40" name="Shape 58">
              <a:extLst>
                <a:ext uri="{FF2B5EF4-FFF2-40B4-BE49-F238E27FC236}">
                  <a16:creationId xmlns:a16="http://schemas.microsoft.com/office/drawing/2014/main" id="{FB958AC8-8101-3F40-1C94-89AC253B223D}"/>
                </a:ext>
              </a:extLst>
            </p:cNvPr>
            <p:cNvSpPr/>
            <p:nvPr/>
          </p:nvSpPr>
          <p:spPr>
            <a:xfrm>
              <a:off x="3154680" y="3538728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59">
              <a:extLst>
                <a:ext uri="{FF2B5EF4-FFF2-40B4-BE49-F238E27FC236}">
                  <a16:creationId xmlns:a16="http://schemas.microsoft.com/office/drawing/2014/main" id="{3EA46964-BCFE-C4D1-E3E2-F182C3103FDB}"/>
                </a:ext>
              </a:extLst>
            </p:cNvPr>
            <p:cNvSpPr txBox="1"/>
            <p:nvPr/>
          </p:nvSpPr>
          <p:spPr>
            <a:xfrm>
              <a:off x="3154680" y="3538728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43" name="Shape 60">
              <a:extLst>
                <a:ext uri="{FF2B5EF4-FFF2-40B4-BE49-F238E27FC236}">
                  <a16:creationId xmlns:a16="http://schemas.microsoft.com/office/drawing/2014/main" id="{9E9536C3-C91E-C4C9-1004-D0B1A5E926FC}"/>
                </a:ext>
              </a:extLst>
            </p:cNvPr>
            <p:cNvSpPr/>
            <p:nvPr/>
          </p:nvSpPr>
          <p:spPr>
            <a:xfrm>
              <a:off x="4023360" y="3538728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61">
              <a:extLst>
                <a:ext uri="{FF2B5EF4-FFF2-40B4-BE49-F238E27FC236}">
                  <a16:creationId xmlns:a16="http://schemas.microsoft.com/office/drawing/2014/main" id="{63ADC1BF-2430-94D8-8085-A015BC553B3D}"/>
                </a:ext>
              </a:extLst>
            </p:cNvPr>
            <p:cNvSpPr txBox="1"/>
            <p:nvPr/>
          </p:nvSpPr>
          <p:spPr>
            <a:xfrm>
              <a:off x="4023360" y="3538728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46" name="Shape 62">
              <a:extLst>
                <a:ext uri="{FF2B5EF4-FFF2-40B4-BE49-F238E27FC236}">
                  <a16:creationId xmlns:a16="http://schemas.microsoft.com/office/drawing/2014/main" id="{8657463B-48B3-4287-B1CF-B475EBBB1E5E}"/>
                </a:ext>
              </a:extLst>
            </p:cNvPr>
            <p:cNvSpPr/>
            <p:nvPr/>
          </p:nvSpPr>
          <p:spPr>
            <a:xfrm>
              <a:off x="4892040" y="3538728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63">
              <a:extLst>
                <a:ext uri="{FF2B5EF4-FFF2-40B4-BE49-F238E27FC236}">
                  <a16:creationId xmlns:a16="http://schemas.microsoft.com/office/drawing/2014/main" id="{A376B1DC-084D-1CA8-A0DB-B89C50BD4C8E}"/>
                </a:ext>
              </a:extLst>
            </p:cNvPr>
            <p:cNvSpPr txBox="1"/>
            <p:nvPr/>
          </p:nvSpPr>
          <p:spPr>
            <a:xfrm>
              <a:off x="4892040" y="3538728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49" name="Shape 64">
              <a:extLst>
                <a:ext uri="{FF2B5EF4-FFF2-40B4-BE49-F238E27FC236}">
                  <a16:creationId xmlns:a16="http://schemas.microsoft.com/office/drawing/2014/main" id="{841E6D81-AEA4-7E8D-D3B1-E7811DEDABA9}"/>
                </a:ext>
              </a:extLst>
            </p:cNvPr>
            <p:cNvSpPr/>
            <p:nvPr/>
          </p:nvSpPr>
          <p:spPr>
            <a:xfrm>
              <a:off x="5760720" y="3538728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65">
              <a:extLst>
                <a:ext uri="{FF2B5EF4-FFF2-40B4-BE49-F238E27FC236}">
                  <a16:creationId xmlns:a16="http://schemas.microsoft.com/office/drawing/2014/main" id="{9BE9FEB2-46CE-E26E-E949-56D4382E033E}"/>
                </a:ext>
              </a:extLst>
            </p:cNvPr>
            <p:cNvSpPr txBox="1"/>
            <p:nvPr/>
          </p:nvSpPr>
          <p:spPr>
            <a:xfrm>
              <a:off x="5760720" y="3538728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  <p:sp>
          <p:nvSpPr>
            <p:cNvPr id="52" name="Text 66">
              <a:extLst>
                <a:ext uri="{FF2B5EF4-FFF2-40B4-BE49-F238E27FC236}">
                  <a16:creationId xmlns:a16="http://schemas.microsoft.com/office/drawing/2014/main" id="{75C0789D-A434-473E-AC51-F24647C60044}"/>
                </a:ext>
              </a:extLst>
            </p:cNvPr>
            <p:cNvSpPr txBox="1"/>
            <p:nvPr/>
          </p:nvSpPr>
          <p:spPr>
            <a:xfrm>
              <a:off x="731520" y="3922776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I3</a:t>
              </a:r>
              <a:endParaRPr lang="en-US" sz="1200" dirty="0"/>
            </a:p>
          </p:txBody>
        </p:sp>
        <p:sp>
          <p:nvSpPr>
            <p:cNvPr id="54" name="Shape 67">
              <a:extLst>
                <a:ext uri="{FF2B5EF4-FFF2-40B4-BE49-F238E27FC236}">
                  <a16:creationId xmlns:a16="http://schemas.microsoft.com/office/drawing/2014/main" id="{F8BEC94F-D60A-A3BD-D1BB-C2F17F7B4B08}"/>
                </a:ext>
              </a:extLst>
            </p:cNvPr>
            <p:cNvSpPr/>
            <p:nvPr/>
          </p:nvSpPr>
          <p:spPr>
            <a:xfrm>
              <a:off x="3154680" y="3922776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68">
              <a:extLst>
                <a:ext uri="{FF2B5EF4-FFF2-40B4-BE49-F238E27FC236}">
                  <a16:creationId xmlns:a16="http://schemas.microsoft.com/office/drawing/2014/main" id="{0A3FA893-9A17-C8EE-E6C9-9362A0DC0AD9}"/>
                </a:ext>
              </a:extLst>
            </p:cNvPr>
            <p:cNvSpPr txBox="1"/>
            <p:nvPr/>
          </p:nvSpPr>
          <p:spPr>
            <a:xfrm>
              <a:off x="3154680" y="3922776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56" name="Shape 69">
              <a:extLst>
                <a:ext uri="{FF2B5EF4-FFF2-40B4-BE49-F238E27FC236}">
                  <a16:creationId xmlns:a16="http://schemas.microsoft.com/office/drawing/2014/main" id="{3D0D7D40-08BF-914F-E3BE-D4AB682B997F}"/>
                </a:ext>
              </a:extLst>
            </p:cNvPr>
            <p:cNvSpPr/>
            <p:nvPr/>
          </p:nvSpPr>
          <p:spPr>
            <a:xfrm>
              <a:off x="4023360" y="3922776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70">
              <a:extLst>
                <a:ext uri="{FF2B5EF4-FFF2-40B4-BE49-F238E27FC236}">
                  <a16:creationId xmlns:a16="http://schemas.microsoft.com/office/drawing/2014/main" id="{07AEB71A-AE1C-CAC5-8BAF-2704D6FB3FB2}"/>
                </a:ext>
              </a:extLst>
            </p:cNvPr>
            <p:cNvSpPr txBox="1"/>
            <p:nvPr/>
          </p:nvSpPr>
          <p:spPr>
            <a:xfrm>
              <a:off x="4023360" y="3922776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59" name="Shape 71">
              <a:extLst>
                <a:ext uri="{FF2B5EF4-FFF2-40B4-BE49-F238E27FC236}">
                  <a16:creationId xmlns:a16="http://schemas.microsoft.com/office/drawing/2014/main" id="{038FEC19-768D-5CDA-1AB5-4310F2345AFA}"/>
                </a:ext>
              </a:extLst>
            </p:cNvPr>
            <p:cNvSpPr/>
            <p:nvPr/>
          </p:nvSpPr>
          <p:spPr>
            <a:xfrm>
              <a:off x="4892040" y="3922776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72">
              <a:extLst>
                <a:ext uri="{FF2B5EF4-FFF2-40B4-BE49-F238E27FC236}">
                  <a16:creationId xmlns:a16="http://schemas.microsoft.com/office/drawing/2014/main" id="{4B0A8075-9A77-F090-4160-CD50CEA1A1BC}"/>
                </a:ext>
              </a:extLst>
            </p:cNvPr>
            <p:cNvSpPr txBox="1"/>
            <p:nvPr/>
          </p:nvSpPr>
          <p:spPr>
            <a:xfrm>
              <a:off x="4892040" y="3922776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62" name="Shape 73">
              <a:extLst>
                <a:ext uri="{FF2B5EF4-FFF2-40B4-BE49-F238E27FC236}">
                  <a16:creationId xmlns:a16="http://schemas.microsoft.com/office/drawing/2014/main" id="{41A549FB-8754-47E8-68CE-9184F3CB243C}"/>
                </a:ext>
              </a:extLst>
            </p:cNvPr>
            <p:cNvSpPr/>
            <p:nvPr/>
          </p:nvSpPr>
          <p:spPr>
            <a:xfrm>
              <a:off x="5760720" y="3922776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74">
              <a:extLst>
                <a:ext uri="{FF2B5EF4-FFF2-40B4-BE49-F238E27FC236}">
                  <a16:creationId xmlns:a16="http://schemas.microsoft.com/office/drawing/2014/main" id="{2CDD9592-B280-5CAE-F6EB-82B3A430576D}"/>
                </a:ext>
              </a:extLst>
            </p:cNvPr>
            <p:cNvSpPr txBox="1"/>
            <p:nvPr/>
          </p:nvSpPr>
          <p:spPr>
            <a:xfrm>
              <a:off x="5760720" y="3922776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64" name="Shape 75">
              <a:extLst>
                <a:ext uri="{FF2B5EF4-FFF2-40B4-BE49-F238E27FC236}">
                  <a16:creationId xmlns:a16="http://schemas.microsoft.com/office/drawing/2014/main" id="{80B60BFC-A115-A6FD-7599-BB169124D5BC}"/>
                </a:ext>
              </a:extLst>
            </p:cNvPr>
            <p:cNvSpPr/>
            <p:nvPr/>
          </p:nvSpPr>
          <p:spPr>
            <a:xfrm>
              <a:off x="6629400" y="3922776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 76">
              <a:extLst>
                <a:ext uri="{FF2B5EF4-FFF2-40B4-BE49-F238E27FC236}">
                  <a16:creationId xmlns:a16="http://schemas.microsoft.com/office/drawing/2014/main" id="{5FC4293F-CEED-8177-3950-FA5AE61A85B4}"/>
                </a:ext>
              </a:extLst>
            </p:cNvPr>
            <p:cNvSpPr txBox="1"/>
            <p:nvPr/>
          </p:nvSpPr>
          <p:spPr>
            <a:xfrm>
              <a:off x="6629400" y="3922776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FBDD5BF-D7CE-0DBD-5E16-13C186BE998B}"/>
              </a:ext>
            </a:extLst>
          </p:cNvPr>
          <p:cNvGrpSpPr/>
          <p:nvPr/>
        </p:nvGrpSpPr>
        <p:grpSpPr>
          <a:xfrm>
            <a:off x="3543766" y="2787054"/>
            <a:ext cx="6766560" cy="1435796"/>
            <a:chOff x="3870338" y="3076303"/>
            <a:chExt cx="6766560" cy="1435796"/>
          </a:xfrm>
        </p:grpSpPr>
        <p:sp>
          <p:nvSpPr>
            <p:cNvPr id="68" name="Text 37">
              <a:extLst>
                <a:ext uri="{FF2B5EF4-FFF2-40B4-BE49-F238E27FC236}">
                  <a16:creationId xmlns:a16="http://schemas.microsoft.com/office/drawing/2014/main" id="{208F2A2B-16FB-33AB-C90F-ED9B0DB14831}"/>
                </a:ext>
              </a:extLst>
            </p:cNvPr>
            <p:cNvSpPr txBox="1"/>
            <p:nvPr/>
          </p:nvSpPr>
          <p:spPr>
            <a:xfrm>
              <a:off x="4556138" y="3076303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</a:t>
              </a:r>
              <a:endParaRPr lang="en-US" sz="1050" dirty="0"/>
            </a:p>
          </p:txBody>
        </p:sp>
        <p:sp>
          <p:nvSpPr>
            <p:cNvPr id="70" name="Text 38">
              <a:extLst>
                <a:ext uri="{FF2B5EF4-FFF2-40B4-BE49-F238E27FC236}">
                  <a16:creationId xmlns:a16="http://schemas.microsoft.com/office/drawing/2014/main" id="{CADA7693-0389-08DA-8C92-3FDFE9DCC07A}"/>
                </a:ext>
              </a:extLst>
            </p:cNvPr>
            <p:cNvSpPr txBox="1"/>
            <p:nvPr/>
          </p:nvSpPr>
          <p:spPr>
            <a:xfrm>
              <a:off x="5424818" y="3076303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</a:t>
              </a:r>
              <a:endParaRPr lang="en-US" sz="1050" dirty="0"/>
            </a:p>
          </p:txBody>
        </p:sp>
        <p:sp>
          <p:nvSpPr>
            <p:cNvPr id="71" name="Text 39">
              <a:extLst>
                <a:ext uri="{FF2B5EF4-FFF2-40B4-BE49-F238E27FC236}">
                  <a16:creationId xmlns:a16="http://schemas.microsoft.com/office/drawing/2014/main" id="{EE2F443A-75E8-41DC-5796-9C827F72D3DC}"/>
                </a:ext>
              </a:extLst>
            </p:cNvPr>
            <p:cNvSpPr txBox="1"/>
            <p:nvPr/>
          </p:nvSpPr>
          <p:spPr>
            <a:xfrm>
              <a:off x="6293498" y="3076303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3</a:t>
              </a:r>
              <a:endParaRPr lang="en-US" sz="1050" dirty="0"/>
            </a:p>
          </p:txBody>
        </p:sp>
        <p:sp>
          <p:nvSpPr>
            <p:cNvPr id="72" name="Text 40">
              <a:extLst>
                <a:ext uri="{FF2B5EF4-FFF2-40B4-BE49-F238E27FC236}">
                  <a16:creationId xmlns:a16="http://schemas.microsoft.com/office/drawing/2014/main" id="{2D526881-7881-16EF-E83E-A9E94E6391FC}"/>
                </a:ext>
              </a:extLst>
            </p:cNvPr>
            <p:cNvSpPr txBox="1"/>
            <p:nvPr/>
          </p:nvSpPr>
          <p:spPr>
            <a:xfrm>
              <a:off x="7162178" y="3076303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4</a:t>
              </a:r>
              <a:endParaRPr lang="en-US" sz="1050" dirty="0"/>
            </a:p>
          </p:txBody>
        </p:sp>
        <p:sp>
          <p:nvSpPr>
            <p:cNvPr id="74" name="Text 41">
              <a:extLst>
                <a:ext uri="{FF2B5EF4-FFF2-40B4-BE49-F238E27FC236}">
                  <a16:creationId xmlns:a16="http://schemas.microsoft.com/office/drawing/2014/main" id="{FBC651B1-E028-D85A-CD5E-8D98681F1E00}"/>
                </a:ext>
              </a:extLst>
            </p:cNvPr>
            <p:cNvSpPr txBox="1"/>
            <p:nvPr/>
          </p:nvSpPr>
          <p:spPr>
            <a:xfrm>
              <a:off x="8030858" y="3076303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5</a:t>
              </a:r>
              <a:endParaRPr lang="en-US" sz="1050" dirty="0"/>
            </a:p>
          </p:txBody>
        </p:sp>
        <p:sp>
          <p:nvSpPr>
            <p:cNvPr id="75" name="Text 42">
              <a:extLst>
                <a:ext uri="{FF2B5EF4-FFF2-40B4-BE49-F238E27FC236}">
                  <a16:creationId xmlns:a16="http://schemas.microsoft.com/office/drawing/2014/main" id="{7E934FB7-8271-B30F-939F-9BAE28550A25}"/>
                </a:ext>
              </a:extLst>
            </p:cNvPr>
            <p:cNvSpPr txBox="1"/>
            <p:nvPr/>
          </p:nvSpPr>
          <p:spPr>
            <a:xfrm>
              <a:off x="8899538" y="3076303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6</a:t>
              </a:r>
              <a:endParaRPr lang="en-US" sz="1050" dirty="0"/>
            </a:p>
          </p:txBody>
        </p:sp>
        <p:sp>
          <p:nvSpPr>
            <p:cNvPr id="76" name="Text 43">
              <a:extLst>
                <a:ext uri="{FF2B5EF4-FFF2-40B4-BE49-F238E27FC236}">
                  <a16:creationId xmlns:a16="http://schemas.microsoft.com/office/drawing/2014/main" id="{7DDF8A66-068C-8C99-BE00-830FAA1F2419}"/>
                </a:ext>
              </a:extLst>
            </p:cNvPr>
            <p:cNvSpPr txBox="1"/>
            <p:nvPr/>
          </p:nvSpPr>
          <p:spPr>
            <a:xfrm>
              <a:off x="9768218" y="3076303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7</a:t>
              </a:r>
              <a:endParaRPr lang="en-US" sz="105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7618B956-E1A0-58AF-9700-5410872D59B1}"/>
                </a:ext>
              </a:extLst>
            </p:cNvPr>
            <p:cNvSpPr txBox="1"/>
            <p:nvPr/>
          </p:nvSpPr>
          <p:spPr>
            <a:xfrm>
              <a:off x="3870338" y="3350623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I1</a:t>
              </a:r>
              <a:endParaRPr lang="en-US" sz="1200" dirty="0"/>
            </a:p>
          </p:txBody>
        </p:sp>
        <p:sp>
          <p:nvSpPr>
            <p:cNvPr id="79" name="Shape 45">
              <a:extLst>
                <a:ext uri="{FF2B5EF4-FFF2-40B4-BE49-F238E27FC236}">
                  <a16:creationId xmlns:a16="http://schemas.microsoft.com/office/drawing/2014/main" id="{37962864-837A-81BE-24B2-4AE267E3D687}"/>
                </a:ext>
              </a:extLst>
            </p:cNvPr>
            <p:cNvSpPr/>
            <p:nvPr/>
          </p:nvSpPr>
          <p:spPr>
            <a:xfrm>
              <a:off x="4556138" y="3350623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6788911-6E23-6772-72E4-7110D5698CFB}"/>
                </a:ext>
              </a:extLst>
            </p:cNvPr>
            <p:cNvSpPr txBox="1"/>
            <p:nvPr/>
          </p:nvSpPr>
          <p:spPr>
            <a:xfrm>
              <a:off x="4556138" y="3350623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82" name="Shape 47">
              <a:extLst>
                <a:ext uri="{FF2B5EF4-FFF2-40B4-BE49-F238E27FC236}">
                  <a16:creationId xmlns:a16="http://schemas.microsoft.com/office/drawing/2014/main" id="{B5162FD4-AC40-B55A-E240-F684B1298869}"/>
                </a:ext>
              </a:extLst>
            </p:cNvPr>
            <p:cNvSpPr/>
            <p:nvPr/>
          </p:nvSpPr>
          <p:spPr>
            <a:xfrm>
              <a:off x="5424818" y="3350623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 48">
              <a:extLst>
                <a:ext uri="{FF2B5EF4-FFF2-40B4-BE49-F238E27FC236}">
                  <a16:creationId xmlns:a16="http://schemas.microsoft.com/office/drawing/2014/main" id="{F038BBE6-A649-B098-2A93-91FA3BD56640}"/>
                </a:ext>
              </a:extLst>
            </p:cNvPr>
            <p:cNvSpPr txBox="1"/>
            <p:nvPr/>
          </p:nvSpPr>
          <p:spPr>
            <a:xfrm>
              <a:off x="5424818" y="3350623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84" name="Shape 49">
              <a:extLst>
                <a:ext uri="{FF2B5EF4-FFF2-40B4-BE49-F238E27FC236}">
                  <a16:creationId xmlns:a16="http://schemas.microsoft.com/office/drawing/2014/main" id="{E825A310-8EA3-6ACC-CF23-302ADCFA4923}"/>
                </a:ext>
              </a:extLst>
            </p:cNvPr>
            <p:cNvSpPr/>
            <p:nvPr/>
          </p:nvSpPr>
          <p:spPr>
            <a:xfrm>
              <a:off x="6293498" y="3350623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 50">
              <a:extLst>
                <a:ext uri="{FF2B5EF4-FFF2-40B4-BE49-F238E27FC236}">
                  <a16:creationId xmlns:a16="http://schemas.microsoft.com/office/drawing/2014/main" id="{32E7A7C7-1DBA-E3FE-E84B-B1B183D82AD8}"/>
                </a:ext>
              </a:extLst>
            </p:cNvPr>
            <p:cNvSpPr txBox="1"/>
            <p:nvPr/>
          </p:nvSpPr>
          <p:spPr>
            <a:xfrm>
              <a:off x="6293498" y="3350623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87" name="Shape 51">
              <a:extLst>
                <a:ext uri="{FF2B5EF4-FFF2-40B4-BE49-F238E27FC236}">
                  <a16:creationId xmlns:a16="http://schemas.microsoft.com/office/drawing/2014/main" id="{AD5BADB0-B14F-9522-E678-97D4D756217F}"/>
                </a:ext>
              </a:extLst>
            </p:cNvPr>
            <p:cNvSpPr/>
            <p:nvPr/>
          </p:nvSpPr>
          <p:spPr>
            <a:xfrm>
              <a:off x="7162178" y="3350623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 52">
              <a:extLst>
                <a:ext uri="{FF2B5EF4-FFF2-40B4-BE49-F238E27FC236}">
                  <a16:creationId xmlns:a16="http://schemas.microsoft.com/office/drawing/2014/main" id="{35F118C3-E87F-57CF-1BA6-C4517BBA5B44}"/>
                </a:ext>
              </a:extLst>
            </p:cNvPr>
            <p:cNvSpPr txBox="1"/>
            <p:nvPr/>
          </p:nvSpPr>
          <p:spPr>
            <a:xfrm>
              <a:off x="7162178" y="3350623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90" name="Shape 53">
              <a:extLst>
                <a:ext uri="{FF2B5EF4-FFF2-40B4-BE49-F238E27FC236}">
                  <a16:creationId xmlns:a16="http://schemas.microsoft.com/office/drawing/2014/main" id="{1333F128-CA33-C95A-B175-E9213714C082}"/>
                </a:ext>
              </a:extLst>
            </p:cNvPr>
            <p:cNvSpPr/>
            <p:nvPr/>
          </p:nvSpPr>
          <p:spPr>
            <a:xfrm>
              <a:off x="8030858" y="3350623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37DBB8AE-7C25-F682-B80C-45E81445C0B7}"/>
                </a:ext>
              </a:extLst>
            </p:cNvPr>
            <p:cNvSpPr txBox="1"/>
            <p:nvPr/>
          </p:nvSpPr>
          <p:spPr>
            <a:xfrm>
              <a:off x="8030858" y="3350623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EC7981F8-470F-1A9F-92B3-E99FBEAE9C48}"/>
                </a:ext>
              </a:extLst>
            </p:cNvPr>
            <p:cNvSpPr txBox="1"/>
            <p:nvPr/>
          </p:nvSpPr>
          <p:spPr>
            <a:xfrm>
              <a:off x="3870338" y="3734671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I2</a:t>
              </a:r>
              <a:endParaRPr lang="en-US" sz="1200" dirty="0"/>
            </a:p>
          </p:txBody>
        </p:sp>
        <p:sp>
          <p:nvSpPr>
            <p:cNvPr id="94" name="Shape 56">
              <a:extLst>
                <a:ext uri="{FF2B5EF4-FFF2-40B4-BE49-F238E27FC236}">
                  <a16:creationId xmlns:a16="http://schemas.microsoft.com/office/drawing/2014/main" id="{E4E07C17-570A-308A-33E9-61E9E5B6D928}"/>
                </a:ext>
              </a:extLst>
            </p:cNvPr>
            <p:cNvSpPr/>
            <p:nvPr/>
          </p:nvSpPr>
          <p:spPr>
            <a:xfrm>
              <a:off x="5032922" y="3734671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 57">
              <a:extLst>
                <a:ext uri="{FF2B5EF4-FFF2-40B4-BE49-F238E27FC236}">
                  <a16:creationId xmlns:a16="http://schemas.microsoft.com/office/drawing/2014/main" id="{6CA8CF2B-B788-CBCD-DDF3-5E4D777D61C3}"/>
                </a:ext>
              </a:extLst>
            </p:cNvPr>
            <p:cNvSpPr txBox="1"/>
            <p:nvPr/>
          </p:nvSpPr>
          <p:spPr>
            <a:xfrm>
              <a:off x="5032922" y="373467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96" name="Shape 58">
              <a:extLst>
                <a:ext uri="{FF2B5EF4-FFF2-40B4-BE49-F238E27FC236}">
                  <a16:creationId xmlns:a16="http://schemas.microsoft.com/office/drawing/2014/main" id="{4F1DB3A3-4CB2-CFB5-7562-67DB960B8F5B}"/>
                </a:ext>
              </a:extLst>
            </p:cNvPr>
            <p:cNvSpPr/>
            <p:nvPr/>
          </p:nvSpPr>
          <p:spPr>
            <a:xfrm>
              <a:off x="5901602" y="3734671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 59">
              <a:extLst>
                <a:ext uri="{FF2B5EF4-FFF2-40B4-BE49-F238E27FC236}">
                  <a16:creationId xmlns:a16="http://schemas.microsoft.com/office/drawing/2014/main" id="{00E8D5F9-1A29-B061-1A2D-4DF3B533F78E}"/>
                </a:ext>
              </a:extLst>
            </p:cNvPr>
            <p:cNvSpPr txBox="1"/>
            <p:nvPr/>
          </p:nvSpPr>
          <p:spPr>
            <a:xfrm>
              <a:off x="5901602" y="373467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99" name="Shape 60">
              <a:extLst>
                <a:ext uri="{FF2B5EF4-FFF2-40B4-BE49-F238E27FC236}">
                  <a16:creationId xmlns:a16="http://schemas.microsoft.com/office/drawing/2014/main" id="{E1EAAEDE-C969-158D-DC9A-A95E1A32B715}"/>
                </a:ext>
              </a:extLst>
            </p:cNvPr>
            <p:cNvSpPr/>
            <p:nvPr/>
          </p:nvSpPr>
          <p:spPr>
            <a:xfrm>
              <a:off x="6770282" y="3734671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Text 61">
              <a:extLst>
                <a:ext uri="{FF2B5EF4-FFF2-40B4-BE49-F238E27FC236}">
                  <a16:creationId xmlns:a16="http://schemas.microsoft.com/office/drawing/2014/main" id="{C3AB6379-C6F8-57BE-6142-919A93ECDFF2}"/>
                </a:ext>
              </a:extLst>
            </p:cNvPr>
            <p:cNvSpPr txBox="1"/>
            <p:nvPr/>
          </p:nvSpPr>
          <p:spPr>
            <a:xfrm>
              <a:off x="6770282" y="373467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102" name="Shape 62">
              <a:extLst>
                <a:ext uri="{FF2B5EF4-FFF2-40B4-BE49-F238E27FC236}">
                  <a16:creationId xmlns:a16="http://schemas.microsoft.com/office/drawing/2014/main" id="{9F341722-F679-BCC8-DEC1-58EE0AFCE3B3}"/>
                </a:ext>
              </a:extLst>
            </p:cNvPr>
            <p:cNvSpPr/>
            <p:nvPr/>
          </p:nvSpPr>
          <p:spPr>
            <a:xfrm>
              <a:off x="7638962" y="3734671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 63">
              <a:extLst>
                <a:ext uri="{FF2B5EF4-FFF2-40B4-BE49-F238E27FC236}">
                  <a16:creationId xmlns:a16="http://schemas.microsoft.com/office/drawing/2014/main" id="{E2C29CE8-7384-CA2D-3B41-DF1E2B4E581B}"/>
                </a:ext>
              </a:extLst>
            </p:cNvPr>
            <p:cNvSpPr txBox="1"/>
            <p:nvPr/>
          </p:nvSpPr>
          <p:spPr>
            <a:xfrm>
              <a:off x="7638962" y="373467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104" name="Shape 64">
              <a:extLst>
                <a:ext uri="{FF2B5EF4-FFF2-40B4-BE49-F238E27FC236}">
                  <a16:creationId xmlns:a16="http://schemas.microsoft.com/office/drawing/2014/main" id="{F970BCC8-9CE9-FBD7-0F63-35BF86600398}"/>
                </a:ext>
              </a:extLst>
            </p:cNvPr>
            <p:cNvSpPr/>
            <p:nvPr/>
          </p:nvSpPr>
          <p:spPr>
            <a:xfrm>
              <a:off x="8507642" y="3734671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 65">
              <a:extLst>
                <a:ext uri="{FF2B5EF4-FFF2-40B4-BE49-F238E27FC236}">
                  <a16:creationId xmlns:a16="http://schemas.microsoft.com/office/drawing/2014/main" id="{E0938DA9-7471-FB77-06F7-6D093B63D1AE}"/>
                </a:ext>
              </a:extLst>
            </p:cNvPr>
            <p:cNvSpPr txBox="1"/>
            <p:nvPr/>
          </p:nvSpPr>
          <p:spPr>
            <a:xfrm>
              <a:off x="8507642" y="373467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  <p:sp>
          <p:nvSpPr>
            <p:cNvPr id="107" name="Text 66">
              <a:extLst>
                <a:ext uri="{FF2B5EF4-FFF2-40B4-BE49-F238E27FC236}">
                  <a16:creationId xmlns:a16="http://schemas.microsoft.com/office/drawing/2014/main" id="{A8CF2FC9-0F41-7363-EE05-DA78092296A5}"/>
                </a:ext>
              </a:extLst>
            </p:cNvPr>
            <p:cNvSpPr txBox="1"/>
            <p:nvPr/>
          </p:nvSpPr>
          <p:spPr>
            <a:xfrm>
              <a:off x="3870338" y="4118719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I3</a:t>
              </a:r>
              <a:endParaRPr lang="en-US" sz="1200" dirty="0"/>
            </a:p>
          </p:txBody>
        </p:sp>
        <p:sp>
          <p:nvSpPr>
            <p:cNvPr id="108" name="Shape 67">
              <a:extLst>
                <a:ext uri="{FF2B5EF4-FFF2-40B4-BE49-F238E27FC236}">
                  <a16:creationId xmlns:a16="http://schemas.microsoft.com/office/drawing/2014/main" id="{FD826ECC-E724-2807-0423-4EA1B0BFBBB4}"/>
                </a:ext>
              </a:extLst>
            </p:cNvPr>
            <p:cNvSpPr/>
            <p:nvPr/>
          </p:nvSpPr>
          <p:spPr>
            <a:xfrm>
              <a:off x="5444414" y="4128051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 68">
              <a:extLst>
                <a:ext uri="{FF2B5EF4-FFF2-40B4-BE49-F238E27FC236}">
                  <a16:creationId xmlns:a16="http://schemas.microsoft.com/office/drawing/2014/main" id="{EDEEE714-BC7D-5205-1564-A036A1A52DCA}"/>
                </a:ext>
              </a:extLst>
            </p:cNvPr>
            <p:cNvSpPr txBox="1"/>
            <p:nvPr/>
          </p:nvSpPr>
          <p:spPr>
            <a:xfrm>
              <a:off x="5444414" y="412805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111" name="Shape 69">
              <a:extLst>
                <a:ext uri="{FF2B5EF4-FFF2-40B4-BE49-F238E27FC236}">
                  <a16:creationId xmlns:a16="http://schemas.microsoft.com/office/drawing/2014/main" id="{1FA0E8FE-625E-65F6-D5F2-36697A4B32CC}"/>
                </a:ext>
              </a:extLst>
            </p:cNvPr>
            <p:cNvSpPr/>
            <p:nvPr/>
          </p:nvSpPr>
          <p:spPr>
            <a:xfrm>
              <a:off x="6313094" y="4128051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 70">
              <a:extLst>
                <a:ext uri="{FF2B5EF4-FFF2-40B4-BE49-F238E27FC236}">
                  <a16:creationId xmlns:a16="http://schemas.microsoft.com/office/drawing/2014/main" id="{6CA02E58-0AEC-412D-E261-F118D37E8CE2}"/>
                </a:ext>
              </a:extLst>
            </p:cNvPr>
            <p:cNvSpPr txBox="1"/>
            <p:nvPr/>
          </p:nvSpPr>
          <p:spPr>
            <a:xfrm>
              <a:off x="6313094" y="412805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114" name="Shape 71">
              <a:extLst>
                <a:ext uri="{FF2B5EF4-FFF2-40B4-BE49-F238E27FC236}">
                  <a16:creationId xmlns:a16="http://schemas.microsoft.com/office/drawing/2014/main" id="{875A3414-09F4-3415-2680-AA9E04142C19}"/>
                </a:ext>
              </a:extLst>
            </p:cNvPr>
            <p:cNvSpPr/>
            <p:nvPr/>
          </p:nvSpPr>
          <p:spPr>
            <a:xfrm>
              <a:off x="7181774" y="4128051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Text 72">
              <a:extLst>
                <a:ext uri="{FF2B5EF4-FFF2-40B4-BE49-F238E27FC236}">
                  <a16:creationId xmlns:a16="http://schemas.microsoft.com/office/drawing/2014/main" id="{3EE40530-D818-D90D-2BED-CED5E978F93F}"/>
                </a:ext>
              </a:extLst>
            </p:cNvPr>
            <p:cNvSpPr txBox="1"/>
            <p:nvPr/>
          </p:nvSpPr>
          <p:spPr>
            <a:xfrm>
              <a:off x="7181774" y="412805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116" name="Shape 73">
              <a:extLst>
                <a:ext uri="{FF2B5EF4-FFF2-40B4-BE49-F238E27FC236}">
                  <a16:creationId xmlns:a16="http://schemas.microsoft.com/office/drawing/2014/main" id="{45A6CDE6-9F33-E42C-E75A-62272CC69AD5}"/>
                </a:ext>
              </a:extLst>
            </p:cNvPr>
            <p:cNvSpPr/>
            <p:nvPr/>
          </p:nvSpPr>
          <p:spPr>
            <a:xfrm>
              <a:off x="8050454" y="4128051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Text 74">
              <a:extLst>
                <a:ext uri="{FF2B5EF4-FFF2-40B4-BE49-F238E27FC236}">
                  <a16:creationId xmlns:a16="http://schemas.microsoft.com/office/drawing/2014/main" id="{5916F50C-EE13-D2A3-2779-D4AAEE6A9505}"/>
                </a:ext>
              </a:extLst>
            </p:cNvPr>
            <p:cNvSpPr txBox="1"/>
            <p:nvPr/>
          </p:nvSpPr>
          <p:spPr>
            <a:xfrm>
              <a:off x="8050454" y="412805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119" name="Shape 75">
              <a:extLst>
                <a:ext uri="{FF2B5EF4-FFF2-40B4-BE49-F238E27FC236}">
                  <a16:creationId xmlns:a16="http://schemas.microsoft.com/office/drawing/2014/main" id="{0B2CADBC-6E5D-2523-863D-7F7A57C4F24E}"/>
                </a:ext>
              </a:extLst>
            </p:cNvPr>
            <p:cNvSpPr/>
            <p:nvPr/>
          </p:nvSpPr>
          <p:spPr>
            <a:xfrm>
              <a:off x="8919134" y="4128051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Text 76">
              <a:extLst>
                <a:ext uri="{FF2B5EF4-FFF2-40B4-BE49-F238E27FC236}">
                  <a16:creationId xmlns:a16="http://schemas.microsoft.com/office/drawing/2014/main" id="{5CD1FE5F-84F9-A7C5-8FE0-B1482DBA434A}"/>
                </a:ext>
              </a:extLst>
            </p:cNvPr>
            <p:cNvSpPr txBox="1"/>
            <p:nvPr/>
          </p:nvSpPr>
          <p:spPr>
            <a:xfrm>
              <a:off x="8919134" y="412805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</p:grpSp>
      <p:sp>
        <p:nvSpPr>
          <p:cNvPr id="208" name="Shape 2">
            <a:extLst>
              <a:ext uri="{FF2B5EF4-FFF2-40B4-BE49-F238E27FC236}">
                <a16:creationId xmlns:a16="http://schemas.microsoft.com/office/drawing/2014/main" id="{87BC88C6-B21B-9D12-D681-36C399C3CEF0}"/>
              </a:ext>
            </a:extLst>
          </p:cNvPr>
          <p:cNvSpPr/>
          <p:nvPr/>
        </p:nvSpPr>
        <p:spPr>
          <a:xfrm>
            <a:off x="822400" y="1500082"/>
            <a:ext cx="2891184" cy="822960"/>
          </a:xfrm>
          <a:prstGeom prst="rect">
            <a:avLst/>
          </a:prstGeom>
          <a:solidFill>
            <a:srgbClr val="F4B183"/>
          </a:solidFill>
          <a:ln/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Pipeline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(One stage overlaps)</a:t>
            </a:r>
            <a:endParaRPr lang="en-US" sz="1200" dirty="0"/>
          </a:p>
        </p:txBody>
      </p:sp>
      <p:sp>
        <p:nvSpPr>
          <p:cNvPr id="214" name="Shape 2">
            <a:extLst>
              <a:ext uri="{FF2B5EF4-FFF2-40B4-BE49-F238E27FC236}">
                <a16:creationId xmlns:a16="http://schemas.microsoft.com/office/drawing/2014/main" id="{49B327AC-ADB4-FF8E-2752-C2AB6E67D792}"/>
              </a:ext>
            </a:extLst>
          </p:cNvPr>
          <p:cNvSpPr/>
          <p:nvPr/>
        </p:nvSpPr>
        <p:spPr>
          <a:xfrm>
            <a:off x="822400" y="3263567"/>
            <a:ext cx="2891184" cy="822960"/>
          </a:xfrm>
          <a:prstGeom prst="rect">
            <a:avLst/>
          </a:prstGeom>
          <a:solidFill>
            <a:srgbClr val="F4B183"/>
          </a:solidFill>
          <a:ln/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Scalar Pipeline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(Half of stage time overlaps)</a:t>
            </a:r>
            <a:endParaRPr lang="en-US" sz="1200" dirty="0"/>
          </a:p>
        </p:txBody>
      </p:sp>
      <p:sp>
        <p:nvSpPr>
          <p:cNvPr id="216" name="Shape 2">
            <a:extLst>
              <a:ext uri="{FF2B5EF4-FFF2-40B4-BE49-F238E27FC236}">
                <a16:creationId xmlns:a16="http://schemas.microsoft.com/office/drawing/2014/main" id="{2ED158D1-B984-0AFA-57E1-FF63FA187FA2}"/>
              </a:ext>
            </a:extLst>
          </p:cNvPr>
          <p:cNvSpPr/>
          <p:nvPr/>
        </p:nvSpPr>
        <p:spPr>
          <a:xfrm>
            <a:off x="822400" y="5098838"/>
            <a:ext cx="2891184" cy="822960"/>
          </a:xfrm>
          <a:prstGeom prst="rect">
            <a:avLst/>
          </a:prstGeom>
          <a:solidFill>
            <a:srgbClr val="F4B183"/>
          </a:solidFill>
          <a:ln/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Scalar Pipeline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(Multiple stage overlaps)</a:t>
            </a:r>
            <a:endParaRPr lang="en-US" sz="1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884260-AD79-FE1E-B92D-58614DDD3A93}"/>
              </a:ext>
            </a:extLst>
          </p:cNvPr>
          <p:cNvGrpSpPr/>
          <p:nvPr/>
        </p:nvGrpSpPr>
        <p:grpSpPr>
          <a:xfrm>
            <a:off x="3524172" y="4554645"/>
            <a:ext cx="6766560" cy="1812134"/>
            <a:chOff x="3524172" y="4554645"/>
            <a:chExt cx="6766560" cy="1812134"/>
          </a:xfrm>
        </p:grpSpPr>
        <p:sp>
          <p:nvSpPr>
            <p:cNvPr id="123" name="Text 37">
              <a:extLst>
                <a:ext uri="{FF2B5EF4-FFF2-40B4-BE49-F238E27FC236}">
                  <a16:creationId xmlns:a16="http://schemas.microsoft.com/office/drawing/2014/main" id="{42BF16D9-6F99-1404-E9FA-56F4B18EB82E}"/>
                </a:ext>
              </a:extLst>
            </p:cNvPr>
            <p:cNvSpPr txBox="1"/>
            <p:nvPr/>
          </p:nvSpPr>
          <p:spPr>
            <a:xfrm>
              <a:off x="4209972" y="4554645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</a:t>
              </a:r>
              <a:endParaRPr lang="en-US" sz="1050" dirty="0"/>
            </a:p>
          </p:txBody>
        </p:sp>
        <p:sp>
          <p:nvSpPr>
            <p:cNvPr id="124" name="Text 38">
              <a:extLst>
                <a:ext uri="{FF2B5EF4-FFF2-40B4-BE49-F238E27FC236}">
                  <a16:creationId xmlns:a16="http://schemas.microsoft.com/office/drawing/2014/main" id="{39DCF718-F164-0190-3BE6-1FB3F95D5FEB}"/>
                </a:ext>
              </a:extLst>
            </p:cNvPr>
            <p:cNvSpPr txBox="1"/>
            <p:nvPr/>
          </p:nvSpPr>
          <p:spPr>
            <a:xfrm>
              <a:off x="5078652" y="4554645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</a:t>
              </a:r>
              <a:endParaRPr lang="en-US" sz="1050" dirty="0"/>
            </a:p>
          </p:txBody>
        </p:sp>
        <p:sp>
          <p:nvSpPr>
            <p:cNvPr id="126" name="Text 39">
              <a:extLst>
                <a:ext uri="{FF2B5EF4-FFF2-40B4-BE49-F238E27FC236}">
                  <a16:creationId xmlns:a16="http://schemas.microsoft.com/office/drawing/2014/main" id="{BCB48A85-B721-7B58-ACCD-CED8C19DAC3A}"/>
                </a:ext>
              </a:extLst>
            </p:cNvPr>
            <p:cNvSpPr txBox="1"/>
            <p:nvPr/>
          </p:nvSpPr>
          <p:spPr>
            <a:xfrm>
              <a:off x="5947332" y="4554645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3</a:t>
              </a:r>
              <a:endParaRPr lang="en-US" sz="1050" dirty="0"/>
            </a:p>
          </p:txBody>
        </p:sp>
        <p:sp>
          <p:nvSpPr>
            <p:cNvPr id="127" name="Text 40">
              <a:extLst>
                <a:ext uri="{FF2B5EF4-FFF2-40B4-BE49-F238E27FC236}">
                  <a16:creationId xmlns:a16="http://schemas.microsoft.com/office/drawing/2014/main" id="{0BB8C967-6EC1-BCF9-776F-2991E55A9FA3}"/>
                </a:ext>
              </a:extLst>
            </p:cNvPr>
            <p:cNvSpPr txBox="1"/>
            <p:nvPr/>
          </p:nvSpPr>
          <p:spPr>
            <a:xfrm>
              <a:off x="6816012" y="4554645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4</a:t>
              </a:r>
              <a:endParaRPr lang="en-US" sz="1050" dirty="0"/>
            </a:p>
          </p:txBody>
        </p:sp>
        <p:sp>
          <p:nvSpPr>
            <p:cNvPr id="128" name="Text 41">
              <a:extLst>
                <a:ext uri="{FF2B5EF4-FFF2-40B4-BE49-F238E27FC236}">
                  <a16:creationId xmlns:a16="http://schemas.microsoft.com/office/drawing/2014/main" id="{02DF905A-D368-64E6-BA46-09E2C5A29660}"/>
                </a:ext>
              </a:extLst>
            </p:cNvPr>
            <p:cNvSpPr txBox="1"/>
            <p:nvPr/>
          </p:nvSpPr>
          <p:spPr>
            <a:xfrm>
              <a:off x="7684692" y="4554645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5</a:t>
              </a:r>
              <a:endParaRPr lang="en-US" sz="1050" dirty="0"/>
            </a:p>
          </p:txBody>
        </p:sp>
        <p:sp>
          <p:nvSpPr>
            <p:cNvPr id="130" name="Text 42">
              <a:extLst>
                <a:ext uri="{FF2B5EF4-FFF2-40B4-BE49-F238E27FC236}">
                  <a16:creationId xmlns:a16="http://schemas.microsoft.com/office/drawing/2014/main" id="{B74DD007-C2DC-7906-8C70-2A79B8AD7533}"/>
                </a:ext>
              </a:extLst>
            </p:cNvPr>
            <p:cNvSpPr txBox="1"/>
            <p:nvPr/>
          </p:nvSpPr>
          <p:spPr>
            <a:xfrm>
              <a:off x="8553372" y="4554645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6</a:t>
              </a:r>
              <a:endParaRPr lang="en-US" sz="1050" dirty="0"/>
            </a:p>
          </p:txBody>
        </p:sp>
        <p:sp>
          <p:nvSpPr>
            <p:cNvPr id="131" name="Text 43">
              <a:extLst>
                <a:ext uri="{FF2B5EF4-FFF2-40B4-BE49-F238E27FC236}">
                  <a16:creationId xmlns:a16="http://schemas.microsoft.com/office/drawing/2014/main" id="{CDB23A8E-CF38-560B-5212-157AC75F5F8E}"/>
                </a:ext>
              </a:extLst>
            </p:cNvPr>
            <p:cNvSpPr txBox="1"/>
            <p:nvPr/>
          </p:nvSpPr>
          <p:spPr>
            <a:xfrm>
              <a:off x="9422052" y="4554645"/>
              <a:ext cx="8686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95959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7</a:t>
              </a:r>
              <a:endParaRPr lang="en-US" sz="1050" dirty="0"/>
            </a:p>
          </p:txBody>
        </p:sp>
        <p:sp>
          <p:nvSpPr>
            <p:cNvPr id="132" name="Text 44">
              <a:extLst>
                <a:ext uri="{FF2B5EF4-FFF2-40B4-BE49-F238E27FC236}">
                  <a16:creationId xmlns:a16="http://schemas.microsoft.com/office/drawing/2014/main" id="{03C142E4-63A0-9996-A1E6-B4B5FC967362}"/>
                </a:ext>
              </a:extLst>
            </p:cNvPr>
            <p:cNvSpPr txBox="1"/>
            <p:nvPr/>
          </p:nvSpPr>
          <p:spPr>
            <a:xfrm>
              <a:off x="3524172" y="4828965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I1</a:t>
              </a:r>
              <a:endParaRPr lang="en-US" sz="1200" dirty="0"/>
            </a:p>
          </p:txBody>
        </p:sp>
        <p:sp>
          <p:nvSpPr>
            <p:cNvPr id="134" name="Shape 45">
              <a:extLst>
                <a:ext uri="{FF2B5EF4-FFF2-40B4-BE49-F238E27FC236}">
                  <a16:creationId xmlns:a16="http://schemas.microsoft.com/office/drawing/2014/main" id="{B8E46BE0-5459-85F0-07BF-A1D8AFD86F24}"/>
                </a:ext>
              </a:extLst>
            </p:cNvPr>
            <p:cNvSpPr/>
            <p:nvPr/>
          </p:nvSpPr>
          <p:spPr>
            <a:xfrm>
              <a:off x="4209972" y="4828965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Text 46">
              <a:extLst>
                <a:ext uri="{FF2B5EF4-FFF2-40B4-BE49-F238E27FC236}">
                  <a16:creationId xmlns:a16="http://schemas.microsoft.com/office/drawing/2014/main" id="{D23C0432-C65D-B65E-8630-86EBED81DF4D}"/>
                </a:ext>
              </a:extLst>
            </p:cNvPr>
            <p:cNvSpPr txBox="1"/>
            <p:nvPr/>
          </p:nvSpPr>
          <p:spPr>
            <a:xfrm>
              <a:off x="4209972" y="4828965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136" name="Shape 47">
              <a:extLst>
                <a:ext uri="{FF2B5EF4-FFF2-40B4-BE49-F238E27FC236}">
                  <a16:creationId xmlns:a16="http://schemas.microsoft.com/office/drawing/2014/main" id="{4B54B5D1-9FB4-3007-1BE5-21B10966B099}"/>
                </a:ext>
              </a:extLst>
            </p:cNvPr>
            <p:cNvSpPr/>
            <p:nvPr/>
          </p:nvSpPr>
          <p:spPr>
            <a:xfrm>
              <a:off x="5078652" y="4828965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Text 48">
              <a:extLst>
                <a:ext uri="{FF2B5EF4-FFF2-40B4-BE49-F238E27FC236}">
                  <a16:creationId xmlns:a16="http://schemas.microsoft.com/office/drawing/2014/main" id="{4637B12F-A920-540B-85F1-79D4FE8F9F24}"/>
                </a:ext>
              </a:extLst>
            </p:cNvPr>
            <p:cNvSpPr txBox="1"/>
            <p:nvPr/>
          </p:nvSpPr>
          <p:spPr>
            <a:xfrm>
              <a:off x="5078652" y="4828965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139" name="Shape 49">
              <a:extLst>
                <a:ext uri="{FF2B5EF4-FFF2-40B4-BE49-F238E27FC236}">
                  <a16:creationId xmlns:a16="http://schemas.microsoft.com/office/drawing/2014/main" id="{D5F0299F-1D8C-3E48-03D4-73E5E9E31CF7}"/>
                </a:ext>
              </a:extLst>
            </p:cNvPr>
            <p:cNvSpPr/>
            <p:nvPr/>
          </p:nvSpPr>
          <p:spPr>
            <a:xfrm>
              <a:off x="5947332" y="4828965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Text 50">
              <a:extLst>
                <a:ext uri="{FF2B5EF4-FFF2-40B4-BE49-F238E27FC236}">
                  <a16:creationId xmlns:a16="http://schemas.microsoft.com/office/drawing/2014/main" id="{F3DDC47B-C185-E074-B928-838E4750C1B7}"/>
                </a:ext>
              </a:extLst>
            </p:cNvPr>
            <p:cNvSpPr txBox="1"/>
            <p:nvPr/>
          </p:nvSpPr>
          <p:spPr>
            <a:xfrm>
              <a:off x="5947332" y="4828965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142" name="Shape 51">
              <a:extLst>
                <a:ext uri="{FF2B5EF4-FFF2-40B4-BE49-F238E27FC236}">
                  <a16:creationId xmlns:a16="http://schemas.microsoft.com/office/drawing/2014/main" id="{51AF077C-C665-164E-DFC1-42CB381B0C33}"/>
                </a:ext>
              </a:extLst>
            </p:cNvPr>
            <p:cNvSpPr/>
            <p:nvPr/>
          </p:nvSpPr>
          <p:spPr>
            <a:xfrm>
              <a:off x="6816012" y="4828965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Text 52">
              <a:extLst>
                <a:ext uri="{FF2B5EF4-FFF2-40B4-BE49-F238E27FC236}">
                  <a16:creationId xmlns:a16="http://schemas.microsoft.com/office/drawing/2014/main" id="{39CC8A25-DD6A-2306-A6CF-4AF71CBE67B0}"/>
                </a:ext>
              </a:extLst>
            </p:cNvPr>
            <p:cNvSpPr txBox="1"/>
            <p:nvPr/>
          </p:nvSpPr>
          <p:spPr>
            <a:xfrm>
              <a:off x="6816012" y="4828965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144" name="Shape 53">
              <a:extLst>
                <a:ext uri="{FF2B5EF4-FFF2-40B4-BE49-F238E27FC236}">
                  <a16:creationId xmlns:a16="http://schemas.microsoft.com/office/drawing/2014/main" id="{6AEDEF5A-C818-EBF5-92BA-38737C3D6444}"/>
                </a:ext>
              </a:extLst>
            </p:cNvPr>
            <p:cNvSpPr/>
            <p:nvPr/>
          </p:nvSpPr>
          <p:spPr>
            <a:xfrm>
              <a:off x="7684692" y="4828965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Text 54">
              <a:extLst>
                <a:ext uri="{FF2B5EF4-FFF2-40B4-BE49-F238E27FC236}">
                  <a16:creationId xmlns:a16="http://schemas.microsoft.com/office/drawing/2014/main" id="{129F6A9C-BF46-376B-ED55-1A5238E862DD}"/>
                </a:ext>
              </a:extLst>
            </p:cNvPr>
            <p:cNvSpPr txBox="1"/>
            <p:nvPr/>
          </p:nvSpPr>
          <p:spPr>
            <a:xfrm>
              <a:off x="7684692" y="4828965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  <p:sp>
          <p:nvSpPr>
            <p:cNvPr id="147" name="Text 55">
              <a:extLst>
                <a:ext uri="{FF2B5EF4-FFF2-40B4-BE49-F238E27FC236}">
                  <a16:creationId xmlns:a16="http://schemas.microsoft.com/office/drawing/2014/main" id="{088140AC-C7EB-4DFB-52F5-DB22DAF46053}"/>
                </a:ext>
              </a:extLst>
            </p:cNvPr>
            <p:cNvSpPr txBox="1"/>
            <p:nvPr/>
          </p:nvSpPr>
          <p:spPr>
            <a:xfrm>
              <a:off x="3524172" y="5213013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I2</a:t>
              </a:r>
              <a:endParaRPr lang="en-US" sz="1200" dirty="0"/>
            </a:p>
          </p:txBody>
        </p:sp>
        <p:sp>
          <p:nvSpPr>
            <p:cNvPr id="148" name="Shape 56">
              <a:extLst>
                <a:ext uri="{FF2B5EF4-FFF2-40B4-BE49-F238E27FC236}">
                  <a16:creationId xmlns:a16="http://schemas.microsoft.com/office/drawing/2014/main" id="{2A2C1FE3-15B3-09F6-CAD1-FB0223E08B9C}"/>
                </a:ext>
              </a:extLst>
            </p:cNvPr>
            <p:cNvSpPr/>
            <p:nvPr/>
          </p:nvSpPr>
          <p:spPr>
            <a:xfrm>
              <a:off x="4210905" y="5213013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Text 57">
              <a:extLst>
                <a:ext uri="{FF2B5EF4-FFF2-40B4-BE49-F238E27FC236}">
                  <a16:creationId xmlns:a16="http://schemas.microsoft.com/office/drawing/2014/main" id="{4BFF65DD-6D96-6CD4-3005-59F31326F9C9}"/>
                </a:ext>
              </a:extLst>
            </p:cNvPr>
            <p:cNvSpPr txBox="1"/>
            <p:nvPr/>
          </p:nvSpPr>
          <p:spPr>
            <a:xfrm>
              <a:off x="4210905" y="5213013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151" name="Shape 58">
              <a:extLst>
                <a:ext uri="{FF2B5EF4-FFF2-40B4-BE49-F238E27FC236}">
                  <a16:creationId xmlns:a16="http://schemas.microsoft.com/office/drawing/2014/main" id="{12802C5D-CBA3-D437-F21F-660ACAD15DD7}"/>
                </a:ext>
              </a:extLst>
            </p:cNvPr>
            <p:cNvSpPr/>
            <p:nvPr/>
          </p:nvSpPr>
          <p:spPr>
            <a:xfrm>
              <a:off x="5079585" y="5213013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Text 59">
              <a:extLst>
                <a:ext uri="{FF2B5EF4-FFF2-40B4-BE49-F238E27FC236}">
                  <a16:creationId xmlns:a16="http://schemas.microsoft.com/office/drawing/2014/main" id="{D342A222-91A9-DE0F-B425-5FA90DFB36BE}"/>
                </a:ext>
              </a:extLst>
            </p:cNvPr>
            <p:cNvSpPr txBox="1"/>
            <p:nvPr/>
          </p:nvSpPr>
          <p:spPr>
            <a:xfrm>
              <a:off x="5079585" y="5213013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154" name="Shape 60">
              <a:extLst>
                <a:ext uri="{FF2B5EF4-FFF2-40B4-BE49-F238E27FC236}">
                  <a16:creationId xmlns:a16="http://schemas.microsoft.com/office/drawing/2014/main" id="{92E3FAE8-B0CB-B521-169E-973989D176BA}"/>
                </a:ext>
              </a:extLst>
            </p:cNvPr>
            <p:cNvSpPr/>
            <p:nvPr/>
          </p:nvSpPr>
          <p:spPr>
            <a:xfrm>
              <a:off x="5948265" y="5213013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Text 61">
              <a:extLst>
                <a:ext uri="{FF2B5EF4-FFF2-40B4-BE49-F238E27FC236}">
                  <a16:creationId xmlns:a16="http://schemas.microsoft.com/office/drawing/2014/main" id="{BB5903B9-8719-F964-FA4A-562EACB55CC9}"/>
                </a:ext>
              </a:extLst>
            </p:cNvPr>
            <p:cNvSpPr txBox="1"/>
            <p:nvPr/>
          </p:nvSpPr>
          <p:spPr>
            <a:xfrm>
              <a:off x="5948265" y="5213013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156" name="Shape 62">
              <a:extLst>
                <a:ext uri="{FF2B5EF4-FFF2-40B4-BE49-F238E27FC236}">
                  <a16:creationId xmlns:a16="http://schemas.microsoft.com/office/drawing/2014/main" id="{1E75D372-C8CD-B8D0-229D-41D0FEDC87D4}"/>
                </a:ext>
              </a:extLst>
            </p:cNvPr>
            <p:cNvSpPr/>
            <p:nvPr/>
          </p:nvSpPr>
          <p:spPr>
            <a:xfrm>
              <a:off x="6816945" y="5213013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Text 63">
              <a:extLst>
                <a:ext uri="{FF2B5EF4-FFF2-40B4-BE49-F238E27FC236}">
                  <a16:creationId xmlns:a16="http://schemas.microsoft.com/office/drawing/2014/main" id="{773486B0-8085-82C4-7EAF-C42FA35F38EC}"/>
                </a:ext>
              </a:extLst>
            </p:cNvPr>
            <p:cNvSpPr txBox="1"/>
            <p:nvPr/>
          </p:nvSpPr>
          <p:spPr>
            <a:xfrm>
              <a:off x="6816945" y="5213013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159" name="Shape 64">
              <a:extLst>
                <a:ext uri="{FF2B5EF4-FFF2-40B4-BE49-F238E27FC236}">
                  <a16:creationId xmlns:a16="http://schemas.microsoft.com/office/drawing/2014/main" id="{378958C8-31D4-EC58-15F7-1F6B7CF6E74B}"/>
                </a:ext>
              </a:extLst>
            </p:cNvPr>
            <p:cNvSpPr/>
            <p:nvPr/>
          </p:nvSpPr>
          <p:spPr>
            <a:xfrm>
              <a:off x="7685625" y="5213013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Text 65">
              <a:extLst>
                <a:ext uri="{FF2B5EF4-FFF2-40B4-BE49-F238E27FC236}">
                  <a16:creationId xmlns:a16="http://schemas.microsoft.com/office/drawing/2014/main" id="{805C3E51-053B-00B6-187B-97B261C69C96}"/>
                </a:ext>
              </a:extLst>
            </p:cNvPr>
            <p:cNvSpPr txBox="1"/>
            <p:nvPr/>
          </p:nvSpPr>
          <p:spPr>
            <a:xfrm>
              <a:off x="7685625" y="5213013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  <p:sp>
          <p:nvSpPr>
            <p:cNvPr id="162" name="Text 66">
              <a:extLst>
                <a:ext uri="{FF2B5EF4-FFF2-40B4-BE49-F238E27FC236}">
                  <a16:creationId xmlns:a16="http://schemas.microsoft.com/office/drawing/2014/main" id="{3907499F-9C30-EAB5-6F4E-7916C92EAA03}"/>
                </a:ext>
              </a:extLst>
            </p:cNvPr>
            <p:cNvSpPr txBox="1"/>
            <p:nvPr/>
          </p:nvSpPr>
          <p:spPr>
            <a:xfrm>
              <a:off x="3524172" y="5597061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I3</a:t>
              </a:r>
              <a:endParaRPr lang="en-US" sz="1200" dirty="0"/>
            </a:p>
          </p:txBody>
        </p:sp>
        <p:sp>
          <p:nvSpPr>
            <p:cNvPr id="163" name="Shape 67">
              <a:extLst>
                <a:ext uri="{FF2B5EF4-FFF2-40B4-BE49-F238E27FC236}">
                  <a16:creationId xmlns:a16="http://schemas.microsoft.com/office/drawing/2014/main" id="{F50AFCB5-7FFD-25E2-DC9A-433FA33CD32A}"/>
                </a:ext>
              </a:extLst>
            </p:cNvPr>
            <p:cNvSpPr/>
            <p:nvPr/>
          </p:nvSpPr>
          <p:spPr>
            <a:xfrm>
              <a:off x="5088919" y="5597061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Text 68">
              <a:extLst>
                <a:ext uri="{FF2B5EF4-FFF2-40B4-BE49-F238E27FC236}">
                  <a16:creationId xmlns:a16="http://schemas.microsoft.com/office/drawing/2014/main" id="{2843FB9C-EF5B-6BB5-0EC2-B33E5B855A6E}"/>
                </a:ext>
              </a:extLst>
            </p:cNvPr>
            <p:cNvSpPr txBox="1"/>
            <p:nvPr/>
          </p:nvSpPr>
          <p:spPr>
            <a:xfrm>
              <a:off x="5088919" y="559706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166" name="Shape 69">
              <a:extLst>
                <a:ext uri="{FF2B5EF4-FFF2-40B4-BE49-F238E27FC236}">
                  <a16:creationId xmlns:a16="http://schemas.microsoft.com/office/drawing/2014/main" id="{FB76A124-1E5C-BAEC-5473-9E57C1074C6F}"/>
                </a:ext>
              </a:extLst>
            </p:cNvPr>
            <p:cNvSpPr/>
            <p:nvPr/>
          </p:nvSpPr>
          <p:spPr>
            <a:xfrm>
              <a:off x="5957599" y="5597061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Text 70">
              <a:extLst>
                <a:ext uri="{FF2B5EF4-FFF2-40B4-BE49-F238E27FC236}">
                  <a16:creationId xmlns:a16="http://schemas.microsoft.com/office/drawing/2014/main" id="{26D997BD-A012-B04A-3CD6-0AD052394E8D}"/>
                </a:ext>
              </a:extLst>
            </p:cNvPr>
            <p:cNvSpPr txBox="1"/>
            <p:nvPr/>
          </p:nvSpPr>
          <p:spPr>
            <a:xfrm>
              <a:off x="5957599" y="559706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168" name="Shape 71">
              <a:extLst>
                <a:ext uri="{FF2B5EF4-FFF2-40B4-BE49-F238E27FC236}">
                  <a16:creationId xmlns:a16="http://schemas.microsoft.com/office/drawing/2014/main" id="{40876B0B-92F4-5AFA-E5A6-5ACB0582E3ED}"/>
                </a:ext>
              </a:extLst>
            </p:cNvPr>
            <p:cNvSpPr/>
            <p:nvPr/>
          </p:nvSpPr>
          <p:spPr>
            <a:xfrm>
              <a:off x="6826279" y="5597061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Text 72">
              <a:extLst>
                <a:ext uri="{FF2B5EF4-FFF2-40B4-BE49-F238E27FC236}">
                  <a16:creationId xmlns:a16="http://schemas.microsoft.com/office/drawing/2014/main" id="{0DC32C64-90C4-2B58-463E-A4E3B8F16504}"/>
                </a:ext>
              </a:extLst>
            </p:cNvPr>
            <p:cNvSpPr txBox="1"/>
            <p:nvPr/>
          </p:nvSpPr>
          <p:spPr>
            <a:xfrm>
              <a:off x="6826279" y="559706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171" name="Shape 73">
              <a:extLst>
                <a:ext uri="{FF2B5EF4-FFF2-40B4-BE49-F238E27FC236}">
                  <a16:creationId xmlns:a16="http://schemas.microsoft.com/office/drawing/2014/main" id="{BB847D51-8ED4-D209-C2F0-7F65153A252E}"/>
                </a:ext>
              </a:extLst>
            </p:cNvPr>
            <p:cNvSpPr/>
            <p:nvPr/>
          </p:nvSpPr>
          <p:spPr>
            <a:xfrm>
              <a:off x="7694959" y="5597061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Text 74">
              <a:extLst>
                <a:ext uri="{FF2B5EF4-FFF2-40B4-BE49-F238E27FC236}">
                  <a16:creationId xmlns:a16="http://schemas.microsoft.com/office/drawing/2014/main" id="{982D9ABF-D890-65A7-E3EB-FE9296E6BFA8}"/>
                </a:ext>
              </a:extLst>
            </p:cNvPr>
            <p:cNvSpPr txBox="1"/>
            <p:nvPr/>
          </p:nvSpPr>
          <p:spPr>
            <a:xfrm>
              <a:off x="7694959" y="559706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174" name="Shape 75">
              <a:extLst>
                <a:ext uri="{FF2B5EF4-FFF2-40B4-BE49-F238E27FC236}">
                  <a16:creationId xmlns:a16="http://schemas.microsoft.com/office/drawing/2014/main" id="{BE7BAC1C-987F-4D20-4A35-E2277FA91BFA}"/>
                </a:ext>
              </a:extLst>
            </p:cNvPr>
            <p:cNvSpPr/>
            <p:nvPr/>
          </p:nvSpPr>
          <p:spPr>
            <a:xfrm>
              <a:off x="8563639" y="5597061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Text 76">
              <a:extLst>
                <a:ext uri="{FF2B5EF4-FFF2-40B4-BE49-F238E27FC236}">
                  <a16:creationId xmlns:a16="http://schemas.microsoft.com/office/drawing/2014/main" id="{6FC74915-470C-0BFA-C76D-7B31E668FBF1}"/>
                </a:ext>
              </a:extLst>
            </p:cNvPr>
            <p:cNvSpPr txBox="1"/>
            <p:nvPr/>
          </p:nvSpPr>
          <p:spPr>
            <a:xfrm>
              <a:off x="8563639" y="559706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  <p:sp>
          <p:nvSpPr>
            <p:cNvPr id="179" name="Shape 67">
              <a:extLst>
                <a:ext uri="{FF2B5EF4-FFF2-40B4-BE49-F238E27FC236}">
                  <a16:creationId xmlns:a16="http://schemas.microsoft.com/office/drawing/2014/main" id="{C8756736-8810-8FBC-892C-C9F90DC2CA02}"/>
                </a:ext>
              </a:extLst>
            </p:cNvPr>
            <p:cNvSpPr/>
            <p:nvPr/>
          </p:nvSpPr>
          <p:spPr>
            <a:xfrm>
              <a:off x="5092031" y="5982731"/>
              <a:ext cx="868680" cy="384048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Text 68">
              <a:extLst>
                <a:ext uri="{FF2B5EF4-FFF2-40B4-BE49-F238E27FC236}">
                  <a16:creationId xmlns:a16="http://schemas.microsoft.com/office/drawing/2014/main" id="{1EC4CDD0-CCD7-C65C-4419-C82C5D259424}"/>
                </a:ext>
              </a:extLst>
            </p:cNvPr>
            <p:cNvSpPr txBox="1"/>
            <p:nvPr/>
          </p:nvSpPr>
          <p:spPr>
            <a:xfrm>
              <a:off x="5092031" y="598273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00" dirty="0"/>
            </a:p>
          </p:txBody>
        </p:sp>
        <p:sp>
          <p:nvSpPr>
            <p:cNvPr id="184" name="Shape 69">
              <a:extLst>
                <a:ext uri="{FF2B5EF4-FFF2-40B4-BE49-F238E27FC236}">
                  <a16:creationId xmlns:a16="http://schemas.microsoft.com/office/drawing/2014/main" id="{3C67E65B-36C2-BB86-428F-76B0EA8E05B3}"/>
                </a:ext>
              </a:extLst>
            </p:cNvPr>
            <p:cNvSpPr/>
            <p:nvPr/>
          </p:nvSpPr>
          <p:spPr>
            <a:xfrm>
              <a:off x="5960711" y="5982731"/>
              <a:ext cx="868680" cy="384048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Text 70">
              <a:extLst>
                <a:ext uri="{FF2B5EF4-FFF2-40B4-BE49-F238E27FC236}">
                  <a16:creationId xmlns:a16="http://schemas.microsoft.com/office/drawing/2014/main" id="{2490BE4E-703A-2A7F-0E29-FD9140A6DC0A}"/>
                </a:ext>
              </a:extLst>
            </p:cNvPr>
            <p:cNvSpPr txBox="1"/>
            <p:nvPr/>
          </p:nvSpPr>
          <p:spPr>
            <a:xfrm>
              <a:off x="5960711" y="598273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00" dirty="0"/>
            </a:p>
          </p:txBody>
        </p:sp>
        <p:sp>
          <p:nvSpPr>
            <p:cNvPr id="190" name="Shape 71">
              <a:extLst>
                <a:ext uri="{FF2B5EF4-FFF2-40B4-BE49-F238E27FC236}">
                  <a16:creationId xmlns:a16="http://schemas.microsoft.com/office/drawing/2014/main" id="{31ABA4D7-143B-655F-F11E-CB6DBA955979}"/>
                </a:ext>
              </a:extLst>
            </p:cNvPr>
            <p:cNvSpPr/>
            <p:nvPr/>
          </p:nvSpPr>
          <p:spPr>
            <a:xfrm>
              <a:off x="6829391" y="5982731"/>
              <a:ext cx="868680" cy="384048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Text 72">
              <a:extLst>
                <a:ext uri="{FF2B5EF4-FFF2-40B4-BE49-F238E27FC236}">
                  <a16:creationId xmlns:a16="http://schemas.microsoft.com/office/drawing/2014/main" id="{A0C426C8-EBE8-D857-1DA2-32C83B9CEA04}"/>
                </a:ext>
              </a:extLst>
            </p:cNvPr>
            <p:cNvSpPr txBox="1"/>
            <p:nvPr/>
          </p:nvSpPr>
          <p:spPr>
            <a:xfrm>
              <a:off x="6829391" y="598273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00" dirty="0"/>
            </a:p>
          </p:txBody>
        </p:sp>
        <p:sp>
          <p:nvSpPr>
            <p:cNvPr id="195" name="Shape 73">
              <a:extLst>
                <a:ext uri="{FF2B5EF4-FFF2-40B4-BE49-F238E27FC236}">
                  <a16:creationId xmlns:a16="http://schemas.microsoft.com/office/drawing/2014/main" id="{4988BDFD-1AE4-4741-5590-75E9846C9435}"/>
                </a:ext>
              </a:extLst>
            </p:cNvPr>
            <p:cNvSpPr/>
            <p:nvPr/>
          </p:nvSpPr>
          <p:spPr>
            <a:xfrm>
              <a:off x="7698071" y="5982731"/>
              <a:ext cx="868680" cy="384048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Text 74">
              <a:extLst>
                <a:ext uri="{FF2B5EF4-FFF2-40B4-BE49-F238E27FC236}">
                  <a16:creationId xmlns:a16="http://schemas.microsoft.com/office/drawing/2014/main" id="{AE280495-FF95-4D10-3FE8-6102B78192C7}"/>
                </a:ext>
              </a:extLst>
            </p:cNvPr>
            <p:cNvSpPr txBox="1"/>
            <p:nvPr/>
          </p:nvSpPr>
          <p:spPr>
            <a:xfrm>
              <a:off x="7698071" y="598273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00" dirty="0"/>
            </a:p>
          </p:txBody>
        </p:sp>
        <p:sp>
          <p:nvSpPr>
            <p:cNvPr id="200" name="Shape 75">
              <a:extLst>
                <a:ext uri="{FF2B5EF4-FFF2-40B4-BE49-F238E27FC236}">
                  <a16:creationId xmlns:a16="http://schemas.microsoft.com/office/drawing/2014/main" id="{440735B1-C1CE-CD33-6BCE-077F3CCC7AB4}"/>
                </a:ext>
              </a:extLst>
            </p:cNvPr>
            <p:cNvSpPr/>
            <p:nvPr/>
          </p:nvSpPr>
          <p:spPr>
            <a:xfrm>
              <a:off x="8566751" y="5982731"/>
              <a:ext cx="868680" cy="384048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Text 76">
              <a:extLst>
                <a:ext uri="{FF2B5EF4-FFF2-40B4-BE49-F238E27FC236}">
                  <a16:creationId xmlns:a16="http://schemas.microsoft.com/office/drawing/2014/main" id="{5D942F62-68BD-E650-F2EF-0BAF9CBBE2D8}"/>
                </a:ext>
              </a:extLst>
            </p:cNvPr>
            <p:cNvSpPr txBox="1"/>
            <p:nvPr/>
          </p:nvSpPr>
          <p:spPr>
            <a:xfrm>
              <a:off x="8566751" y="5982731"/>
              <a:ext cx="868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00" dirty="0"/>
            </a:p>
          </p:txBody>
        </p:sp>
        <p:sp>
          <p:nvSpPr>
            <p:cNvPr id="8" name="Text 66">
              <a:extLst>
                <a:ext uri="{FF2B5EF4-FFF2-40B4-BE49-F238E27FC236}">
                  <a16:creationId xmlns:a16="http://schemas.microsoft.com/office/drawing/2014/main" id="{C8305FAE-CE6B-64C4-1D95-2AAF0D5783CE}"/>
                </a:ext>
              </a:extLst>
            </p:cNvPr>
            <p:cNvSpPr txBox="1"/>
            <p:nvPr/>
          </p:nvSpPr>
          <p:spPr>
            <a:xfrm>
              <a:off x="3533506" y="5982731"/>
              <a:ext cx="594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I4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754377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70F9C-563A-C219-5B0F-957AE8E1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79DE4-9861-CBB2-9239-20784DB9862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77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80B6308-8B29-6A10-D37F-B642922DEF2A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Hazards in Pipeline Execution</a:t>
            </a:r>
            <a:endParaRPr lang="en-US" sz="30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6FC2BFBA-3995-AD1B-51BC-1733286AE45A}"/>
              </a:ext>
            </a:extLst>
          </p:cNvPr>
          <p:cNvSpPr txBox="1"/>
          <p:nvPr/>
        </p:nvSpPr>
        <p:spPr>
          <a:xfrm>
            <a:off x="502920" y="10972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hazard is any condition that prevents the next instruction from starting in its intended cycle.</a:t>
            </a:r>
            <a:endParaRPr lang="en-US" sz="1450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8BCE189-37A7-458C-7164-8114EE9C1116}"/>
              </a:ext>
            </a:extLst>
          </p:cNvPr>
          <p:cNvGrpSpPr/>
          <p:nvPr/>
        </p:nvGrpSpPr>
        <p:grpSpPr>
          <a:xfrm>
            <a:off x="8406384" y="1572768"/>
            <a:ext cx="3520440" cy="3017520"/>
            <a:chOff x="502920" y="1554480"/>
            <a:chExt cx="3520440" cy="3017520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E355DC68-A63E-41A3-6DE3-0FB1DBA2F83C}"/>
                </a:ext>
              </a:extLst>
            </p:cNvPr>
            <p:cNvSpPr/>
            <p:nvPr/>
          </p:nvSpPr>
          <p:spPr>
            <a:xfrm>
              <a:off x="502920" y="1554480"/>
              <a:ext cx="3520440" cy="411480"/>
            </a:xfrm>
            <a:prstGeom prst="rect">
              <a:avLst/>
            </a:prstGeom>
            <a:solidFill>
              <a:srgbClr val="F4B18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3">
              <a:extLst>
                <a:ext uri="{FF2B5EF4-FFF2-40B4-BE49-F238E27FC236}">
                  <a16:creationId xmlns:a16="http://schemas.microsoft.com/office/drawing/2014/main" id="{A60EE773-67AA-C89E-617C-08B2A6EAABD1}"/>
                </a:ext>
              </a:extLst>
            </p:cNvPr>
            <p:cNvSpPr txBox="1"/>
            <p:nvPr/>
          </p:nvSpPr>
          <p:spPr>
            <a:xfrm>
              <a:off x="612648" y="1554480"/>
              <a:ext cx="330098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Data Hazards</a:t>
              </a:r>
              <a:endParaRPr lang="en-US" sz="1500" dirty="0"/>
            </a:p>
          </p:txBody>
        </p:sp>
        <p:sp>
          <p:nvSpPr>
            <p:cNvPr id="25" name="Shape 4">
              <a:extLst>
                <a:ext uri="{FF2B5EF4-FFF2-40B4-BE49-F238E27FC236}">
                  <a16:creationId xmlns:a16="http://schemas.microsoft.com/office/drawing/2014/main" id="{36C097A2-42F4-EF5A-BD8C-D7DAEB8DF12D}"/>
                </a:ext>
              </a:extLst>
            </p:cNvPr>
            <p:cNvSpPr/>
            <p:nvPr/>
          </p:nvSpPr>
          <p:spPr>
            <a:xfrm>
              <a:off x="502920" y="1965960"/>
              <a:ext cx="3520440" cy="2606040"/>
            </a:xfrm>
            <a:prstGeom prst="rect">
              <a:avLst/>
            </a:prstGeom>
            <a:solidFill>
              <a:srgbClr val="FCE4D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BE2CA9E2-FCE2-24E7-ABEB-BDA972ADFB5A}"/>
                </a:ext>
              </a:extLst>
            </p:cNvPr>
            <p:cNvSpPr txBox="1"/>
            <p:nvPr/>
          </p:nvSpPr>
          <p:spPr>
            <a:xfrm>
              <a:off x="649224" y="2057400"/>
              <a:ext cx="3227832" cy="2423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An instruction needs an operand that an earlier, still in-flight instruction has not produced yet.</a:t>
              </a:r>
              <a:endParaRPr lang="en-US" sz="12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Three kinds by dependence type: RAW, WAR, WAW.</a:t>
              </a:r>
              <a:endParaRPr lang="en-US" sz="12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RAW is the only one that appears in a simple in-order 5-stage pipeline.</a:t>
              </a:r>
              <a:endParaRPr lang="en-US" sz="12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Fixed by forwarding, and by stalling when forwarding is not enough.</a:t>
              </a:r>
              <a:endParaRPr lang="en-US" sz="1250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69B1CE9-BB39-2118-5ED0-376A57684D42}"/>
              </a:ext>
            </a:extLst>
          </p:cNvPr>
          <p:cNvGrpSpPr/>
          <p:nvPr/>
        </p:nvGrpSpPr>
        <p:grpSpPr>
          <a:xfrm>
            <a:off x="530912" y="1572768"/>
            <a:ext cx="3520440" cy="3017520"/>
            <a:chOff x="4297680" y="1554480"/>
            <a:chExt cx="3520440" cy="3017520"/>
          </a:xfrm>
        </p:grpSpPr>
        <p:sp>
          <p:nvSpPr>
            <p:cNvPr id="35" name="Shape 6">
              <a:extLst>
                <a:ext uri="{FF2B5EF4-FFF2-40B4-BE49-F238E27FC236}">
                  <a16:creationId xmlns:a16="http://schemas.microsoft.com/office/drawing/2014/main" id="{BDB4D8BF-5583-0FF2-6816-4ACDE1430D9B}"/>
                </a:ext>
              </a:extLst>
            </p:cNvPr>
            <p:cNvSpPr/>
            <p:nvPr/>
          </p:nvSpPr>
          <p:spPr>
            <a:xfrm>
              <a:off x="4297680" y="1554480"/>
              <a:ext cx="3520440" cy="411480"/>
            </a:xfrm>
            <a:prstGeom prst="rect">
              <a:avLst/>
            </a:prstGeom>
            <a:solidFill>
              <a:srgbClr val="9DC3E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7">
              <a:extLst>
                <a:ext uri="{FF2B5EF4-FFF2-40B4-BE49-F238E27FC236}">
                  <a16:creationId xmlns:a16="http://schemas.microsoft.com/office/drawing/2014/main" id="{4228551C-8078-EF5D-DC20-908CEEAF5093}"/>
                </a:ext>
              </a:extLst>
            </p:cNvPr>
            <p:cNvSpPr txBox="1"/>
            <p:nvPr/>
          </p:nvSpPr>
          <p:spPr>
            <a:xfrm>
              <a:off x="4407408" y="1554480"/>
              <a:ext cx="330098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Control Hazards</a:t>
              </a:r>
              <a:endParaRPr lang="en-US" sz="1500" dirty="0"/>
            </a:p>
          </p:txBody>
        </p:sp>
        <p:sp>
          <p:nvSpPr>
            <p:cNvPr id="44" name="Shape 8">
              <a:extLst>
                <a:ext uri="{FF2B5EF4-FFF2-40B4-BE49-F238E27FC236}">
                  <a16:creationId xmlns:a16="http://schemas.microsoft.com/office/drawing/2014/main" id="{FD3E4FFE-91AE-EEDF-2AF0-7C6090F81A18}"/>
                </a:ext>
              </a:extLst>
            </p:cNvPr>
            <p:cNvSpPr/>
            <p:nvPr/>
          </p:nvSpPr>
          <p:spPr>
            <a:xfrm>
              <a:off x="4297680" y="1965960"/>
              <a:ext cx="3520440" cy="2606040"/>
            </a:xfrm>
            <a:prstGeom prst="rect">
              <a:avLst/>
            </a:prstGeom>
            <a:solidFill>
              <a:srgbClr val="DEEEF9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9">
              <a:extLst>
                <a:ext uri="{FF2B5EF4-FFF2-40B4-BE49-F238E27FC236}">
                  <a16:creationId xmlns:a16="http://schemas.microsoft.com/office/drawing/2014/main" id="{DE3482C3-8E29-A151-29EB-AAB0978E9750}"/>
                </a:ext>
              </a:extLst>
            </p:cNvPr>
            <p:cNvSpPr txBox="1"/>
            <p:nvPr/>
          </p:nvSpPr>
          <p:spPr>
            <a:xfrm>
              <a:off x="4443984" y="2057400"/>
              <a:ext cx="3227832" cy="2423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The pipeline must fetch the next instruction before it knows whether a branch is taken.</a:t>
              </a:r>
              <a:endParaRPr lang="en-US" sz="12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Also called branch hazards. Caused by branches, jumps, calls, returns, and exceptions.</a:t>
              </a:r>
              <a:endParaRPr lang="en-US" sz="12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Cost grows with pipeline depth, since more wrong instructions are in flight.</a:t>
              </a:r>
              <a:endParaRPr lang="en-US" sz="12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Fixed by prediction, early branch resolution, and delayed branches.</a:t>
              </a:r>
              <a:endParaRPr lang="en-US" sz="1250" dirty="0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55B2078-1931-CAAB-0BD6-83980371D23E}"/>
              </a:ext>
            </a:extLst>
          </p:cNvPr>
          <p:cNvGrpSpPr/>
          <p:nvPr/>
        </p:nvGrpSpPr>
        <p:grpSpPr>
          <a:xfrm>
            <a:off x="4517136" y="1572768"/>
            <a:ext cx="3520440" cy="3017520"/>
            <a:chOff x="8092440" y="1554480"/>
            <a:chExt cx="3520440" cy="3017520"/>
          </a:xfrm>
        </p:grpSpPr>
        <p:sp>
          <p:nvSpPr>
            <p:cNvPr id="57" name="Shape 10">
              <a:extLst>
                <a:ext uri="{FF2B5EF4-FFF2-40B4-BE49-F238E27FC236}">
                  <a16:creationId xmlns:a16="http://schemas.microsoft.com/office/drawing/2014/main" id="{1677A878-AF3A-6FF9-5BF3-67367B7F9AA2}"/>
                </a:ext>
              </a:extLst>
            </p:cNvPr>
            <p:cNvSpPr/>
            <p:nvPr/>
          </p:nvSpPr>
          <p:spPr>
            <a:xfrm>
              <a:off x="8092440" y="1554480"/>
              <a:ext cx="3520440" cy="411480"/>
            </a:xfrm>
            <a:prstGeom prst="rect">
              <a:avLst/>
            </a:prstGeom>
            <a:solidFill>
              <a:srgbClr val="9CCFB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11">
              <a:extLst>
                <a:ext uri="{FF2B5EF4-FFF2-40B4-BE49-F238E27FC236}">
                  <a16:creationId xmlns:a16="http://schemas.microsoft.com/office/drawing/2014/main" id="{9C4570E2-3860-8B29-C5CF-1C39EE1BBEF5}"/>
                </a:ext>
              </a:extLst>
            </p:cNvPr>
            <p:cNvSpPr txBox="1"/>
            <p:nvPr/>
          </p:nvSpPr>
          <p:spPr>
            <a:xfrm>
              <a:off x="8202168" y="1554480"/>
              <a:ext cx="330098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Structural Hazards</a:t>
              </a:r>
              <a:endParaRPr lang="en-US" sz="1500" dirty="0"/>
            </a:p>
          </p:txBody>
        </p:sp>
        <p:sp>
          <p:nvSpPr>
            <p:cNvPr id="69" name="Shape 12">
              <a:extLst>
                <a:ext uri="{FF2B5EF4-FFF2-40B4-BE49-F238E27FC236}">
                  <a16:creationId xmlns:a16="http://schemas.microsoft.com/office/drawing/2014/main" id="{23E83AA1-3300-2092-BA84-B82D167F677A}"/>
                </a:ext>
              </a:extLst>
            </p:cNvPr>
            <p:cNvSpPr/>
            <p:nvPr/>
          </p:nvSpPr>
          <p:spPr>
            <a:xfrm>
              <a:off x="8092440" y="1965960"/>
              <a:ext cx="3520440" cy="2606040"/>
            </a:xfrm>
            <a:prstGeom prst="rect">
              <a:avLst/>
            </a:prstGeom>
            <a:solidFill>
              <a:srgbClr val="DCEFE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 13">
              <a:extLst>
                <a:ext uri="{FF2B5EF4-FFF2-40B4-BE49-F238E27FC236}">
                  <a16:creationId xmlns:a16="http://schemas.microsoft.com/office/drawing/2014/main" id="{FCAF0149-FF95-D8D4-A014-C1CFAAD338FA}"/>
                </a:ext>
              </a:extLst>
            </p:cNvPr>
            <p:cNvSpPr txBox="1"/>
            <p:nvPr/>
          </p:nvSpPr>
          <p:spPr>
            <a:xfrm>
              <a:off x="8238744" y="2057400"/>
              <a:ext cx="3227832" cy="2423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Two instructions need the same hardware resource in the same cycle.</a:t>
              </a:r>
              <a:endParaRPr lang="en-US" sz="12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Classic case: a single unified memory serving IF and MEM simultaneously.</a:t>
              </a:r>
              <a:endParaRPr lang="en-US" sz="12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Also arises from a single register-file write port or a non-pipelined divider.</a:t>
              </a:r>
              <a:endParaRPr lang="en-US" sz="1250" dirty="0"/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2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Fixed by duplicating or pipelining the resource, otherwise by stalling.</a:t>
              </a:r>
              <a:endParaRPr lang="en-US" sz="1250" dirty="0"/>
            </a:p>
          </p:txBody>
        </p:sp>
      </p:grpSp>
    </p:spTree>
    <p:extLst>
      <p:ext uri="{BB962C8B-B14F-4D97-AF65-F5344CB8AC3E}">
        <p14:creationId xmlns:p14="http://schemas.microsoft.com/office/powerpoint/2010/main" val="2908227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6E59F-8B0B-6A61-17AA-6F400EF9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C2930-9F5B-F02F-C1B5-AEE6B01CC2B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78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C22B04-A41D-11F3-8DA5-CDCE6130FB28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 Hazards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C845466-435A-D9E7-40F3-533E1069A112}"/>
              </a:ext>
            </a:extLst>
          </p:cNvPr>
          <p:cNvSpPr txBox="1"/>
          <p:nvPr/>
        </p:nvSpPr>
        <p:spPr>
          <a:xfrm>
            <a:off x="502920" y="10972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pipeline must fetch instruction i + 1 before it knows the outcome of a branch at instruction i.</a:t>
            </a:r>
            <a:endParaRPr lang="en-US" sz="1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A519B1-BFBE-4D53-DB2A-0B8F89908529}"/>
              </a:ext>
            </a:extLst>
          </p:cNvPr>
          <p:cNvGrpSpPr/>
          <p:nvPr/>
        </p:nvGrpSpPr>
        <p:grpSpPr>
          <a:xfrm>
            <a:off x="548640" y="1627632"/>
            <a:ext cx="8229600" cy="2304288"/>
            <a:chOff x="548640" y="1627632"/>
            <a:chExt cx="8229600" cy="2304288"/>
          </a:xfrm>
        </p:grpSpPr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FF6251B9-7037-1308-E77C-AD41E6C20A33}"/>
                </a:ext>
              </a:extLst>
            </p:cNvPr>
            <p:cNvSpPr txBox="1"/>
            <p:nvPr/>
          </p:nvSpPr>
          <p:spPr>
            <a:xfrm>
              <a:off x="1828800" y="162763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C1</a:t>
              </a:r>
              <a:endParaRPr lang="en-US" sz="1150" dirty="0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0586FB94-FE71-BE16-85FD-CE7DE23D368F}"/>
                </a:ext>
              </a:extLst>
            </p:cNvPr>
            <p:cNvSpPr txBox="1"/>
            <p:nvPr/>
          </p:nvSpPr>
          <p:spPr>
            <a:xfrm>
              <a:off x="2697480" y="162763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C2</a:t>
              </a:r>
              <a:endParaRPr lang="en-US" sz="1150" dirty="0"/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E59EEF7E-9E1D-2B8B-2482-EC34DA61D6AE}"/>
                </a:ext>
              </a:extLst>
            </p:cNvPr>
            <p:cNvSpPr txBox="1"/>
            <p:nvPr/>
          </p:nvSpPr>
          <p:spPr>
            <a:xfrm>
              <a:off x="3566160" y="162763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C3</a:t>
              </a:r>
              <a:endParaRPr lang="en-US" sz="1150" dirty="0"/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845E3780-75E5-93F8-DEB8-5C5865B1CA07}"/>
                </a:ext>
              </a:extLst>
            </p:cNvPr>
            <p:cNvSpPr txBox="1"/>
            <p:nvPr/>
          </p:nvSpPr>
          <p:spPr>
            <a:xfrm>
              <a:off x="4434840" y="162763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C4</a:t>
              </a:r>
              <a:endParaRPr lang="en-US" sz="1150" dirty="0"/>
            </a:p>
          </p:txBody>
        </p:sp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84470461-8F61-35D2-58BF-E33BC6A436E2}"/>
                </a:ext>
              </a:extLst>
            </p:cNvPr>
            <p:cNvSpPr txBox="1"/>
            <p:nvPr/>
          </p:nvSpPr>
          <p:spPr>
            <a:xfrm>
              <a:off x="5303520" y="162763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C5</a:t>
              </a:r>
              <a:endParaRPr lang="en-US" sz="1150" dirty="0"/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EDE4E4CD-9733-66A2-06F6-640B39D51197}"/>
                </a:ext>
              </a:extLst>
            </p:cNvPr>
            <p:cNvSpPr txBox="1"/>
            <p:nvPr/>
          </p:nvSpPr>
          <p:spPr>
            <a:xfrm>
              <a:off x="6172200" y="162763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C6</a:t>
              </a:r>
              <a:endParaRPr lang="en-US" sz="1150" dirty="0"/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580FD91E-30AF-DFC3-E19D-F0B2FC4E0EEF}"/>
                </a:ext>
              </a:extLst>
            </p:cNvPr>
            <p:cNvSpPr txBox="1"/>
            <p:nvPr/>
          </p:nvSpPr>
          <p:spPr>
            <a:xfrm>
              <a:off x="7040880" y="162763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C7</a:t>
              </a:r>
              <a:endParaRPr lang="en-US" sz="1150" dirty="0"/>
            </a:p>
          </p:txBody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1DD588D8-968E-50D6-EE85-89BC0B78ECD4}"/>
                </a:ext>
              </a:extLst>
            </p:cNvPr>
            <p:cNvSpPr txBox="1"/>
            <p:nvPr/>
          </p:nvSpPr>
          <p:spPr>
            <a:xfrm>
              <a:off x="7909560" y="162763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C8</a:t>
              </a:r>
              <a:endParaRPr lang="en-US" sz="1150" dirty="0"/>
            </a:p>
          </p:txBody>
        </p:sp>
        <p:sp>
          <p:nvSpPr>
            <p:cNvPr id="27" name="Text 10">
              <a:extLst>
                <a:ext uri="{FF2B5EF4-FFF2-40B4-BE49-F238E27FC236}">
                  <a16:creationId xmlns:a16="http://schemas.microsoft.com/office/drawing/2014/main" id="{3F4957AF-A54D-A17C-922B-2B71601F3E9C}"/>
                </a:ext>
              </a:extLst>
            </p:cNvPr>
            <p:cNvSpPr txBox="1"/>
            <p:nvPr/>
          </p:nvSpPr>
          <p:spPr>
            <a:xfrm>
              <a:off x="548640" y="1920240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beq (branch)</a:t>
              </a:r>
              <a:endParaRPr lang="en-US" sz="1150" dirty="0"/>
            </a:p>
          </p:txBody>
        </p:sp>
        <p:sp>
          <p:nvSpPr>
            <p:cNvPr id="29" name="Shape 11">
              <a:extLst>
                <a:ext uri="{FF2B5EF4-FFF2-40B4-BE49-F238E27FC236}">
                  <a16:creationId xmlns:a16="http://schemas.microsoft.com/office/drawing/2014/main" id="{BDE4B7FB-A7B2-2476-6901-909EAFBFF899}"/>
                </a:ext>
              </a:extLst>
            </p:cNvPr>
            <p:cNvSpPr/>
            <p:nvPr/>
          </p:nvSpPr>
          <p:spPr>
            <a:xfrm>
              <a:off x="1828800" y="1920240"/>
              <a:ext cx="868680" cy="420624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12">
              <a:extLst>
                <a:ext uri="{FF2B5EF4-FFF2-40B4-BE49-F238E27FC236}">
                  <a16:creationId xmlns:a16="http://schemas.microsoft.com/office/drawing/2014/main" id="{9A71D8ED-7F97-1298-BD26-9F659F13D61A}"/>
                </a:ext>
              </a:extLst>
            </p:cNvPr>
            <p:cNvSpPr txBox="1"/>
            <p:nvPr/>
          </p:nvSpPr>
          <p:spPr>
            <a:xfrm>
              <a:off x="1828800" y="1920240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34" name="Shape 13">
              <a:extLst>
                <a:ext uri="{FF2B5EF4-FFF2-40B4-BE49-F238E27FC236}">
                  <a16:creationId xmlns:a16="http://schemas.microsoft.com/office/drawing/2014/main" id="{3E82B539-A51B-397A-2037-8683E061BE13}"/>
                </a:ext>
              </a:extLst>
            </p:cNvPr>
            <p:cNvSpPr/>
            <p:nvPr/>
          </p:nvSpPr>
          <p:spPr>
            <a:xfrm>
              <a:off x="2697480" y="1920240"/>
              <a:ext cx="868680" cy="420624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14">
              <a:extLst>
                <a:ext uri="{FF2B5EF4-FFF2-40B4-BE49-F238E27FC236}">
                  <a16:creationId xmlns:a16="http://schemas.microsoft.com/office/drawing/2014/main" id="{B610A8EB-103F-DF05-F194-B0AFD0F75F96}"/>
                </a:ext>
              </a:extLst>
            </p:cNvPr>
            <p:cNvSpPr txBox="1"/>
            <p:nvPr/>
          </p:nvSpPr>
          <p:spPr>
            <a:xfrm>
              <a:off x="2697480" y="1920240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40" name="Shape 15">
              <a:extLst>
                <a:ext uri="{FF2B5EF4-FFF2-40B4-BE49-F238E27FC236}">
                  <a16:creationId xmlns:a16="http://schemas.microsoft.com/office/drawing/2014/main" id="{4B98B6E3-D60E-0AE6-AFA1-C8E646F5144E}"/>
                </a:ext>
              </a:extLst>
            </p:cNvPr>
            <p:cNvSpPr/>
            <p:nvPr/>
          </p:nvSpPr>
          <p:spPr>
            <a:xfrm>
              <a:off x="3566160" y="1920240"/>
              <a:ext cx="868680" cy="420624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16">
              <a:extLst>
                <a:ext uri="{FF2B5EF4-FFF2-40B4-BE49-F238E27FC236}">
                  <a16:creationId xmlns:a16="http://schemas.microsoft.com/office/drawing/2014/main" id="{809295C0-830E-57E1-BD36-41C9BB27C121}"/>
                </a:ext>
              </a:extLst>
            </p:cNvPr>
            <p:cNvSpPr txBox="1"/>
            <p:nvPr/>
          </p:nvSpPr>
          <p:spPr>
            <a:xfrm>
              <a:off x="3566160" y="1920240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50" dirty="0"/>
            </a:p>
          </p:txBody>
        </p:sp>
        <p:sp>
          <p:nvSpPr>
            <p:cNvPr id="45" name="Shape 17">
              <a:extLst>
                <a:ext uri="{FF2B5EF4-FFF2-40B4-BE49-F238E27FC236}">
                  <a16:creationId xmlns:a16="http://schemas.microsoft.com/office/drawing/2014/main" id="{F7163922-FF43-0C53-72C7-0D502880EB8D}"/>
                </a:ext>
              </a:extLst>
            </p:cNvPr>
            <p:cNvSpPr/>
            <p:nvPr/>
          </p:nvSpPr>
          <p:spPr>
            <a:xfrm>
              <a:off x="4434840" y="1920240"/>
              <a:ext cx="868680" cy="420624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18">
              <a:extLst>
                <a:ext uri="{FF2B5EF4-FFF2-40B4-BE49-F238E27FC236}">
                  <a16:creationId xmlns:a16="http://schemas.microsoft.com/office/drawing/2014/main" id="{2D29D8DA-676C-7D96-E38A-6EC88E668645}"/>
                </a:ext>
              </a:extLst>
            </p:cNvPr>
            <p:cNvSpPr txBox="1"/>
            <p:nvPr/>
          </p:nvSpPr>
          <p:spPr>
            <a:xfrm>
              <a:off x="4434840" y="1920240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50" dirty="0"/>
            </a:p>
          </p:txBody>
        </p:sp>
        <p:sp>
          <p:nvSpPr>
            <p:cNvPr id="49" name="Shape 19">
              <a:extLst>
                <a:ext uri="{FF2B5EF4-FFF2-40B4-BE49-F238E27FC236}">
                  <a16:creationId xmlns:a16="http://schemas.microsoft.com/office/drawing/2014/main" id="{8064D8BA-7486-6BC7-B5B1-C254EC6F7306}"/>
                </a:ext>
              </a:extLst>
            </p:cNvPr>
            <p:cNvSpPr/>
            <p:nvPr/>
          </p:nvSpPr>
          <p:spPr>
            <a:xfrm>
              <a:off x="5303520" y="1920240"/>
              <a:ext cx="868680" cy="420624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20">
              <a:extLst>
                <a:ext uri="{FF2B5EF4-FFF2-40B4-BE49-F238E27FC236}">
                  <a16:creationId xmlns:a16="http://schemas.microsoft.com/office/drawing/2014/main" id="{02C61675-8AB2-738F-D45A-6C2666DC80EA}"/>
                </a:ext>
              </a:extLst>
            </p:cNvPr>
            <p:cNvSpPr txBox="1"/>
            <p:nvPr/>
          </p:nvSpPr>
          <p:spPr>
            <a:xfrm>
              <a:off x="5303520" y="1920240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50" dirty="0"/>
            </a:p>
          </p:txBody>
        </p:sp>
        <p:sp>
          <p:nvSpPr>
            <p:cNvPr id="54" name="Text 21">
              <a:extLst>
                <a:ext uri="{FF2B5EF4-FFF2-40B4-BE49-F238E27FC236}">
                  <a16:creationId xmlns:a16="http://schemas.microsoft.com/office/drawing/2014/main" id="{AA4859BE-139D-31C0-9233-F09B484780C2}"/>
                </a:ext>
              </a:extLst>
            </p:cNvPr>
            <p:cNvSpPr txBox="1"/>
            <p:nvPr/>
          </p:nvSpPr>
          <p:spPr>
            <a:xfrm>
              <a:off x="548640" y="2340864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next + 1</a:t>
              </a:r>
              <a:endParaRPr lang="en-US" sz="1150" dirty="0"/>
            </a:p>
          </p:txBody>
        </p:sp>
        <p:sp>
          <p:nvSpPr>
            <p:cNvPr id="56" name="Shape 22">
              <a:extLst>
                <a:ext uri="{FF2B5EF4-FFF2-40B4-BE49-F238E27FC236}">
                  <a16:creationId xmlns:a16="http://schemas.microsoft.com/office/drawing/2014/main" id="{34030FDB-DE2D-87BE-D208-63E055A28D32}"/>
                </a:ext>
              </a:extLst>
            </p:cNvPr>
            <p:cNvSpPr/>
            <p:nvPr/>
          </p:nvSpPr>
          <p:spPr>
            <a:xfrm>
              <a:off x="2697480" y="2340864"/>
              <a:ext cx="868680" cy="42062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C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23">
              <a:extLst>
                <a:ext uri="{FF2B5EF4-FFF2-40B4-BE49-F238E27FC236}">
                  <a16:creationId xmlns:a16="http://schemas.microsoft.com/office/drawing/2014/main" id="{207EF2C5-A48F-CCBC-1CDE-296FE2D942B0}"/>
                </a:ext>
              </a:extLst>
            </p:cNvPr>
            <p:cNvSpPr txBox="1"/>
            <p:nvPr/>
          </p:nvSpPr>
          <p:spPr>
            <a:xfrm>
              <a:off x="2697480" y="2340864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80808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61" name="Shape 24">
              <a:extLst>
                <a:ext uri="{FF2B5EF4-FFF2-40B4-BE49-F238E27FC236}">
                  <a16:creationId xmlns:a16="http://schemas.microsoft.com/office/drawing/2014/main" id="{C11FD949-8B99-8CAF-61A2-FD4AE0DA7FAF}"/>
                </a:ext>
              </a:extLst>
            </p:cNvPr>
            <p:cNvSpPr/>
            <p:nvPr/>
          </p:nvSpPr>
          <p:spPr>
            <a:xfrm>
              <a:off x="3566160" y="2340864"/>
              <a:ext cx="868680" cy="42062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C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5">
              <a:extLst>
                <a:ext uri="{FF2B5EF4-FFF2-40B4-BE49-F238E27FC236}">
                  <a16:creationId xmlns:a16="http://schemas.microsoft.com/office/drawing/2014/main" id="{109764C7-AC53-FB06-8877-30802D793D72}"/>
                </a:ext>
              </a:extLst>
            </p:cNvPr>
            <p:cNvSpPr txBox="1"/>
            <p:nvPr/>
          </p:nvSpPr>
          <p:spPr>
            <a:xfrm>
              <a:off x="3566160" y="2340864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80808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66" name="Text 26">
              <a:extLst>
                <a:ext uri="{FF2B5EF4-FFF2-40B4-BE49-F238E27FC236}">
                  <a16:creationId xmlns:a16="http://schemas.microsoft.com/office/drawing/2014/main" id="{D19BD613-37A2-7907-2671-15E1AD3F0480}"/>
                </a:ext>
              </a:extLst>
            </p:cNvPr>
            <p:cNvSpPr txBox="1"/>
            <p:nvPr/>
          </p:nvSpPr>
          <p:spPr>
            <a:xfrm>
              <a:off x="4507992" y="2340864"/>
              <a:ext cx="100584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C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flushed</a:t>
              </a:r>
              <a:endParaRPr lang="en-US" sz="1050" dirty="0"/>
            </a:p>
          </p:txBody>
        </p:sp>
        <p:sp>
          <p:nvSpPr>
            <p:cNvPr id="68" name="Text 27">
              <a:extLst>
                <a:ext uri="{FF2B5EF4-FFF2-40B4-BE49-F238E27FC236}">
                  <a16:creationId xmlns:a16="http://schemas.microsoft.com/office/drawing/2014/main" id="{AEDEE071-6AA1-8115-E2C4-641377A034E7}"/>
                </a:ext>
              </a:extLst>
            </p:cNvPr>
            <p:cNvSpPr txBox="1"/>
            <p:nvPr/>
          </p:nvSpPr>
          <p:spPr>
            <a:xfrm>
              <a:off x="548640" y="2761488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next + 2</a:t>
              </a:r>
              <a:endParaRPr lang="en-US" sz="1150" dirty="0"/>
            </a:p>
          </p:txBody>
        </p:sp>
        <p:sp>
          <p:nvSpPr>
            <p:cNvPr id="71" name="Shape 28">
              <a:extLst>
                <a:ext uri="{FF2B5EF4-FFF2-40B4-BE49-F238E27FC236}">
                  <a16:creationId xmlns:a16="http://schemas.microsoft.com/office/drawing/2014/main" id="{03879504-1847-17EE-ED1F-60AD14B85070}"/>
                </a:ext>
              </a:extLst>
            </p:cNvPr>
            <p:cNvSpPr/>
            <p:nvPr/>
          </p:nvSpPr>
          <p:spPr>
            <a:xfrm>
              <a:off x="3566160" y="2761488"/>
              <a:ext cx="868680" cy="42062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C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29">
              <a:extLst>
                <a:ext uri="{FF2B5EF4-FFF2-40B4-BE49-F238E27FC236}">
                  <a16:creationId xmlns:a16="http://schemas.microsoft.com/office/drawing/2014/main" id="{63D37D3D-A514-CCE9-400F-9A39635D4E46}"/>
                </a:ext>
              </a:extLst>
            </p:cNvPr>
            <p:cNvSpPr txBox="1"/>
            <p:nvPr/>
          </p:nvSpPr>
          <p:spPr>
            <a:xfrm>
              <a:off x="3566160" y="2761488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80808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75" name="Shape 30">
              <a:extLst>
                <a:ext uri="{FF2B5EF4-FFF2-40B4-BE49-F238E27FC236}">
                  <a16:creationId xmlns:a16="http://schemas.microsoft.com/office/drawing/2014/main" id="{93604E34-73E5-A52D-F77E-755D42DD877A}"/>
                </a:ext>
              </a:extLst>
            </p:cNvPr>
            <p:cNvSpPr/>
            <p:nvPr/>
          </p:nvSpPr>
          <p:spPr>
            <a:xfrm>
              <a:off x="4434840" y="2761488"/>
              <a:ext cx="868680" cy="42062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C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 31">
              <a:extLst>
                <a:ext uri="{FF2B5EF4-FFF2-40B4-BE49-F238E27FC236}">
                  <a16:creationId xmlns:a16="http://schemas.microsoft.com/office/drawing/2014/main" id="{9ACC3757-3CA8-C27B-9D49-6E1A457C489F}"/>
                </a:ext>
              </a:extLst>
            </p:cNvPr>
            <p:cNvSpPr txBox="1"/>
            <p:nvPr/>
          </p:nvSpPr>
          <p:spPr>
            <a:xfrm>
              <a:off x="4434840" y="2761488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80808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80" name="Text 32">
              <a:extLst>
                <a:ext uri="{FF2B5EF4-FFF2-40B4-BE49-F238E27FC236}">
                  <a16:creationId xmlns:a16="http://schemas.microsoft.com/office/drawing/2014/main" id="{407EA82C-A9D3-A974-DC85-C3C588A759E6}"/>
                </a:ext>
              </a:extLst>
            </p:cNvPr>
            <p:cNvSpPr txBox="1"/>
            <p:nvPr/>
          </p:nvSpPr>
          <p:spPr>
            <a:xfrm>
              <a:off x="5376672" y="2761488"/>
              <a:ext cx="100584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i="1" dirty="0">
                  <a:solidFill>
                    <a:srgbClr val="C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flushed</a:t>
              </a:r>
              <a:endParaRPr lang="en-US" sz="1050" dirty="0"/>
            </a:p>
          </p:txBody>
        </p:sp>
        <p:sp>
          <p:nvSpPr>
            <p:cNvPr id="82" name="Text 33">
              <a:extLst>
                <a:ext uri="{FF2B5EF4-FFF2-40B4-BE49-F238E27FC236}">
                  <a16:creationId xmlns:a16="http://schemas.microsoft.com/office/drawing/2014/main" id="{48143D02-8372-6DA8-0728-767DF69FC584}"/>
                </a:ext>
              </a:extLst>
            </p:cNvPr>
            <p:cNvSpPr txBox="1"/>
            <p:nvPr/>
          </p:nvSpPr>
          <p:spPr>
            <a:xfrm>
              <a:off x="548640" y="3182112"/>
              <a:ext cx="11887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target</a:t>
              </a:r>
              <a:endParaRPr lang="en-US" sz="1150" dirty="0"/>
            </a:p>
          </p:txBody>
        </p:sp>
        <p:sp>
          <p:nvSpPr>
            <p:cNvPr id="84" name="Shape 34">
              <a:extLst>
                <a:ext uri="{FF2B5EF4-FFF2-40B4-BE49-F238E27FC236}">
                  <a16:creationId xmlns:a16="http://schemas.microsoft.com/office/drawing/2014/main" id="{66DBAD50-6133-6873-A7DB-729A65822B5C}"/>
                </a:ext>
              </a:extLst>
            </p:cNvPr>
            <p:cNvSpPr/>
            <p:nvPr/>
          </p:nvSpPr>
          <p:spPr>
            <a:xfrm>
              <a:off x="4434840" y="3182112"/>
              <a:ext cx="868680" cy="420624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 35">
              <a:extLst>
                <a:ext uri="{FF2B5EF4-FFF2-40B4-BE49-F238E27FC236}">
                  <a16:creationId xmlns:a16="http://schemas.microsoft.com/office/drawing/2014/main" id="{3CB289E1-EA60-A790-63A4-2438D6B41488}"/>
                </a:ext>
              </a:extLst>
            </p:cNvPr>
            <p:cNvSpPr txBox="1"/>
            <p:nvPr/>
          </p:nvSpPr>
          <p:spPr>
            <a:xfrm>
              <a:off x="4434840" y="3182112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88" name="Shape 36">
              <a:extLst>
                <a:ext uri="{FF2B5EF4-FFF2-40B4-BE49-F238E27FC236}">
                  <a16:creationId xmlns:a16="http://schemas.microsoft.com/office/drawing/2014/main" id="{39015B23-9542-ECCB-2244-E11E7F0B99F1}"/>
                </a:ext>
              </a:extLst>
            </p:cNvPr>
            <p:cNvSpPr/>
            <p:nvPr/>
          </p:nvSpPr>
          <p:spPr>
            <a:xfrm>
              <a:off x="5303520" y="3182112"/>
              <a:ext cx="868680" cy="420624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 37">
              <a:extLst>
                <a:ext uri="{FF2B5EF4-FFF2-40B4-BE49-F238E27FC236}">
                  <a16:creationId xmlns:a16="http://schemas.microsoft.com/office/drawing/2014/main" id="{B3DDA520-684D-CA65-6271-C01869826BF8}"/>
                </a:ext>
              </a:extLst>
            </p:cNvPr>
            <p:cNvSpPr txBox="1"/>
            <p:nvPr/>
          </p:nvSpPr>
          <p:spPr>
            <a:xfrm>
              <a:off x="5303520" y="3182112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92" name="Shape 38">
              <a:extLst>
                <a:ext uri="{FF2B5EF4-FFF2-40B4-BE49-F238E27FC236}">
                  <a16:creationId xmlns:a16="http://schemas.microsoft.com/office/drawing/2014/main" id="{12D8219B-2E5A-8644-ADC7-1BF204B03655}"/>
                </a:ext>
              </a:extLst>
            </p:cNvPr>
            <p:cNvSpPr/>
            <p:nvPr/>
          </p:nvSpPr>
          <p:spPr>
            <a:xfrm>
              <a:off x="6172200" y="3182112"/>
              <a:ext cx="868680" cy="420624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 39">
              <a:extLst>
                <a:ext uri="{FF2B5EF4-FFF2-40B4-BE49-F238E27FC236}">
                  <a16:creationId xmlns:a16="http://schemas.microsoft.com/office/drawing/2014/main" id="{E171DB4B-3AA8-6258-ADEA-6D97803CFFF8}"/>
                </a:ext>
              </a:extLst>
            </p:cNvPr>
            <p:cNvSpPr txBox="1"/>
            <p:nvPr/>
          </p:nvSpPr>
          <p:spPr>
            <a:xfrm>
              <a:off x="6172200" y="3182112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50" dirty="0"/>
            </a:p>
          </p:txBody>
        </p:sp>
        <p:sp>
          <p:nvSpPr>
            <p:cNvPr id="96" name="Shape 40">
              <a:extLst>
                <a:ext uri="{FF2B5EF4-FFF2-40B4-BE49-F238E27FC236}">
                  <a16:creationId xmlns:a16="http://schemas.microsoft.com/office/drawing/2014/main" id="{8DF68089-8155-8C57-5A34-32E7AF2638FA}"/>
                </a:ext>
              </a:extLst>
            </p:cNvPr>
            <p:cNvSpPr/>
            <p:nvPr/>
          </p:nvSpPr>
          <p:spPr>
            <a:xfrm>
              <a:off x="7040880" y="3182112"/>
              <a:ext cx="868680" cy="420624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 41">
              <a:extLst>
                <a:ext uri="{FF2B5EF4-FFF2-40B4-BE49-F238E27FC236}">
                  <a16:creationId xmlns:a16="http://schemas.microsoft.com/office/drawing/2014/main" id="{29390C9F-CC07-8606-05B8-4623FFE4533B}"/>
                </a:ext>
              </a:extLst>
            </p:cNvPr>
            <p:cNvSpPr txBox="1"/>
            <p:nvPr/>
          </p:nvSpPr>
          <p:spPr>
            <a:xfrm>
              <a:off x="7040880" y="3182112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50" dirty="0"/>
            </a:p>
          </p:txBody>
        </p:sp>
        <p:sp>
          <p:nvSpPr>
            <p:cNvPr id="100" name="Shape 42">
              <a:extLst>
                <a:ext uri="{FF2B5EF4-FFF2-40B4-BE49-F238E27FC236}">
                  <a16:creationId xmlns:a16="http://schemas.microsoft.com/office/drawing/2014/main" id="{40517B59-68AA-E5B7-493C-CEB99E16CB3A}"/>
                </a:ext>
              </a:extLst>
            </p:cNvPr>
            <p:cNvSpPr/>
            <p:nvPr/>
          </p:nvSpPr>
          <p:spPr>
            <a:xfrm>
              <a:off x="7909560" y="3182112"/>
              <a:ext cx="868680" cy="420624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Text 43">
              <a:extLst>
                <a:ext uri="{FF2B5EF4-FFF2-40B4-BE49-F238E27FC236}">
                  <a16:creationId xmlns:a16="http://schemas.microsoft.com/office/drawing/2014/main" id="{85CDF7F4-04FB-D76A-D821-4FC528430AE1}"/>
                </a:ext>
              </a:extLst>
            </p:cNvPr>
            <p:cNvSpPr txBox="1"/>
            <p:nvPr/>
          </p:nvSpPr>
          <p:spPr>
            <a:xfrm>
              <a:off x="7909560" y="3182112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50" dirty="0"/>
            </a:p>
          </p:txBody>
        </p:sp>
        <p:sp>
          <p:nvSpPr>
            <p:cNvPr id="104" name="Text 44">
              <a:extLst>
                <a:ext uri="{FF2B5EF4-FFF2-40B4-BE49-F238E27FC236}">
                  <a16:creationId xmlns:a16="http://schemas.microsoft.com/office/drawing/2014/main" id="{2267E69F-E9F1-DA94-19A7-1773DFE50B85}"/>
                </a:ext>
              </a:extLst>
            </p:cNvPr>
            <p:cNvSpPr txBox="1"/>
            <p:nvPr/>
          </p:nvSpPr>
          <p:spPr>
            <a:xfrm>
              <a:off x="2871216" y="3657600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i="1" dirty="0">
                  <a:solidFill>
                    <a:srgbClr val="C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branch resolved in EX (C3)</a:t>
              </a:r>
              <a:endParaRPr lang="en-US" sz="1150" dirty="0"/>
            </a:p>
          </p:txBody>
        </p:sp>
      </p:grpSp>
      <p:sp>
        <p:nvSpPr>
          <p:cNvPr id="123" name="Text 52">
            <a:extLst>
              <a:ext uri="{FF2B5EF4-FFF2-40B4-BE49-F238E27FC236}">
                <a16:creationId xmlns:a16="http://schemas.microsoft.com/office/drawing/2014/main" id="{78FDE8F7-F1B3-73A8-5D6D-86ECCF8CFBC2}"/>
              </a:ext>
            </a:extLst>
          </p:cNvPr>
          <p:cNvSpPr txBox="1"/>
          <p:nvPr/>
        </p:nvSpPr>
        <p:spPr>
          <a:xfrm>
            <a:off x="1238203" y="4407408"/>
            <a:ext cx="10288617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superscalar core fetching 4 per cycle discards 4 x penalty instructions.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why prediction accuracy, not raw depth, limits modern front-end design.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explains the industry retreat from very deep pipelines.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1019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F0EC-DF21-B62B-003A-6E304F39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EFEE3-E555-AA2F-CC22-B5A2E84D632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79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E9BFD4F-DBD6-BA35-E9FC-A9753B87D245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Structural Hazards</a:t>
            </a:r>
            <a:endParaRPr lang="en-US" sz="30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024894F-1EBE-A2E2-E9A2-292D2D302076}"/>
              </a:ext>
            </a:extLst>
          </p:cNvPr>
          <p:cNvSpPr txBox="1"/>
          <p:nvPr/>
        </p:nvSpPr>
        <p:spPr>
          <a:xfrm>
            <a:off x="544068" y="9601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I4's fetch collides with I1's data access in cycle 4. Tries to access same hardware </a:t>
            </a:r>
            <a:endParaRPr lang="en-US" sz="1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C90E9B-D684-CFE4-22A7-71EBAA1FB9E6}"/>
              </a:ext>
            </a:extLst>
          </p:cNvPr>
          <p:cNvGrpSpPr/>
          <p:nvPr/>
        </p:nvGrpSpPr>
        <p:grpSpPr>
          <a:xfrm>
            <a:off x="777240" y="1645920"/>
            <a:ext cx="7772400" cy="2276856"/>
            <a:chOff x="777240" y="1645920"/>
            <a:chExt cx="7772400" cy="2276856"/>
          </a:xfrm>
        </p:grpSpPr>
        <p:sp>
          <p:nvSpPr>
            <p:cNvPr id="10" name="Text 2">
              <a:extLst>
                <a:ext uri="{FF2B5EF4-FFF2-40B4-BE49-F238E27FC236}">
                  <a16:creationId xmlns:a16="http://schemas.microsoft.com/office/drawing/2014/main" id="{B88EA109-14E3-8387-5B73-49D6B52AB993}"/>
                </a:ext>
              </a:extLst>
            </p:cNvPr>
            <p:cNvSpPr txBox="1"/>
            <p:nvPr/>
          </p:nvSpPr>
          <p:spPr>
            <a:xfrm>
              <a:off x="1600200" y="164592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C1</a:t>
              </a:r>
              <a:endParaRPr lang="en-US" sz="1150" dirty="0"/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8890D64B-31CE-2332-1A13-7DDEB395FFB5}"/>
                </a:ext>
              </a:extLst>
            </p:cNvPr>
            <p:cNvSpPr txBox="1"/>
            <p:nvPr/>
          </p:nvSpPr>
          <p:spPr>
            <a:xfrm>
              <a:off x="2468880" y="164592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C2</a:t>
              </a:r>
              <a:endParaRPr lang="en-US" sz="1150" dirty="0"/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14809DA7-71B2-A677-D919-8CC7C5A7A5EA}"/>
                </a:ext>
              </a:extLst>
            </p:cNvPr>
            <p:cNvSpPr txBox="1"/>
            <p:nvPr/>
          </p:nvSpPr>
          <p:spPr>
            <a:xfrm>
              <a:off x="3337560" y="164592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C3</a:t>
              </a:r>
              <a:endParaRPr lang="en-US" sz="1150" dirty="0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CE3F9AB5-5DCD-D8D8-56EB-080E59D54A05}"/>
                </a:ext>
              </a:extLst>
            </p:cNvPr>
            <p:cNvSpPr txBox="1"/>
            <p:nvPr/>
          </p:nvSpPr>
          <p:spPr>
            <a:xfrm>
              <a:off x="4206240" y="164592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C4</a:t>
              </a:r>
              <a:endParaRPr lang="en-US" sz="1150" dirty="0"/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6FB57803-9119-67C3-3FCC-810B2DFBA8E2}"/>
                </a:ext>
              </a:extLst>
            </p:cNvPr>
            <p:cNvSpPr txBox="1"/>
            <p:nvPr/>
          </p:nvSpPr>
          <p:spPr>
            <a:xfrm>
              <a:off x="5074920" y="164592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C5</a:t>
              </a:r>
              <a:endParaRPr lang="en-US" sz="1150" dirty="0"/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345756D0-34C3-181F-4E47-54A2A87D0596}"/>
                </a:ext>
              </a:extLst>
            </p:cNvPr>
            <p:cNvSpPr txBox="1"/>
            <p:nvPr/>
          </p:nvSpPr>
          <p:spPr>
            <a:xfrm>
              <a:off x="5943600" y="164592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C6</a:t>
              </a:r>
              <a:endParaRPr lang="en-US" sz="1150" dirty="0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14C6516C-6F6C-2CBD-11F3-ADF1353D6041}"/>
                </a:ext>
              </a:extLst>
            </p:cNvPr>
            <p:cNvSpPr txBox="1"/>
            <p:nvPr/>
          </p:nvSpPr>
          <p:spPr>
            <a:xfrm>
              <a:off x="6812280" y="164592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C7</a:t>
              </a:r>
              <a:endParaRPr lang="en-US" sz="1150" dirty="0"/>
            </a:p>
          </p:txBody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ED9B03CD-1023-2B3F-998D-7B5CB0984659}"/>
                </a:ext>
              </a:extLst>
            </p:cNvPr>
            <p:cNvSpPr txBox="1"/>
            <p:nvPr/>
          </p:nvSpPr>
          <p:spPr>
            <a:xfrm>
              <a:off x="7680960" y="164592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C8</a:t>
              </a:r>
              <a:endParaRPr lang="en-US" sz="1150" dirty="0"/>
            </a:p>
          </p:txBody>
        </p:sp>
        <p:sp>
          <p:nvSpPr>
            <p:cNvPr id="36" name="Text 10">
              <a:extLst>
                <a:ext uri="{FF2B5EF4-FFF2-40B4-BE49-F238E27FC236}">
                  <a16:creationId xmlns:a16="http://schemas.microsoft.com/office/drawing/2014/main" id="{3C8184D4-BB44-0346-C931-2AF94EB5DAA4}"/>
                </a:ext>
              </a:extLst>
            </p:cNvPr>
            <p:cNvSpPr txBox="1"/>
            <p:nvPr/>
          </p:nvSpPr>
          <p:spPr>
            <a:xfrm>
              <a:off x="777240" y="1965960"/>
              <a:ext cx="7315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I1</a:t>
              </a:r>
              <a:endParaRPr lang="en-US" sz="1200" dirty="0"/>
            </a:p>
          </p:txBody>
        </p:sp>
        <p:sp>
          <p:nvSpPr>
            <p:cNvPr id="39" name="Shape 11">
              <a:extLst>
                <a:ext uri="{FF2B5EF4-FFF2-40B4-BE49-F238E27FC236}">
                  <a16:creationId xmlns:a16="http://schemas.microsoft.com/office/drawing/2014/main" id="{3BAB202A-9BDD-1D33-689C-6AC71361F8CC}"/>
                </a:ext>
              </a:extLst>
            </p:cNvPr>
            <p:cNvSpPr/>
            <p:nvPr/>
          </p:nvSpPr>
          <p:spPr>
            <a:xfrm>
              <a:off x="1600200" y="1965960"/>
              <a:ext cx="868680" cy="420624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1787265C-1900-7868-03E4-00FE408CCB2F}"/>
                </a:ext>
              </a:extLst>
            </p:cNvPr>
            <p:cNvSpPr txBox="1"/>
            <p:nvPr/>
          </p:nvSpPr>
          <p:spPr>
            <a:xfrm>
              <a:off x="1600200" y="1965960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46" name="Shape 13">
              <a:extLst>
                <a:ext uri="{FF2B5EF4-FFF2-40B4-BE49-F238E27FC236}">
                  <a16:creationId xmlns:a16="http://schemas.microsoft.com/office/drawing/2014/main" id="{4BD496F9-7874-5E08-8DDC-D389B17ED916}"/>
                </a:ext>
              </a:extLst>
            </p:cNvPr>
            <p:cNvSpPr/>
            <p:nvPr/>
          </p:nvSpPr>
          <p:spPr>
            <a:xfrm>
              <a:off x="2468880" y="1965960"/>
              <a:ext cx="868680" cy="420624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1BFD409D-151C-7475-2F30-C58DE741901F}"/>
                </a:ext>
              </a:extLst>
            </p:cNvPr>
            <p:cNvSpPr txBox="1"/>
            <p:nvPr/>
          </p:nvSpPr>
          <p:spPr>
            <a:xfrm>
              <a:off x="2468880" y="1965960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53" name="Shape 15">
              <a:extLst>
                <a:ext uri="{FF2B5EF4-FFF2-40B4-BE49-F238E27FC236}">
                  <a16:creationId xmlns:a16="http://schemas.microsoft.com/office/drawing/2014/main" id="{C1C90122-CDCB-ABE5-8F42-74A6F74559C4}"/>
                </a:ext>
              </a:extLst>
            </p:cNvPr>
            <p:cNvSpPr/>
            <p:nvPr/>
          </p:nvSpPr>
          <p:spPr>
            <a:xfrm>
              <a:off x="3337560" y="1965960"/>
              <a:ext cx="868680" cy="420624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16">
              <a:extLst>
                <a:ext uri="{FF2B5EF4-FFF2-40B4-BE49-F238E27FC236}">
                  <a16:creationId xmlns:a16="http://schemas.microsoft.com/office/drawing/2014/main" id="{7A41D606-E48E-890A-3378-3E4317FC93A5}"/>
                </a:ext>
              </a:extLst>
            </p:cNvPr>
            <p:cNvSpPr txBox="1"/>
            <p:nvPr/>
          </p:nvSpPr>
          <p:spPr>
            <a:xfrm>
              <a:off x="3337560" y="1965960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50" dirty="0"/>
            </a:p>
          </p:txBody>
        </p:sp>
        <p:sp>
          <p:nvSpPr>
            <p:cNvPr id="60" name="Shape 17">
              <a:extLst>
                <a:ext uri="{FF2B5EF4-FFF2-40B4-BE49-F238E27FC236}">
                  <a16:creationId xmlns:a16="http://schemas.microsoft.com/office/drawing/2014/main" id="{1A91FF08-7F4C-F634-B7B6-66E904D9EB12}"/>
                </a:ext>
              </a:extLst>
            </p:cNvPr>
            <p:cNvSpPr/>
            <p:nvPr/>
          </p:nvSpPr>
          <p:spPr>
            <a:xfrm>
              <a:off x="4206240" y="1965960"/>
              <a:ext cx="868680" cy="420624"/>
            </a:xfrm>
            <a:prstGeom prst="rect">
              <a:avLst/>
            </a:prstGeom>
            <a:solidFill>
              <a:srgbClr val="F8CBAD"/>
            </a:solidFill>
            <a:ln w="25400">
              <a:solidFill>
                <a:srgbClr val="C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 18">
              <a:extLst>
                <a:ext uri="{FF2B5EF4-FFF2-40B4-BE49-F238E27FC236}">
                  <a16:creationId xmlns:a16="http://schemas.microsoft.com/office/drawing/2014/main" id="{6388BF66-F135-70E0-5342-8AD3B202895B}"/>
                </a:ext>
              </a:extLst>
            </p:cNvPr>
            <p:cNvSpPr txBox="1"/>
            <p:nvPr/>
          </p:nvSpPr>
          <p:spPr>
            <a:xfrm>
              <a:off x="4206240" y="1965960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50" dirty="0"/>
            </a:p>
          </p:txBody>
        </p:sp>
        <p:sp>
          <p:nvSpPr>
            <p:cNvPr id="67" name="Shape 19">
              <a:extLst>
                <a:ext uri="{FF2B5EF4-FFF2-40B4-BE49-F238E27FC236}">
                  <a16:creationId xmlns:a16="http://schemas.microsoft.com/office/drawing/2014/main" id="{6E39EFF2-BDB5-8CB1-1DD0-615DBF173FE8}"/>
                </a:ext>
              </a:extLst>
            </p:cNvPr>
            <p:cNvSpPr/>
            <p:nvPr/>
          </p:nvSpPr>
          <p:spPr>
            <a:xfrm>
              <a:off x="5074920" y="1965960"/>
              <a:ext cx="868680" cy="420624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F3BA850-9D10-4E30-205B-F841CCDC44D8}"/>
                </a:ext>
              </a:extLst>
            </p:cNvPr>
            <p:cNvSpPr txBox="1"/>
            <p:nvPr/>
          </p:nvSpPr>
          <p:spPr>
            <a:xfrm>
              <a:off x="5074920" y="1965960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50" dirty="0"/>
            </a:p>
          </p:txBody>
        </p:sp>
        <p:sp>
          <p:nvSpPr>
            <p:cNvPr id="74" name="Text 21">
              <a:extLst>
                <a:ext uri="{FF2B5EF4-FFF2-40B4-BE49-F238E27FC236}">
                  <a16:creationId xmlns:a16="http://schemas.microsoft.com/office/drawing/2014/main" id="{86688497-31A8-2625-37AF-BF9F36D28888}"/>
                </a:ext>
              </a:extLst>
            </p:cNvPr>
            <p:cNvSpPr txBox="1"/>
            <p:nvPr/>
          </p:nvSpPr>
          <p:spPr>
            <a:xfrm>
              <a:off x="777240" y="2386584"/>
              <a:ext cx="7315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I2</a:t>
              </a:r>
              <a:endParaRPr lang="en-US" sz="1200" dirty="0"/>
            </a:p>
          </p:txBody>
        </p:sp>
        <p:sp>
          <p:nvSpPr>
            <p:cNvPr id="77" name="Shape 22">
              <a:extLst>
                <a:ext uri="{FF2B5EF4-FFF2-40B4-BE49-F238E27FC236}">
                  <a16:creationId xmlns:a16="http://schemas.microsoft.com/office/drawing/2014/main" id="{621D5BA7-AB23-9FA7-74DB-534A668BFEF1}"/>
                </a:ext>
              </a:extLst>
            </p:cNvPr>
            <p:cNvSpPr/>
            <p:nvPr/>
          </p:nvSpPr>
          <p:spPr>
            <a:xfrm>
              <a:off x="2468880" y="2386584"/>
              <a:ext cx="868680" cy="420624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 23">
              <a:extLst>
                <a:ext uri="{FF2B5EF4-FFF2-40B4-BE49-F238E27FC236}">
                  <a16:creationId xmlns:a16="http://schemas.microsoft.com/office/drawing/2014/main" id="{07ABDCC3-5591-EE23-E16B-7B26C9F002AD}"/>
                </a:ext>
              </a:extLst>
            </p:cNvPr>
            <p:cNvSpPr txBox="1"/>
            <p:nvPr/>
          </p:nvSpPr>
          <p:spPr>
            <a:xfrm>
              <a:off x="2468880" y="2386584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85" name="Shape 24">
              <a:extLst>
                <a:ext uri="{FF2B5EF4-FFF2-40B4-BE49-F238E27FC236}">
                  <a16:creationId xmlns:a16="http://schemas.microsoft.com/office/drawing/2014/main" id="{A6566554-0262-4170-70FC-DD99FE256A5B}"/>
                </a:ext>
              </a:extLst>
            </p:cNvPr>
            <p:cNvSpPr/>
            <p:nvPr/>
          </p:nvSpPr>
          <p:spPr>
            <a:xfrm>
              <a:off x="3337560" y="2386584"/>
              <a:ext cx="868680" cy="420624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 25">
              <a:extLst>
                <a:ext uri="{FF2B5EF4-FFF2-40B4-BE49-F238E27FC236}">
                  <a16:creationId xmlns:a16="http://schemas.microsoft.com/office/drawing/2014/main" id="{9A5EA998-5AE8-38CA-2238-2465C5E2A814}"/>
                </a:ext>
              </a:extLst>
            </p:cNvPr>
            <p:cNvSpPr txBox="1"/>
            <p:nvPr/>
          </p:nvSpPr>
          <p:spPr>
            <a:xfrm>
              <a:off x="3337560" y="2386584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93" name="Shape 26">
              <a:extLst>
                <a:ext uri="{FF2B5EF4-FFF2-40B4-BE49-F238E27FC236}">
                  <a16:creationId xmlns:a16="http://schemas.microsoft.com/office/drawing/2014/main" id="{04653608-EF3C-08DC-E586-3E5F84D3BA4B}"/>
                </a:ext>
              </a:extLst>
            </p:cNvPr>
            <p:cNvSpPr/>
            <p:nvPr/>
          </p:nvSpPr>
          <p:spPr>
            <a:xfrm>
              <a:off x="4206240" y="2386584"/>
              <a:ext cx="868680" cy="420624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Text 27">
              <a:extLst>
                <a:ext uri="{FF2B5EF4-FFF2-40B4-BE49-F238E27FC236}">
                  <a16:creationId xmlns:a16="http://schemas.microsoft.com/office/drawing/2014/main" id="{FC138185-375C-A165-F553-8BA06CC5E09C}"/>
                </a:ext>
              </a:extLst>
            </p:cNvPr>
            <p:cNvSpPr txBox="1"/>
            <p:nvPr/>
          </p:nvSpPr>
          <p:spPr>
            <a:xfrm>
              <a:off x="4206240" y="2386584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50" dirty="0"/>
            </a:p>
          </p:txBody>
        </p:sp>
        <p:sp>
          <p:nvSpPr>
            <p:cNvPr id="101" name="Shape 28">
              <a:extLst>
                <a:ext uri="{FF2B5EF4-FFF2-40B4-BE49-F238E27FC236}">
                  <a16:creationId xmlns:a16="http://schemas.microsoft.com/office/drawing/2014/main" id="{01B9E943-8A4E-12E6-AEC5-BB4EA3564A7B}"/>
                </a:ext>
              </a:extLst>
            </p:cNvPr>
            <p:cNvSpPr/>
            <p:nvPr/>
          </p:nvSpPr>
          <p:spPr>
            <a:xfrm>
              <a:off x="5074920" y="2386584"/>
              <a:ext cx="868680" cy="420624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Text 29">
              <a:extLst>
                <a:ext uri="{FF2B5EF4-FFF2-40B4-BE49-F238E27FC236}">
                  <a16:creationId xmlns:a16="http://schemas.microsoft.com/office/drawing/2014/main" id="{C1D51F06-9736-6DBE-CA73-3F6D33F0D8D6}"/>
                </a:ext>
              </a:extLst>
            </p:cNvPr>
            <p:cNvSpPr txBox="1"/>
            <p:nvPr/>
          </p:nvSpPr>
          <p:spPr>
            <a:xfrm>
              <a:off x="5074920" y="2386584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50" dirty="0"/>
            </a:p>
          </p:txBody>
        </p:sp>
        <p:sp>
          <p:nvSpPr>
            <p:cNvPr id="107" name="Shape 30">
              <a:extLst>
                <a:ext uri="{FF2B5EF4-FFF2-40B4-BE49-F238E27FC236}">
                  <a16:creationId xmlns:a16="http://schemas.microsoft.com/office/drawing/2014/main" id="{0D7B8035-7CEC-0C7F-9298-3F5DB32329F2}"/>
                </a:ext>
              </a:extLst>
            </p:cNvPr>
            <p:cNvSpPr/>
            <p:nvPr/>
          </p:nvSpPr>
          <p:spPr>
            <a:xfrm>
              <a:off x="5943600" y="2386584"/>
              <a:ext cx="868680" cy="420624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Text 31">
              <a:extLst>
                <a:ext uri="{FF2B5EF4-FFF2-40B4-BE49-F238E27FC236}">
                  <a16:creationId xmlns:a16="http://schemas.microsoft.com/office/drawing/2014/main" id="{B8BD8DBF-A6CC-1107-B313-4E20EA44C101}"/>
                </a:ext>
              </a:extLst>
            </p:cNvPr>
            <p:cNvSpPr txBox="1"/>
            <p:nvPr/>
          </p:nvSpPr>
          <p:spPr>
            <a:xfrm>
              <a:off x="5943600" y="2386584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50" dirty="0"/>
            </a:p>
          </p:txBody>
        </p:sp>
        <p:sp>
          <p:nvSpPr>
            <p:cNvPr id="111" name="Text 32">
              <a:extLst>
                <a:ext uri="{FF2B5EF4-FFF2-40B4-BE49-F238E27FC236}">
                  <a16:creationId xmlns:a16="http://schemas.microsoft.com/office/drawing/2014/main" id="{56450218-5EA3-0CBF-0D68-C0E1418C422B}"/>
                </a:ext>
              </a:extLst>
            </p:cNvPr>
            <p:cNvSpPr txBox="1"/>
            <p:nvPr/>
          </p:nvSpPr>
          <p:spPr>
            <a:xfrm>
              <a:off x="777240" y="2807208"/>
              <a:ext cx="7315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I3</a:t>
              </a:r>
              <a:endParaRPr lang="en-US" sz="1200" dirty="0"/>
            </a:p>
          </p:txBody>
        </p:sp>
        <p:sp>
          <p:nvSpPr>
            <p:cNvPr id="113" name="Shape 33">
              <a:extLst>
                <a:ext uri="{FF2B5EF4-FFF2-40B4-BE49-F238E27FC236}">
                  <a16:creationId xmlns:a16="http://schemas.microsoft.com/office/drawing/2014/main" id="{5FFAD2F4-8385-1C7D-BAB9-FFAD7F2DE51B}"/>
                </a:ext>
              </a:extLst>
            </p:cNvPr>
            <p:cNvSpPr/>
            <p:nvPr/>
          </p:nvSpPr>
          <p:spPr>
            <a:xfrm>
              <a:off x="3337560" y="2807208"/>
              <a:ext cx="868680" cy="420624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Text 34">
              <a:extLst>
                <a:ext uri="{FF2B5EF4-FFF2-40B4-BE49-F238E27FC236}">
                  <a16:creationId xmlns:a16="http://schemas.microsoft.com/office/drawing/2014/main" id="{CE6F9123-5F09-BBD6-8D6C-B628DFF71918}"/>
                </a:ext>
              </a:extLst>
            </p:cNvPr>
            <p:cNvSpPr txBox="1"/>
            <p:nvPr/>
          </p:nvSpPr>
          <p:spPr>
            <a:xfrm>
              <a:off x="3337560" y="2807208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117" name="Shape 35">
              <a:extLst>
                <a:ext uri="{FF2B5EF4-FFF2-40B4-BE49-F238E27FC236}">
                  <a16:creationId xmlns:a16="http://schemas.microsoft.com/office/drawing/2014/main" id="{CF3B08D4-3D04-E456-CE4E-42B9F8264683}"/>
                </a:ext>
              </a:extLst>
            </p:cNvPr>
            <p:cNvSpPr/>
            <p:nvPr/>
          </p:nvSpPr>
          <p:spPr>
            <a:xfrm>
              <a:off x="4206240" y="2807208"/>
              <a:ext cx="868680" cy="420624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Text 36">
              <a:extLst>
                <a:ext uri="{FF2B5EF4-FFF2-40B4-BE49-F238E27FC236}">
                  <a16:creationId xmlns:a16="http://schemas.microsoft.com/office/drawing/2014/main" id="{F4FAB492-9EAF-B243-D4EF-9150ACEC733D}"/>
                </a:ext>
              </a:extLst>
            </p:cNvPr>
            <p:cNvSpPr txBox="1"/>
            <p:nvPr/>
          </p:nvSpPr>
          <p:spPr>
            <a:xfrm>
              <a:off x="4206240" y="2807208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121" name="Shape 37">
              <a:extLst>
                <a:ext uri="{FF2B5EF4-FFF2-40B4-BE49-F238E27FC236}">
                  <a16:creationId xmlns:a16="http://schemas.microsoft.com/office/drawing/2014/main" id="{EDCC11A5-3041-49A7-9943-49FEFB2952C9}"/>
                </a:ext>
              </a:extLst>
            </p:cNvPr>
            <p:cNvSpPr/>
            <p:nvPr/>
          </p:nvSpPr>
          <p:spPr>
            <a:xfrm>
              <a:off x="5074920" y="2807208"/>
              <a:ext cx="868680" cy="420624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Text 38">
              <a:extLst>
                <a:ext uri="{FF2B5EF4-FFF2-40B4-BE49-F238E27FC236}">
                  <a16:creationId xmlns:a16="http://schemas.microsoft.com/office/drawing/2014/main" id="{9538893D-63D5-89B4-E776-D4E8E98EBDB6}"/>
                </a:ext>
              </a:extLst>
            </p:cNvPr>
            <p:cNvSpPr txBox="1"/>
            <p:nvPr/>
          </p:nvSpPr>
          <p:spPr>
            <a:xfrm>
              <a:off x="5074920" y="2807208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50" dirty="0"/>
            </a:p>
          </p:txBody>
        </p:sp>
        <p:sp>
          <p:nvSpPr>
            <p:cNvPr id="126" name="Shape 39">
              <a:extLst>
                <a:ext uri="{FF2B5EF4-FFF2-40B4-BE49-F238E27FC236}">
                  <a16:creationId xmlns:a16="http://schemas.microsoft.com/office/drawing/2014/main" id="{71A12B01-5B67-7F4F-CE2B-5BB4AFE54C0C}"/>
                </a:ext>
              </a:extLst>
            </p:cNvPr>
            <p:cNvSpPr/>
            <p:nvPr/>
          </p:nvSpPr>
          <p:spPr>
            <a:xfrm>
              <a:off x="5943600" y="2807208"/>
              <a:ext cx="868680" cy="420624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Text 40">
              <a:extLst>
                <a:ext uri="{FF2B5EF4-FFF2-40B4-BE49-F238E27FC236}">
                  <a16:creationId xmlns:a16="http://schemas.microsoft.com/office/drawing/2014/main" id="{D64AEE00-CEF1-2F4C-EC70-B13EB876032E}"/>
                </a:ext>
              </a:extLst>
            </p:cNvPr>
            <p:cNvSpPr txBox="1"/>
            <p:nvPr/>
          </p:nvSpPr>
          <p:spPr>
            <a:xfrm>
              <a:off x="5943600" y="2807208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50" dirty="0"/>
            </a:p>
          </p:txBody>
        </p:sp>
        <p:sp>
          <p:nvSpPr>
            <p:cNvPr id="130" name="Shape 41">
              <a:extLst>
                <a:ext uri="{FF2B5EF4-FFF2-40B4-BE49-F238E27FC236}">
                  <a16:creationId xmlns:a16="http://schemas.microsoft.com/office/drawing/2014/main" id="{E14646E0-B8B5-395E-8122-F30DB8A6D217}"/>
                </a:ext>
              </a:extLst>
            </p:cNvPr>
            <p:cNvSpPr/>
            <p:nvPr/>
          </p:nvSpPr>
          <p:spPr>
            <a:xfrm>
              <a:off x="6812280" y="2807208"/>
              <a:ext cx="868680" cy="420624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Text 42">
              <a:extLst>
                <a:ext uri="{FF2B5EF4-FFF2-40B4-BE49-F238E27FC236}">
                  <a16:creationId xmlns:a16="http://schemas.microsoft.com/office/drawing/2014/main" id="{85BDE0AB-B1B4-874E-225A-A4F3842B2E31}"/>
                </a:ext>
              </a:extLst>
            </p:cNvPr>
            <p:cNvSpPr txBox="1"/>
            <p:nvPr/>
          </p:nvSpPr>
          <p:spPr>
            <a:xfrm>
              <a:off x="6812280" y="2807208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50" dirty="0"/>
            </a:p>
          </p:txBody>
        </p:sp>
        <p:sp>
          <p:nvSpPr>
            <p:cNvPr id="134" name="Text 43">
              <a:extLst>
                <a:ext uri="{FF2B5EF4-FFF2-40B4-BE49-F238E27FC236}">
                  <a16:creationId xmlns:a16="http://schemas.microsoft.com/office/drawing/2014/main" id="{2C3381C0-FF02-6D97-150D-FF87AB46A068}"/>
                </a:ext>
              </a:extLst>
            </p:cNvPr>
            <p:cNvSpPr txBox="1"/>
            <p:nvPr/>
          </p:nvSpPr>
          <p:spPr>
            <a:xfrm>
              <a:off x="777240" y="3227832"/>
              <a:ext cx="73152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I4</a:t>
              </a:r>
              <a:endParaRPr lang="en-US" sz="1200" dirty="0"/>
            </a:p>
          </p:txBody>
        </p:sp>
        <p:sp>
          <p:nvSpPr>
            <p:cNvPr id="136" name="Shape 44">
              <a:extLst>
                <a:ext uri="{FF2B5EF4-FFF2-40B4-BE49-F238E27FC236}">
                  <a16:creationId xmlns:a16="http://schemas.microsoft.com/office/drawing/2014/main" id="{8AEBD1F8-E285-9DF5-26F4-B69B6E6821D7}"/>
                </a:ext>
              </a:extLst>
            </p:cNvPr>
            <p:cNvSpPr/>
            <p:nvPr/>
          </p:nvSpPr>
          <p:spPr>
            <a:xfrm>
              <a:off x="4206240" y="3227832"/>
              <a:ext cx="868680" cy="420624"/>
            </a:xfrm>
            <a:prstGeom prst="rect">
              <a:avLst/>
            </a:prstGeom>
            <a:solidFill>
              <a:srgbClr val="F8CBAD"/>
            </a:solidFill>
            <a:ln w="25400">
              <a:solidFill>
                <a:srgbClr val="C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Text 45">
              <a:extLst>
                <a:ext uri="{FF2B5EF4-FFF2-40B4-BE49-F238E27FC236}">
                  <a16:creationId xmlns:a16="http://schemas.microsoft.com/office/drawing/2014/main" id="{7DA34AAB-56B1-F451-8E68-185667429F0D}"/>
                </a:ext>
              </a:extLst>
            </p:cNvPr>
            <p:cNvSpPr txBox="1"/>
            <p:nvPr/>
          </p:nvSpPr>
          <p:spPr>
            <a:xfrm>
              <a:off x="4206240" y="3227832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140" name="Shape 46">
              <a:extLst>
                <a:ext uri="{FF2B5EF4-FFF2-40B4-BE49-F238E27FC236}">
                  <a16:creationId xmlns:a16="http://schemas.microsoft.com/office/drawing/2014/main" id="{4A32ECA7-E3D8-2E6C-218B-3A3DBD5F5834}"/>
                </a:ext>
              </a:extLst>
            </p:cNvPr>
            <p:cNvSpPr/>
            <p:nvPr/>
          </p:nvSpPr>
          <p:spPr>
            <a:xfrm>
              <a:off x="5074920" y="3227832"/>
              <a:ext cx="868680" cy="420624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Text 47">
              <a:extLst>
                <a:ext uri="{FF2B5EF4-FFF2-40B4-BE49-F238E27FC236}">
                  <a16:creationId xmlns:a16="http://schemas.microsoft.com/office/drawing/2014/main" id="{6381033B-35CF-EEDC-9F95-B174133ABEB6}"/>
                </a:ext>
              </a:extLst>
            </p:cNvPr>
            <p:cNvSpPr txBox="1"/>
            <p:nvPr/>
          </p:nvSpPr>
          <p:spPr>
            <a:xfrm>
              <a:off x="5074920" y="3227832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144" name="Shape 48">
              <a:extLst>
                <a:ext uri="{FF2B5EF4-FFF2-40B4-BE49-F238E27FC236}">
                  <a16:creationId xmlns:a16="http://schemas.microsoft.com/office/drawing/2014/main" id="{BFC6F1F2-5023-0C32-1BC9-B33FBE197D8F}"/>
                </a:ext>
              </a:extLst>
            </p:cNvPr>
            <p:cNvSpPr/>
            <p:nvPr/>
          </p:nvSpPr>
          <p:spPr>
            <a:xfrm>
              <a:off x="5943600" y="3227832"/>
              <a:ext cx="868680" cy="420624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Text 49">
              <a:extLst>
                <a:ext uri="{FF2B5EF4-FFF2-40B4-BE49-F238E27FC236}">
                  <a16:creationId xmlns:a16="http://schemas.microsoft.com/office/drawing/2014/main" id="{7C8E3946-273D-C021-27FB-217DDE450225}"/>
                </a:ext>
              </a:extLst>
            </p:cNvPr>
            <p:cNvSpPr txBox="1"/>
            <p:nvPr/>
          </p:nvSpPr>
          <p:spPr>
            <a:xfrm>
              <a:off x="5943600" y="3227832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50" dirty="0"/>
            </a:p>
          </p:txBody>
        </p:sp>
        <p:sp>
          <p:nvSpPr>
            <p:cNvPr id="148" name="Shape 50">
              <a:extLst>
                <a:ext uri="{FF2B5EF4-FFF2-40B4-BE49-F238E27FC236}">
                  <a16:creationId xmlns:a16="http://schemas.microsoft.com/office/drawing/2014/main" id="{A0D3B31D-4DB8-299D-D235-70055E5D5BB2}"/>
                </a:ext>
              </a:extLst>
            </p:cNvPr>
            <p:cNvSpPr/>
            <p:nvPr/>
          </p:nvSpPr>
          <p:spPr>
            <a:xfrm>
              <a:off x="6812280" y="3227832"/>
              <a:ext cx="868680" cy="420624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Text 51">
              <a:extLst>
                <a:ext uri="{FF2B5EF4-FFF2-40B4-BE49-F238E27FC236}">
                  <a16:creationId xmlns:a16="http://schemas.microsoft.com/office/drawing/2014/main" id="{454E332A-8030-93C0-FE79-EADF0B4A993D}"/>
                </a:ext>
              </a:extLst>
            </p:cNvPr>
            <p:cNvSpPr txBox="1"/>
            <p:nvPr/>
          </p:nvSpPr>
          <p:spPr>
            <a:xfrm>
              <a:off x="6812280" y="3227832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50" dirty="0"/>
            </a:p>
          </p:txBody>
        </p:sp>
        <p:sp>
          <p:nvSpPr>
            <p:cNvPr id="152" name="Shape 52">
              <a:extLst>
                <a:ext uri="{FF2B5EF4-FFF2-40B4-BE49-F238E27FC236}">
                  <a16:creationId xmlns:a16="http://schemas.microsoft.com/office/drawing/2014/main" id="{E71F8047-9CFE-2BA2-16DC-D29B37F9DE60}"/>
                </a:ext>
              </a:extLst>
            </p:cNvPr>
            <p:cNvSpPr/>
            <p:nvPr/>
          </p:nvSpPr>
          <p:spPr>
            <a:xfrm>
              <a:off x="7680960" y="3227832"/>
              <a:ext cx="868680" cy="420624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Text 53">
              <a:extLst>
                <a:ext uri="{FF2B5EF4-FFF2-40B4-BE49-F238E27FC236}">
                  <a16:creationId xmlns:a16="http://schemas.microsoft.com/office/drawing/2014/main" id="{60FB8AF1-749B-44C2-3632-1B43D19F1A4E}"/>
                </a:ext>
              </a:extLst>
            </p:cNvPr>
            <p:cNvSpPr txBox="1"/>
            <p:nvPr/>
          </p:nvSpPr>
          <p:spPr>
            <a:xfrm>
              <a:off x="7680960" y="3227832"/>
              <a:ext cx="86868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50" dirty="0"/>
            </a:p>
          </p:txBody>
        </p:sp>
        <p:sp>
          <p:nvSpPr>
            <p:cNvPr id="156" name="Text 54">
              <a:extLst>
                <a:ext uri="{FF2B5EF4-FFF2-40B4-BE49-F238E27FC236}">
                  <a16:creationId xmlns:a16="http://schemas.microsoft.com/office/drawing/2014/main" id="{4C392790-433A-F81D-CCE2-93CA99DBF0F9}"/>
                </a:ext>
              </a:extLst>
            </p:cNvPr>
            <p:cNvSpPr txBox="1"/>
            <p:nvPr/>
          </p:nvSpPr>
          <p:spPr>
            <a:xfrm>
              <a:off x="3424428" y="3648456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i="1" dirty="0">
                  <a:solidFill>
                    <a:srgbClr val="C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 access the same memory in C4</a:t>
              </a:r>
              <a:endParaRPr lang="en-US" sz="1150" dirty="0"/>
            </a:p>
          </p:txBody>
        </p:sp>
      </p:grpSp>
      <p:sp>
        <p:nvSpPr>
          <p:cNvPr id="164" name="Text 58">
            <a:extLst>
              <a:ext uri="{FF2B5EF4-FFF2-40B4-BE49-F238E27FC236}">
                <a16:creationId xmlns:a16="http://schemas.microsoft.com/office/drawing/2014/main" id="{93135BD4-5541-0DE3-18D9-220CD48B2F32}"/>
              </a:ext>
            </a:extLst>
          </p:cNvPr>
          <p:cNvSpPr txBox="1"/>
          <p:nvPr/>
        </p:nvSpPr>
        <p:spPr>
          <a:xfrm>
            <a:off x="1438065" y="4343400"/>
            <a:ext cx="931587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3363" indent="-233363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memory port shared by IF and MEM.</a:t>
            </a:r>
            <a:endParaRPr lang="en-US" sz="1150" dirty="0"/>
          </a:p>
          <a:p>
            <a:pPr marL="233363" indent="-233363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write port on the register file when two instructions retire together.</a:t>
            </a:r>
            <a:endParaRPr lang="en-US" sz="1150" dirty="0"/>
          </a:p>
          <a:p>
            <a:pPr marL="233363" indent="-233363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non-pipelined unit, such as an integer divider that occupies EX for many cycles.</a:t>
            </a:r>
            <a:endParaRPr lang="en-US" sz="1150" dirty="0"/>
          </a:p>
          <a:p>
            <a:pPr marL="233363" indent="-233363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shared bus between cores or between the core and the cache.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07041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02280-C0B0-B94E-9353-D89391680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585EE-6C3F-2969-6786-26498E29A41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80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2772261-02FB-3BFB-F584-484756C3F188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Hazard: Read After Write (RAW) Hazard</a:t>
            </a:r>
            <a:endParaRPr lang="en-US" sz="3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A377DF1-2DD3-37AA-5598-8D08BF2510E8}"/>
              </a:ext>
            </a:extLst>
          </p:cNvPr>
          <p:cNvGrpSpPr/>
          <p:nvPr/>
        </p:nvGrpSpPr>
        <p:grpSpPr>
          <a:xfrm>
            <a:off x="502920" y="1207008"/>
            <a:ext cx="5212080" cy="2807208"/>
            <a:chOff x="502920" y="1207008"/>
            <a:chExt cx="5212080" cy="28072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66B003C-D141-2FF5-A4A5-C0BDDAA3B479}"/>
                </a:ext>
              </a:extLst>
            </p:cNvPr>
            <p:cNvGrpSpPr/>
            <p:nvPr/>
          </p:nvGrpSpPr>
          <p:grpSpPr>
            <a:xfrm>
              <a:off x="502920" y="1207008"/>
              <a:ext cx="5212080" cy="1280160"/>
              <a:chOff x="502920" y="1207008"/>
              <a:chExt cx="5212080" cy="1280160"/>
            </a:xfrm>
          </p:grpSpPr>
          <p:sp>
            <p:nvSpPr>
              <p:cNvPr id="5" name="Shape 1">
                <a:extLst>
                  <a:ext uri="{FF2B5EF4-FFF2-40B4-BE49-F238E27FC236}">
                    <a16:creationId xmlns:a16="http://schemas.microsoft.com/office/drawing/2014/main" id="{78478F9C-6A00-E53C-410B-6025C94680AB}"/>
                  </a:ext>
                </a:extLst>
              </p:cNvPr>
              <p:cNvSpPr/>
              <p:nvPr/>
            </p:nvSpPr>
            <p:spPr>
              <a:xfrm>
                <a:off x="502920" y="1207008"/>
                <a:ext cx="5212080" cy="914400"/>
              </a:xfrm>
              <a:prstGeom prst="rect">
                <a:avLst/>
              </a:prstGeom>
              <a:solidFill>
                <a:srgbClr val="F2F2F2"/>
              </a:solidFill>
              <a:ln w="9525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 2">
                <a:extLst>
                  <a:ext uri="{FF2B5EF4-FFF2-40B4-BE49-F238E27FC236}">
                    <a16:creationId xmlns:a16="http://schemas.microsoft.com/office/drawing/2014/main" id="{A33E8D12-AFCE-2D21-B034-9F0F277AC20C}"/>
                  </a:ext>
                </a:extLst>
              </p:cNvPr>
              <p:cNvSpPr txBox="1"/>
              <p:nvPr/>
            </p:nvSpPr>
            <p:spPr>
              <a:xfrm>
                <a:off x="630936" y="1298448"/>
                <a:ext cx="4956048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ts val="1688"/>
                  </a:lnSpc>
                  <a:buNone/>
                </a:pPr>
                <a:r>
                  <a:rPr lang="en-US" sz="1250" b="1" dirty="0">
                    <a:solidFill>
                      <a:srgbClr val="1F1F1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add  x1, x2, x3     # writes x1</a:t>
                </a:r>
                <a:endParaRPr lang="en-US" sz="1250" dirty="0"/>
              </a:p>
              <a:p>
                <a:pPr marL="0" indent="0">
                  <a:lnSpc>
                    <a:spcPts val="1688"/>
                  </a:lnSpc>
                  <a:buNone/>
                </a:pPr>
                <a:r>
                  <a:rPr lang="en-US" sz="1250" b="1" dirty="0">
                    <a:solidFill>
                      <a:srgbClr val="C00000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sub  x4, x1, x5     # reads  x1</a:t>
                </a:r>
                <a:endParaRPr lang="en-US" sz="1250" dirty="0"/>
              </a:p>
            </p:txBody>
          </p:sp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A5B572B0-6F72-92C2-D999-CF5548784091}"/>
                  </a:ext>
                </a:extLst>
              </p:cNvPr>
              <p:cNvSpPr txBox="1"/>
              <p:nvPr/>
            </p:nvSpPr>
            <p:spPr>
              <a:xfrm>
                <a:off x="502920" y="2212848"/>
                <a:ext cx="521208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150" i="1" dirty="0">
                    <a:solidFill>
                      <a:srgbClr val="C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Here x1 is a variable that written in C5</a:t>
                </a:r>
                <a:endParaRPr lang="en-US" sz="1150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ED3704-98F0-C442-1B66-E04222A2F1D7}"/>
                </a:ext>
              </a:extLst>
            </p:cNvPr>
            <p:cNvGrpSpPr/>
            <p:nvPr/>
          </p:nvGrpSpPr>
          <p:grpSpPr>
            <a:xfrm>
              <a:off x="502920" y="2578608"/>
              <a:ext cx="5212080" cy="1435608"/>
              <a:chOff x="502920" y="2578608"/>
              <a:chExt cx="5212080" cy="1435608"/>
            </a:xfrm>
          </p:grpSpPr>
          <p:sp>
            <p:nvSpPr>
              <p:cNvPr id="12" name="Text 4">
                <a:extLst>
                  <a:ext uri="{FF2B5EF4-FFF2-40B4-BE49-F238E27FC236}">
                    <a16:creationId xmlns:a16="http://schemas.microsoft.com/office/drawing/2014/main" id="{C783F8C4-B2A8-4031-3765-7429E66FDE9D}"/>
                  </a:ext>
                </a:extLst>
              </p:cNvPr>
              <p:cNvSpPr txBox="1"/>
              <p:nvPr/>
            </p:nvSpPr>
            <p:spPr>
              <a:xfrm>
                <a:off x="1234440" y="2578608"/>
                <a:ext cx="71323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F3864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C1</a:t>
                </a:r>
                <a:endParaRPr lang="en-US" sz="1100" dirty="0"/>
              </a:p>
            </p:txBody>
          </p:sp>
          <p:sp>
            <p:nvSpPr>
              <p:cNvPr id="14" name="Text 5">
                <a:extLst>
                  <a:ext uri="{FF2B5EF4-FFF2-40B4-BE49-F238E27FC236}">
                    <a16:creationId xmlns:a16="http://schemas.microsoft.com/office/drawing/2014/main" id="{B843A96C-ADF9-E6D3-DF62-5C5206C3D2D8}"/>
                  </a:ext>
                </a:extLst>
              </p:cNvPr>
              <p:cNvSpPr txBox="1"/>
              <p:nvPr/>
            </p:nvSpPr>
            <p:spPr>
              <a:xfrm>
                <a:off x="1947672" y="2578608"/>
                <a:ext cx="71323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F3864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C2</a:t>
                </a:r>
                <a:endParaRPr lang="en-US" sz="1100" dirty="0"/>
              </a:p>
            </p:txBody>
          </p:sp>
          <p:sp>
            <p:nvSpPr>
              <p:cNvPr id="17" name="Text 6">
                <a:extLst>
                  <a:ext uri="{FF2B5EF4-FFF2-40B4-BE49-F238E27FC236}">
                    <a16:creationId xmlns:a16="http://schemas.microsoft.com/office/drawing/2014/main" id="{4264798C-8C15-191E-E0C3-2B4E7A6E4A51}"/>
                  </a:ext>
                </a:extLst>
              </p:cNvPr>
              <p:cNvSpPr txBox="1"/>
              <p:nvPr/>
            </p:nvSpPr>
            <p:spPr>
              <a:xfrm>
                <a:off x="2660904" y="2578608"/>
                <a:ext cx="71323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F3864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C3</a:t>
                </a:r>
                <a:endParaRPr lang="en-US" sz="1100" dirty="0"/>
              </a:p>
            </p:txBody>
          </p:sp>
          <p:sp>
            <p:nvSpPr>
              <p:cNvPr id="19" name="Text 7">
                <a:extLst>
                  <a:ext uri="{FF2B5EF4-FFF2-40B4-BE49-F238E27FC236}">
                    <a16:creationId xmlns:a16="http://schemas.microsoft.com/office/drawing/2014/main" id="{AC18B1EE-20F5-B69A-BBC4-8D161AAF3E64}"/>
                  </a:ext>
                </a:extLst>
              </p:cNvPr>
              <p:cNvSpPr txBox="1"/>
              <p:nvPr/>
            </p:nvSpPr>
            <p:spPr>
              <a:xfrm>
                <a:off x="3374136" y="2578608"/>
                <a:ext cx="71323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F3864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C4</a:t>
                </a:r>
                <a:endParaRPr lang="en-US" sz="1100" dirty="0"/>
              </a:p>
            </p:txBody>
          </p:sp>
          <p:sp>
            <p:nvSpPr>
              <p:cNvPr id="22" name="Text 8">
                <a:extLst>
                  <a:ext uri="{FF2B5EF4-FFF2-40B4-BE49-F238E27FC236}">
                    <a16:creationId xmlns:a16="http://schemas.microsoft.com/office/drawing/2014/main" id="{D060F040-75F2-FAB8-918A-C934041BD752}"/>
                  </a:ext>
                </a:extLst>
              </p:cNvPr>
              <p:cNvSpPr txBox="1"/>
              <p:nvPr/>
            </p:nvSpPr>
            <p:spPr>
              <a:xfrm>
                <a:off x="4087368" y="2578608"/>
                <a:ext cx="71323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F3864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C5</a:t>
                </a:r>
                <a:endParaRPr lang="en-US" sz="1100" dirty="0"/>
              </a:p>
            </p:txBody>
          </p:sp>
          <p:sp>
            <p:nvSpPr>
              <p:cNvPr id="24" name="Text 9">
                <a:extLst>
                  <a:ext uri="{FF2B5EF4-FFF2-40B4-BE49-F238E27FC236}">
                    <a16:creationId xmlns:a16="http://schemas.microsoft.com/office/drawing/2014/main" id="{305C67AE-094A-320F-B5D6-940477290F00}"/>
                  </a:ext>
                </a:extLst>
              </p:cNvPr>
              <p:cNvSpPr txBox="1"/>
              <p:nvPr/>
            </p:nvSpPr>
            <p:spPr>
              <a:xfrm>
                <a:off x="4800600" y="2578608"/>
                <a:ext cx="71323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1F3864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C6</a:t>
                </a:r>
                <a:endParaRPr lang="en-US" sz="1100" dirty="0"/>
              </a:p>
            </p:txBody>
          </p:sp>
          <p:sp>
            <p:nvSpPr>
              <p:cNvPr id="27" name="Text 10">
                <a:extLst>
                  <a:ext uri="{FF2B5EF4-FFF2-40B4-BE49-F238E27FC236}">
                    <a16:creationId xmlns:a16="http://schemas.microsoft.com/office/drawing/2014/main" id="{B5F8899F-7FC7-5ABA-EDA4-ACEFAC58B302}"/>
                  </a:ext>
                </a:extLst>
              </p:cNvPr>
              <p:cNvSpPr txBox="1"/>
              <p:nvPr/>
            </p:nvSpPr>
            <p:spPr>
              <a:xfrm>
                <a:off x="502920" y="2852928"/>
                <a:ext cx="676656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200" dirty="0">
                    <a:solidFill>
                      <a:srgbClr val="000000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add</a:t>
                </a:r>
                <a:endParaRPr lang="en-US" sz="1200" dirty="0"/>
              </a:p>
            </p:txBody>
          </p:sp>
          <p:sp>
            <p:nvSpPr>
              <p:cNvPr id="29" name="Shape 11">
                <a:extLst>
                  <a:ext uri="{FF2B5EF4-FFF2-40B4-BE49-F238E27FC236}">
                    <a16:creationId xmlns:a16="http://schemas.microsoft.com/office/drawing/2014/main" id="{1E4665B1-3728-E50D-1044-5FDDB04E4854}"/>
                  </a:ext>
                </a:extLst>
              </p:cNvPr>
              <p:cNvSpPr/>
              <p:nvPr/>
            </p:nvSpPr>
            <p:spPr>
              <a:xfrm>
                <a:off x="1234440" y="2852928"/>
                <a:ext cx="713232" cy="420624"/>
              </a:xfrm>
              <a:prstGeom prst="rect">
                <a:avLst/>
              </a:prstGeom>
              <a:solidFill>
                <a:srgbClr val="C5E1FB"/>
              </a:solidFill>
              <a:ln w="9525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 12">
                <a:extLst>
                  <a:ext uri="{FF2B5EF4-FFF2-40B4-BE49-F238E27FC236}">
                    <a16:creationId xmlns:a16="http://schemas.microsoft.com/office/drawing/2014/main" id="{BC88C2DE-E19A-7795-A030-C415C939ECD3}"/>
                  </a:ext>
                </a:extLst>
              </p:cNvPr>
              <p:cNvSpPr txBox="1"/>
              <p:nvPr/>
            </p:nvSpPr>
            <p:spPr>
              <a:xfrm>
                <a:off x="1234440" y="2852928"/>
                <a:ext cx="713232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IF</a:t>
                </a:r>
                <a:endParaRPr lang="en-US" sz="1000" dirty="0"/>
              </a:p>
            </p:txBody>
          </p:sp>
          <p:sp>
            <p:nvSpPr>
              <p:cNvPr id="34" name="Shape 13">
                <a:extLst>
                  <a:ext uri="{FF2B5EF4-FFF2-40B4-BE49-F238E27FC236}">
                    <a16:creationId xmlns:a16="http://schemas.microsoft.com/office/drawing/2014/main" id="{2AA4E24F-C02C-0D99-CC59-697DBB647491}"/>
                  </a:ext>
                </a:extLst>
              </p:cNvPr>
              <p:cNvSpPr/>
              <p:nvPr/>
            </p:nvSpPr>
            <p:spPr>
              <a:xfrm>
                <a:off x="1947672" y="2852928"/>
                <a:ext cx="713232" cy="420624"/>
              </a:xfrm>
              <a:prstGeom prst="rect">
                <a:avLst/>
              </a:prstGeom>
              <a:solidFill>
                <a:srgbClr val="DCEFE3"/>
              </a:solidFill>
              <a:ln w="9525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 14">
                <a:extLst>
                  <a:ext uri="{FF2B5EF4-FFF2-40B4-BE49-F238E27FC236}">
                    <a16:creationId xmlns:a16="http://schemas.microsoft.com/office/drawing/2014/main" id="{1F24CBB8-EEEE-3717-C0C9-5E14114D7421}"/>
                  </a:ext>
                </a:extLst>
              </p:cNvPr>
              <p:cNvSpPr txBox="1"/>
              <p:nvPr/>
            </p:nvSpPr>
            <p:spPr>
              <a:xfrm>
                <a:off x="1947672" y="2852928"/>
                <a:ext cx="713232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ID</a:t>
                </a:r>
                <a:endParaRPr lang="en-US" sz="1000" dirty="0"/>
              </a:p>
            </p:txBody>
          </p:sp>
          <p:sp>
            <p:nvSpPr>
              <p:cNvPr id="40" name="Shape 15">
                <a:extLst>
                  <a:ext uri="{FF2B5EF4-FFF2-40B4-BE49-F238E27FC236}">
                    <a16:creationId xmlns:a16="http://schemas.microsoft.com/office/drawing/2014/main" id="{598ED738-853D-79B3-C314-9F4F75215902}"/>
                  </a:ext>
                </a:extLst>
              </p:cNvPr>
              <p:cNvSpPr/>
              <p:nvPr/>
            </p:nvSpPr>
            <p:spPr>
              <a:xfrm>
                <a:off x="2660904" y="2852928"/>
                <a:ext cx="713232" cy="420624"/>
              </a:xfrm>
              <a:prstGeom prst="rect">
                <a:avLst/>
              </a:prstGeom>
              <a:solidFill>
                <a:srgbClr val="FCE4D6"/>
              </a:solidFill>
              <a:ln w="9525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 16">
                <a:extLst>
                  <a:ext uri="{FF2B5EF4-FFF2-40B4-BE49-F238E27FC236}">
                    <a16:creationId xmlns:a16="http://schemas.microsoft.com/office/drawing/2014/main" id="{42F6E622-A9C2-B354-0F5A-A8D682667FAD}"/>
                  </a:ext>
                </a:extLst>
              </p:cNvPr>
              <p:cNvSpPr txBox="1"/>
              <p:nvPr/>
            </p:nvSpPr>
            <p:spPr>
              <a:xfrm>
                <a:off x="2660904" y="2852928"/>
                <a:ext cx="713232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EX</a:t>
                </a:r>
                <a:endParaRPr lang="en-US" sz="1000" dirty="0"/>
              </a:p>
            </p:txBody>
          </p:sp>
          <p:sp>
            <p:nvSpPr>
              <p:cNvPr id="45" name="Shape 17">
                <a:extLst>
                  <a:ext uri="{FF2B5EF4-FFF2-40B4-BE49-F238E27FC236}">
                    <a16:creationId xmlns:a16="http://schemas.microsoft.com/office/drawing/2014/main" id="{0C9CD481-CDDC-06ED-C2BF-43764FDAD563}"/>
                  </a:ext>
                </a:extLst>
              </p:cNvPr>
              <p:cNvSpPr/>
              <p:nvPr/>
            </p:nvSpPr>
            <p:spPr>
              <a:xfrm>
                <a:off x="3374136" y="2852928"/>
                <a:ext cx="713232" cy="420624"/>
              </a:xfrm>
              <a:prstGeom prst="rect">
                <a:avLst/>
              </a:prstGeom>
              <a:solidFill>
                <a:srgbClr val="E6DAEE"/>
              </a:solidFill>
              <a:ln w="9525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 18">
                <a:extLst>
                  <a:ext uri="{FF2B5EF4-FFF2-40B4-BE49-F238E27FC236}">
                    <a16:creationId xmlns:a16="http://schemas.microsoft.com/office/drawing/2014/main" id="{2EF580BF-4C25-73B5-61FB-E8D9BF000BAB}"/>
                  </a:ext>
                </a:extLst>
              </p:cNvPr>
              <p:cNvSpPr txBox="1"/>
              <p:nvPr/>
            </p:nvSpPr>
            <p:spPr>
              <a:xfrm>
                <a:off x="3374136" y="2852928"/>
                <a:ext cx="713232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MEM</a:t>
                </a:r>
                <a:endParaRPr lang="en-US" sz="1000" dirty="0"/>
              </a:p>
            </p:txBody>
          </p:sp>
          <p:sp>
            <p:nvSpPr>
              <p:cNvPr id="49" name="Shape 19">
                <a:extLst>
                  <a:ext uri="{FF2B5EF4-FFF2-40B4-BE49-F238E27FC236}">
                    <a16:creationId xmlns:a16="http://schemas.microsoft.com/office/drawing/2014/main" id="{7641B0C4-2292-E7E3-CB70-FD6E960C03CE}"/>
                  </a:ext>
                </a:extLst>
              </p:cNvPr>
              <p:cNvSpPr/>
              <p:nvPr/>
            </p:nvSpPr>
            <p:spPr>
              <a:xfrm>
                <a:off x="4087368" y="2852928"/>
                <a:ext cx="713232" cy="420624"/>
              </a:xfrm>
              <a:prstGeom prst="rect">
                <a:avLst/>
              </a:prstGeom>
              <a:solidFill>
                <a:srgbClr val="F7F0D5"/>
              </a:solidFill>
              <a:ln w="25400">
                <a:solidFill>
                  <a:srgbClr val="C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Text 20">
                <a:extLst>
                  <a:ext uri="{FF2B5EF4-FFF2-40B4-BE49-F238E27FC236}">
                    <a16:creationId xmlns:a16="http://schemas.microsoft.com/office/drawing/2014/main" id="{0618BB4E-7A0F-5D8C-4B30-FD7ED4F4CA0F}"/>
                  </a:ext>
                </a:extLst>
              </p:cNvPr>
              <p:cNvSpPr txBox="1"/>
              <p:nvPr/>
            </p:nvSpPr>
            <p:spPr>
              <a:xfrm>
                <a:off x="4087368" y="2852928"/>
                <a:ext cx="713232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WB</a:t>
                </a:r>
                <a:endParaRPr lang="en-US" sz="1000" dirty="0"/>
              </a:p>
            </p:txBody>
          </p:sp>
          <p:sp>
            <p:nvSpPr>
              <p:cNvPr id="54" name="Text 21">
                <a:extLst>
                  <a:ext uri="{FF2B5EF4-FFF2-40B4-BE49-F238E27FC236}">
                    <a16:creationId xmlns:a16="http://schemas.microsoft.com/office/drawing/2014/main" id="{8E108E82-6C09-0B8A-DB10-C394F8DF20F7}"/>
                  </a:ext>
                </a:extLst>
              </p:cNvPr>
              <p:cNvSpPr txBox="1"/>
              <p:nvPr/>
            </p:nvSpPr>
            <p:spPr>
              <a:xfrm>
                <a:off x="502920" y="3273552"/>
                <a:ext cx="676656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200" dirty="0">
                    <a:solidFill>
                      <a:srgbClr val="000000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sub</a:t>
                </a:r>
                <a:endParaRPr lang="en-US" sz="1200" dirty="0"/>
              </a:p>
            </p:txBody>
          </p:sp>
          <p:sp>
            <p:nvSpPr>
              <p:cNvPr id="56" name="Shape 22">
                <a:extLst>
                  <a:ext uri="{FF2B5EF4-FFF2-40B4-BE49-F238E27FC236}">
                    <a16:creationId xmlns:a16="http://schemas.microsoft.com/office/drawing/2014/main" id="{D50214DB-01F8-2507-02EF-ABA7D3AE4736}"/>
                  </a:ext>
                </a:extLst>
              </p:cNvPr>
              <p:cNvSpPr/>
              <p:nvPr/>
            </p:nvSpPr>
            <p:spPr>
              <a:xfrm>
                <a:off x="1947672" y="3273552"/>
                <a:ext cx="713232" cy="420624"/>
              </a:xfrm>
              <a:prstGeom prst="rect">
                <a:avLst/>
              </a:prstGeom>
              <a:solidFill>
                <a:srgbClr val="C5E1FB"/>
              </a:solidFill>
              <a:ln w="9525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Text 23">
                <a:extLst>
                  <a:ext uri="{FF2B5EF4-FFF2-40B4-BE49-F238E27FC236}">
                    <a16:creationId xmlns:a16="http://schemas.microsoft.com/office/drawing/2014/main" id="{A5102A79-E778-7344-D8DD-ADE6CD74A881}"/>
                  </a:ext>
                </a:extLst>
              </p:cNvPr>
              <p:cNvSpPr txBox="1"/>
              <p:nvPr/>
            </p:nvSpPr>
            <p:spPr>
              <a:xfrm>
                <a:off x="1947672" y="3273552"/>
                <a:ext cx="713232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IF</a:t>
                </a:r>
                <a:endParaRPr lang="en-US" sz="1000" dirty="0"/>
              </a:p>
            </p:txBody>
          </p:sp>
          <p:sp>
            <p:nvSpPr>
              <p:cNvPr id="61" name="Shape 24">
                <a:extLst>
                  <a:ext uri="{FF2B5EF4-FFF2-40B4-BE49-F238E27FC236}">
                    <a16:creationId xmlns:a16="http://schemas.microsoft.com/office/drawing/2014/main" id="{C0E7C941-0432-D0CE-2E20-62F6393BE09F}"/>
                  </a:ext>
                </a:extLst>
              </p:cNvPr>
              <p:cNvSpPr/>
              <p:nvPr/>
            </p:nvSpPr>
            <p:spPr>
              <a:xfrm>
                <a:off x="2660904" y="3273552"/>
                <a:ext cx="713232" cy="420624"/>
              </a:xfrm>
              <a:prstGeom prst="rect">
                <a:avLst/>
              </a:prstGeom>
              <a:solidFill>
                <a:srgbClr val="DCEFE3"/>
              </a:solidFill>
              <a:ln w="25400">
                <a:solidFill>
                  <a:srgbClr val="C0000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 25">
                <a:extLst>
                  <a:ext uri="{FF2B5EF4-FFF2-40B4-BE49-F238E27FC236}">
                    <a16:creationId xmlns:a16="http://schemas.microsoft.com/office/drawing/2014/main" id="{47CDA901-49EF-1E69-2EBC-BE457B29A8F9}"/>
                  </a:ext>
                </a:extLst>
              </p:cNvPr>
              <p:cNvSpPr txBox="1"/>
              <p:nvPr/>
            </p:nvSpPr>
            <p:spPr>
              <a:xfrm>
                <a:off x="2660904" y="3273552"/>
                <a:ext cx="713232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ID</a:t>
                </a:r>
                <a:endParaRPr lang="en-US" sz="1000" dirty="0"/>
              </a:p>
            </p:txBody>
          </p:sp>
          <p:sp>
            <p:nvSpPr>
              <p:cNvPr id="66" name="Shape 26">
                <a:extLst>
                  <a:ext uri="{FF2B5EF4-FFF2-40B4-BE49-F238E27FC236}">
                    <a16:creationId xmlns:a16="http://schemas.microsoft.com/office/drawing/2014/main" id="{837EA8B4-2DA1-8D45-3834-431B37B7ADE6}"/>
                  </a:ext>
                </a:extLst>
              </p:cNvPr>
              <p:cNvSpPr/>
              <p:nvPr/>
            </p:nvSpPr>
            <p:spPr>
              <a:xfrm>
                <a:off x="3374136" y="3273552"/>
                <a:ext cx="713232" cy="420624"/>
              </a:xfrm>
              <a:prstGeom prst="rect">
                <a:avLst/>
              </a:prstGeom>
              <a:solidFill>
                <a:srgbClr val="FCE4D6"/>
              </a:solidFill>
              <a:ln w="9525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Text 27">
                <a:extLst>
                  <a:ext uri="{FF2B5EF4-FFF2-40B4-BE49-F238E27FC236}">
                    <a16:creationId xmlns:a16="http://schemas.microsoft.com/office/drawing/2014/main" id="{21F2998D-D586-B7B4-0B50-244FC46B4266}"/>
                  </a:ext>
                </a:extLst>
              </p:cNvPr>
              <p:cNvSpPr txBox="1"/>
              <p:nvPr/>
            </p:nvSpPr>
            <p:spPr>
              <a:xfrm>
                <a:off x="3374136" y="3273552"/>
                <a:ext cx="713232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EX</a:t>
                </a:r>
                <a:endParaRPr lang="en-US" sz="1000" dirty="0"/>
              </a:p>
            </p:txBody>
          </p:sp>
          <p:sp>
            <p:nvSpPr>
              <p:cNvPr id="71" name="Shape 28">
                <a:extLst>
                  <a:ext uri="{FF2B5EF4-FFF2-40B4-BE49-F238E27FC236}">
                    <a16:creationId xmlns:a16="http://schemas.microsoft.com/office/drawing/2014/main" id="{D340F507-2FA1-3AB8-6D67-F4B3C5DF8095}"/>
                  </a:ext>
                </a:extLst>
              </p:cNvPr>
              <p:cNvSpPr/>
              <p:nvPr/>
            </p:nvSpPr>
            <p:spPr>
              <a:xfrm>
                <a:off x="4087368" y="3273552"/>
                <a:ext cx="713232" cy="420624"/>
              </a:xfrm>
              <a:prstGeom prst="rect">
                <a:avLst/>
              </a:prstGeom>
              <a:solidFill>
                <a:srgbClr val="E6DAEE"/>
              </a:solidFill>
              <a:ln w="9525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29">
                <a:extLst>
                  <a:ext uri="{FF2B5EF4-FFF2-40B4-BE49-F238E27FC236}">
                    <a16:creationId xmlns:a16="http://schemas.microsoft.com/office/drawing/2014/main" id="{44670927-34FA-A05D-5612-9F37B729E2F9}"/>
                  </a:ext>
                </a:extLst>
              </p:cNvPr>
              <p:cNvSpPr txBox="1"/>
              <p:nvPr/>
            </p:nvSpPr>
            <p:spPr>
              <a:xfrm>
                <a:off x="4087368" y="3273552"/>
                <a:ext cx="713232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MEM</a:t>
                </a:r>
                <a:endParaRPr lang="en-US" sz="1000" dirty="0"/>
              </a:p>
            </p:txBody>
          </p:sp>
          <p:sp>
            <p:nvSpPr>
              <p:cNvPr id="75" name="Shape 30">
                <a:extLst>
                  <a:ext uri="{FF2B5EF4-FFF2-40B4-BE49-F238E27FC236}">
                    <a16:creationId xmlns:a16="http://schemas.microsoft.com/office/drawing/2014/main" id="{4F73F7E6-5DBC-C4C6-7BC0-4E9CC3584B0F}"/>
                  </a:ext>
                </a:extLst>
              </p:cNvPr>
              <p:cNvSpPr/>
              <p:nvPr/>
            </p:nvSpPr>
            <p:spPr>
              <a:xfrm>
                <a:off x="4800600" y="3273552"/>
                <a:ext cx="713232" cy="420624"/>
              </a:xfrm>
              <a:prstGeom prst="rect">
                <a:avLst/>
              </a:prstGeom>
              <a:solidFill>
                <a:srgbClr val="F7F0D5"/>
              </a:solidFill>
              <a:ln w="9525">
                <a:solidFill>
                  <a:srgbClr val="BFBFB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 31">
                <a:extLst>
                  <a:ext uri="{FF2B5EF4-FFF2-40B4-BE49-F238E27FC236}">
                    <a16:creationId xmlns:a16="http://schemas.microsoft.com/office/drawing/2014/main" id="{61538EFC-E06C-3C50-F901-B5A78F2FF245}"/>
                  </a:ext>
                </a:extLst>
              </p:cNvPr>
              <p:cNvSpPr txBox="1"/>
              <p:nvPr/>
            </p:nvSpPr>
            <p:spPr>
              <a:xfrm>
                <a:off x="4800600" y="3273552"/>
                <a:ext cx="713232" cy="4206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0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WB</a:t>
                </a:r>
                <a:endParaRPr lang="en-US" sz="1000" dirty="0"/>
              </a:p>
            </p:txBody>
          </p:sp>
          <p:sp>
            <p:nvSpPr>
              <p:cNvPr id="80" name="Text 32">
                <a:extLst>
                  <a:ext uri="{FF2B5EF4-FFF2-40B4-BE49-F238E27FC236}">
                    <a16:creationId xmlns:a16="http://schemas.microsoft.com/office/drawing/2014/main" id="{811D86E4-273B-2EE1-E2B3-0F96A92023DD}"/>
                  </a:ext>
                </a:extLst>
              </p:cNvPr>
              <p:cNvSpPr txBox="1"/>
              <p:nvPr/>
            </p:nvSpPr>
            <p:spPr>
              <a:xfrm>
                <a:off x="502920" y="3739896"/>
                <a:ext cx="521208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50" i="1" dirty="0">
                    <a:solidFill>
                      <a:srgbClr val="C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x1 needed in C3  for sub operation which is saved in C5 of add operation -&gt;  </a:t>
                </a:r>
              </a:p>
              <a:p>
                <a:pPr marL="0" indent="0" algn="ctr">
                  <a:buNone/>
                </a:pPr>
                <a:r>
                  <a:rPr lang="en-US" sz="1150" i="1" dirty="0">
                    <a:solidFill>
                      <a:srgbClr val="C00000"/>
                    </a:solidFill>
                    <a:latin typeface="Times New Roman" pitchFamily="34" charset="0"/>
                    <a:ea typeface="Times New Roman" pitchFamily="34" charset="-122"/>
                    <a:cs typeface="Times New Roman" pitchFamily="34" charset="-120"/>
                  </a:rPr>
                  <a:t>2-cycle gap</a:t>
                </a:r>
                <a:endParaRPr lang="en-US" sz="1150" dirty="0"/>
              </a:p>
            </p:txBody>
          </p:sp>
        </p:grpSp>
      </p:grpSp>
      <p:sp>
        <p:nvSpPr>
          <p:cNvPr id="88" name="Text 36">
            <a:extLst>
              <a:ext uri="{FF2B5EF4-FFF2-40B4-BE49-F238E27FC236}">
                <a16:creationId xmlns:a16="http://schemas.microsoft.com/office/drawing/2014/main" id="{FE864856-0DA3-5D07-90A4-0336037FB753}"/>
              </a:ext>
            </a:extLst>
          </p:cNvPr>
          <p:cNvSpPr txBox="1"/>
          <p:nvPr/>
        </p:nvSpPr>
        <p:spPr>
          <a:xfrm>
            <a:off x="6211824" y="1593062"/>
            <a:ext cx="5449824" cy="2227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RAW means</a:t>
            </a:r>
            <a:endParaRPr lang="en-US" sz="1300" dirty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Reads a register before it has been written it back.</a:t>
            </a:r>
            <a:endParaRPr lang="en-US" sz="130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true dependence, imposed by the algorithm itself. It cannot be renamed away, only tolerated.</a:t>
            </a:r>
            <a:endParaRPr lang="en-US" sz="130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5-stage pipeline the producer writes in WB (cycle 5) but the consumer reads in ID (cycle 3).</a:t>
            </a:r>
            <a:endParaRPr lang="en-US" sz="130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Left unhandled, the consumer silently reads the stale value. This is a correctness bug, not just a slowdown.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84178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D424-DC49-31CD-4A02-A8CB6F4E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22C7F-9D49-A625-AE53-C34D7CA8239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81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952830D-632C-2FE2-F56B-641573C7F7F5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Hazard: WAR and WAW Hazard</a:t>
            </a:r>
            <a:endParaRPr lang="en-US" sz="300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A1F17BA-1185-EAB6-1672-2EA252117CB8}"/>
              </a:ext>
            </a:extLst>
          </p:cNvPr>
          <p:cNvGrpSpPr/>
          <p:nvPr/>
        </p:nvGrpSpPr>
        <p:grpSpPr>
          <a:xfrm>
            <a:off x="502920" y="1170432"/>
            <a:ext cx="5532120" cy="2148840"/>
            <a:chOff x="502920" y="1170432"/>
            <a:chExt cx="5532120" cy="2148840"/>
          </a:xfrm>
        </p:grpSpPr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4DCF0765-42F7-CC75-24DB-5F4FE7A5AAD8}"/>
                </a:ext>
              </a:extLst>
            </p:cNvPr>
            <p:cNvSpPr/>
            <p:nvPr/>
          </p:nvSpPr>
          <p:spPr>
            <a:xfrm>
              <a:off x="502920" y="1170432"/>
              <a:ext cx="5532120" cy="384048"/>
            </a:xfrm>
            <a:prstGeom prst="rect">
              <a:avLst/>
            </a:prstGeom>
            <a:solidFill>
              <a:srgbClr val="A5A1D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2">
              <a:extLst>
                <a:ext uri="{FF2B5EF4-FFF2-40B4-BE49-F238E27FC236}">
                  <a16:creationId xmlns:a16="http://schemas.microsoft.com/office/drawing/2014/main" id="{504EE9CF-B68D-4F3A-5544-B58971BAEE37}"/>
                </a:ext>
              </a:extLst>
            </p:cNvPr>
            <p:cNvSpPr txBox="1"/>
            <p:nvPr/>
          </p:nvSpPr>
          <p:spPr>
            <a:xfrm>
              <a:off x="612648" y="1170432"/>
              <a:ext cx="53126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WAR: Write After Read Hazard</a:t>
              </a:r>
              <a:endParaRPr lang="en-US" sz="1400" dirty="0"/>
            </a:p>
          </p:txBody>
        </p:sp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851089AB-139D-F447-ABBD-4599038C9012}"/>
                </a:ext>
              </a:extLst>
            </p:cNvPr>
            <p:cNvSpPr/>
            <p:nvPr/>
          </p:nvSpPr>
          <p:spPr>
            <a:xfrm>
              <a:off x="502920" y="1554480"/>
              <a:ext cx="5532120" cy="1764792"/>
            </a:xfrm>
            <a:prstGeom prst="rect">
              <a:avLst/>
            </a:prstGeom>
            <a:solidFill>
              <a:srgbClr val="EDE1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3341299D-0745-41A6-1BF1-948AF3480407}"/>
                </a:ext>
              </a:extLst>
            </p:cNvPr>
            <p:cNvSpPr txBox="1"/>
            <p:nvPr/>
          </p:nvSpPr>
          <p:spPr>
            <a:xfrm>
              <a:off x="649224" y="1645920"/>
              <a:ext cx="5239512" cy="1581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700"/>
                </a:spcAft>
                <a:buSzPct val="100000"/>
                <a:buChar char="•"/>
              </a:pPr>
              <a:r>
                <a:rPr lang="en-US" sz="13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 later instruction writes a register that an earlier instruction has not read yet.</a:t>
              </a:r>
              <a:endParaRPr lang="en-US" sz="1300" dirty="0"/>
            </a:p>
            <a:p>
              <a:pPr marL="342900" indent="-342900">
                <a:spcAft>
                  <a:spcPts val="700"/>
                </a:spcAft>
                <a:buSzPct val="100000"/>
                <a:buChar char="•"/>
              </a:pPr>
              <a:r>
                <a:rPr lang="en-US" sz="13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Cannot occur in the in-order 5-stage pipeline: reads happen in ID, writes in WB, and ID always precedes WB in program order.</a:t>
              </a:r>
              <a:endParaRPr lang="en-US" sz="1300" dirty="0"/>
            </a:p>
            <a:p>
              <a:pPr marL="342900" indent="-342900">
                <a:spcAft>
                  <a:spcPts val="700"/>
                </a:spcAft>
                <a:buSzPct val="100000"/>
                <a:buChar char="•"/>
              </a:pPr>
              <a:r>
                <a:rPr lang="en-US" sz="13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Appears with out-of-order issue, or when an instruction reads a register late in a long pipeline.</a:t>
              </a:r>
              <a:endParaRPr lang="en-US" sz="1300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FE59DA2-3FA8-EEB1-CB06-BA5A54B9171C}"/>
              </a:ext>
            </a:extLst>
          </p:cNvPr>
          <p:cNvGrpSpPr/>
          <p:nvPr/>
        </p:nvGrpSpPr>
        <p:grpSpPr>
          <a:xfrm>
            <a:off x="502920" y="3401568"/>
            <a:ext cx="5532120" cy="1005840"/>
            <a:chOff x="502920" y="3401568"/>
            <a:chExt cx="5532120" cy="1005840"/>
          </a:xfrm>
        </p:grpSpPr>
        <p:sp>
          <p:nvSpPr>
            <p:cNvPr id="20" name="Shape 5">
              <a:extLst>
                <a:ext uri="{FF2B5EF4-FFF2-40B4-BE49-F238E27FC236}">
                  <a16:creationId xmlns:a16="http://schemas.microsoft.com/office/drawing/2014/main" id="{54C3F4B5-EF93-1671-A4CB-79679309C331}"/>
                </a:ext>
              </a:extLst>
            </p:cNvPr>
            <p:cNvSpPr/>
            <p:nvPr/>
          </p:nvSpPr>
          <p:spPr>
            <a:xfrm>
              <a:off x="502920" y="3401568"/>
              <a:ext cx="5532120" cy="100584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0AE97697-00E4-15F2-046F-FADA6D68F539}"/>
                </a:ext>
              </a:extLst>
            </p:cNvPr>
            <p:cNvSpPr txBox="1"/>
            <p:nvPr/>
          </p:nvSpPr>
          <p:spPr>
            <a:xfrm>
              <a:off x="630936" y="3493008"/>
              <a:ext cx="527608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688"/>
                </a:lnSpc>
                <a:buNone/>
              </a:pPr>
              <a:r>
                <a:rPr lang="en-US" sz="1250" b="1" dirty="0">
                  <a:solidFill>
                    <a:srgbClr val="1F1F1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sub  x4, x1, x3     # reads  x1</a:t>
              </a:r>
              <a:endParaRPr lang="en-US" sz="1250" dirty="0"/>
            </a:p>
            <a:p>
              <a:pPr marL="0" indent="0">
                <a:lnSpc>
                  <a:spcPts val="1688"/>
                </a:lnSpc>
                <a:buNone/>
              </a:pPr>
              <a:r>
                <a:rPr lang="en-US" sz="1250" b="1" dirty="0">
                  <a:solidFill>
                    <a:srgbClr val="C0000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add  x1, x2, x5     # writes x1</a:t>
              </a:r>
              <a:endParaRPr lang="en-US" sz="125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1ADB766-361F-C31C-082D-6ABE704C1DA5}"/>
              </a:ext>
            </a:extLst>
          </p:cNvPr>
          <p:cNvGrpSpPr/>
          <p:nvPr/>
        </p:nvGrpSpPr>
        <p:grpSpPr>
          <a:xfrm>
            <a:off x="6199632" y="1170432"/>
            <a:ext cx="5532120" cy="2148840"/>
            <a:chOff x="6199632" y="1170432"/>
            <a:chExt cx="5532120" cy="2148840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0536CE7-51EC-7C3E-4D47-11E922640FE1}"/>
                </a:ext>
              </a:extLst>
            </p:cNvPr>
            <p:cNvSpPr/>
            <p:nvPr/>
          </p:nvSpPr>
          <p:spPr>
            <a:xfrm>
              <a:off x="6199632" y="1170432"/>
              <a:ext cx="5532120" cy="384048"/>
            </a:xfrm>
            <a:prstGeom prst="rect">
              <a:avLst/>
            </a:prstGeom>
            <a:solidFill>
              <a:srgbClr val="F4B18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CCDE10CC-8677-768A-FE82-D2BCF5F9994F}"/>
                </a:ext>
              </a:extLst>
            </p:cNvPr>
            <p:cNvSpPr txBox="1"/>
            <p:nvPr/>
          </p:nvSpPr>
          <p:spPr>
            <a:xfrm>
              <a:off x="6309360" y="1170432"/>
              <a:ext cx="53126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WAW: Write After Write Hazard </a:t>
              </a:r>
              <a:endParaRPr lang="en-US" sz="1400" dirty="0"/>
            </a:p>
          </p:txBody>
        </p:sp>
        <p:sp>
          <p:nvSpPr>
            <p:cNvPr id="33" name="Shape 9">
              <a:extLst>
                <a:ext uri="{FF2B5EF4-FFF2-40B4-BE49-F238E27FC236}">
                  <a16:creationId xmlns:a16="http://schemas.microsoft.com/office/drawing/2014/main" id="{D56DAFE8-DC54-91AB-AE0C-4BE9FD92933F}"/>
                </a:ext>
              </a:extLst>
            </p:cNvPr>
            <p:cNvSpPr/>
            <p:nvPr/>
          </p:nvSpPr>
          <p:spPr>
            <a:xfrm>
              <a:off x="6199632" y="1554480"/>
              <a:ext cx="5532120" cy="1764792"/>
            </a:xfrm>
            <a:prstGeom prst="rect">
              <a:avLst/>
            </a:prstGeom>
            <a:solidFill>
              <a:srgbClr val="FCE4D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10">
              <a:extLst>
                <a:ext uri="{FF2B5EF4-FFF2-40B4-BE49-F238E27FC236}">
                  <a16:creationId xmlns:a16="http://schemas.microsoft.com/office/drawing/2014/main" id="{1D74BD22-16CA-9C2B-5697-8D6C6332D7A5}"/>
                </a:ext>
              </a:extLst>
            </p:cNvPr>
            <p:cNvSpPr txBox="1"/>
            <p:nvPr/>
          </p:nvSpPr>
          <p:spPr>
            <a:xfrm>
              <a:off x="6345936" y="1645920"/>
              <a:ext cx="5239512" cy="1581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spcAft>
                  <a:spcPts val="700"/>
                </a:spcAft>
                <a:buSzPct val="100000"/>
                <a:buChar char="•"/>
              </a:pPr>
              <a:r>
                <a:rPr lang="en-US" sz="13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Two instructions write the same register and the writes complete out of program order, leaving the wrong final value.</a:t>
              </a:r>
              <a:endParaRPr lang="en-US" sz="1300" dirty="0"/>
            </a:p>
            <a:p>
              <a:pPr marL="342900" indent="-342900">
                <a:spcAft>
                  <a:spcPts val="700"/>
                </a:spcAft>
                <a:buSzPct val="100000"/>
                <a:buChar char="•"/>
              </a:pPr>
              <a:r>
                <a:rPr lang="en-US" sz="13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Cannot occur when every instruction writes in the same stage (WB) in order.</a:t>
              </a:r>
              <a:endParaRPr lang="en-US" sz="1300" dirty="0"/>
            </a:p>
            <a:p>
              <a:pPr marL="342900" indent="-342900">
                <a:spcAft>
                  <a:spcPts val="700"/>
                </a:spcAft>
                <a:buSzPct val="100000"/>
                <a:buChar char="•"/>
              </a:pPr>
              <a:r>
                <a:rPr lang="en-US" sz="13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Appears when write latencies differ, for example a multi-cycle FP multiply followed by a single-cycle integer add.</a:t>
              </a:r>
              <a:endParaRPr lang="en-US" sz="13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E871D67-FF52-BC81-C708-747C4BC101B4}"/>
              </a:ext>
            </a:extLst>
          </p:cNvPr>
          <p:cNvGrpSpPr/>
          <p:nvPr/>
        </p:nvGrpSpPr>
        <p:grpSpPr>
          <a:xfrm>
            <a:off x="6199632" y="3401568"/>
            <a:ext cx="5532120" cy="1005840"/>
            <a:chOff x="6199632" y="3401568"/>
            <a:chExt cx="5532120" cy="1005840"/>
          </a:xfrm>
        </p:grpSpPr>
        <p:sp>
          <p:nvSpPr>
            <p:cNvPr id="39" name="Shape 11">
              <a:extLst>
                <a:ext uri="{FF2B5EF4-FFF2-40B4-BE49-F238E27FC236}">
                  <a16:creationId xmlns:a16="http://schemas.microsoft.com/office/drawing/2014/main" id="{4BD9EA2E-2E8C-29A1-F541-F6CC22C66554}"/>
                </a:ext>
              </a:extLst>
            </p:cNvPr>
            <p:cNvSpPr/>
            <p:nvPr/>
          </p:nvSpPr>
          <p:spPr>
            <a:xfrm>
              <a:off x="6199632" y="3401568"/>
              <a:ext cx="5532120" cy="100584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D1ED7F72-4DA6-9018-B012-A9E36EEFAD39}"/>
                </a:ext>
              </a:extLst>
            </p:cNvPr>
            <p:cNvSpPr txBox="1"/>
            <p:nvPr/>
          </p:nvSpPr>
          <p:spPr>
            <a:xfrm>
              <a:off x="6327648" y="3493008"/>
              <a:ext cx="527608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553"/>
                </a:lnSpc>
                <a:buNone/>
              </a:pPr>
              <a:r>
                <a:rPr lang="en-US" sz="1150" b="1" dirty="0">
                  <a:solidFill>
                    <a:srgbClr val="1F1F1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fmul x1, x2, x3     # writes x1 after 5 cycles</a:t>
              </a:r>
              <a:endParaRPr lang="en-US" sz="1150" dirty="0"/>
            </a:p>
            <a:p>
              <a:pPr marL="0" indent="0">
                <a:lnSpc>
                  <a:spcPts val="1553"/>
                </a:lnSpc>
                <a:buNone/>
              </a:pPr>
              <a:r>
                <a:rPr lang="en-US" sz="1150" b="1" dirty="0">
                  <a:solidFill>
                    <a:srgbClr val="C0000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add  x1, x4, x5     # writes x1 after 1 cycle</a:t>
              </a:r>
              <a:endParaRPr lang="en-US" sz="1150" dirty="0"/>
            </a:p>
          </p:txBody>
        </p:sp>
      </p:grpSp>
    </p:spTree>
    <p:extLst>
      <p:ext uri="{BB962C8B-B14F-4D97-AF65-F5344CB8AC3E}">
        <p14:creationId xmlns:p14="http://schemas.microsoft.com/office/powerpoint/2010/main" val="244841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6B6FB-A86E-F312-FDC4-A79D1F3EA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C1451-179B-A9BE-C47C-9E8EF26CBCB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82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1E1E342-25F6-B88B-6BC0-4DA5A3B88EB8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Hazard Mitigation with Forwarding</a:t>
            </a:r>
            <a:endParaRPr lang="en-US" sz="30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45B1D7DC-1AA4-9966-EC13-3DF18E809A2D}"/>
              </a:ext>
            </a:extLst>
          </p:cNvPr>
          <p:cNvSpPr txBox="1"/>
          <p:nvPr/>
        </p:nvSpPr>
        <p:spPr>
          <a:xfrm>
            <a:off x="429768" y="1248156"/>
            <a:ext cx="523951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result exists at the end of EX, in the EX/MEM latch. It is simply not in the register file yet.</a:t>
            </a:r>
            <a:endParaRPr lang="en-US" sz="128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multiplexers on the ALU inputs that can select the EX/MEM or MEM/WB latch instead of the register-file output.</a:t>
            </a:r>
            <a:endParaRPr lang="en-US" sz="128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forwarding unit compares the destination register of in-flight instructions against the source registers in EX.</a:t>
            </a:r>
            <a:endParaRPr lang="en-US" sz="1280" dirty="0"/>
          </a:p>
          <a:p>
            <a:pPr marL="168275" indent="-168275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Cost: two multiplexers, a comparator network, and extra wiring. No stall cycles.</a:t>
            </a:r>
            <a:endParaRPr lang="en-US" sz="128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7252319-3E67-D57B-A811-13557D6A4D0A}"/>
              </a:ext>
            </a:extLst>
          </p:cNvPr>
          <p:cNvGrpSpPr/>
          <p:nvPr/>
        </p:nvGrpSpPr>
        <p:grpSpPr>
          <a:xfrm>
            <a:off x="6236208" y="1463040"/>
            <a:ext cx="5806440" cy="1499616"/>
            <a:chOff x="6236208" y="1463040"/>
            <a:chExt cx="5806440" cy="1499616"/>
          </a:xfrm>
        </p:grpSpPr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EEC44948-C916-786C-4B51-D957CB90D387}"/>
                </a:ext>
              </a:extLst>
            </p:cNvPr>
            <p:cNvSpPr txBox="1"/>
            <p:nvPr/>
          </p:nvSpPr>
          <p:spPr>
            <a:xfrm>
              <a:off x="6995160" y="1463040"/>
              <a:ext cx="8412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C1</a:t>
              </a:r>
              <a:endParaRPr lang="en-US" sz="1100" dirty="0"/>
            </a:p>
          </p:txBody>
        </p:sp>
        <p:sp>
          <p:nvSpPr>
            <p:cNvPr id="22" name="Text 7">
              <a:extLst>
                <a:ext uri="{FF2B5EF4-FFF2-40B4-BE49-F238E27FC236}">
                  <a16:creationId xmlns:a16="http://schemas.microsoft.com/office/drawing/2014/main" id="{094C438B-9988-7E24-BD04-AF98AE9B9431}"/>
                </a:ext>
              </a:extLst>
            </p:cNvPr>
            <p:cNvSpPr txBox="1"/>
            <p:nvPr/>
          </p:nvSpPr>
          <p:spPr>
            <a:xfrm>
              <a:off x="7836408" y="1463040"/>
              <a:ext cx="8412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C2</a:t>
              </a:r>
              <a:endParaRPr lang="en-US" sz="1100" dirty="0"/>
            </a:p>
          </p:txBody>
        </p:sp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51EF482D-C998-FA77-C9C5-27216075C2A6}"/>
                </a:ext>
              </a:extLst>
            </p:cNvPr>
            <p:cNvSpPr txBox="1"/>
            <p:nvPr/>
          </p:nvSpPr>
          <p:spPr>
            <a:xfrm>
              <a:off x="8677656" y="1463040"/>
              <a:ext cx="8412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C3</a:t>
              </a:r>
              <a:endParaRPr lang="en-US" sz="1100" dirty="0"/>
            </a:p>
          </p:txBody>
        </p:sp>
        <p:sp>
          <p:nvSpPr>
            <p:cNvPr id="28" name="Text 9">
              <a:extLst>
                <a:ext uri="{FF2B5EF4-FFF2-40B4-BE49-F238E27FC236}">
                  <a16:creationId xmlns:a16="http://schemas.microsoft.com/office/drawing/2014/main" id="{493EC9A5-0521-7695-99DF-C3A47E04F48A}"/>
                </a:ext>
              </a:extLst>
            </p:cNvPr>
            <p:cNvSpPr txBox="1"/>
            <p:nvPr/>
          </p:nvSpPr>
          <p:spPr>
            <a:xfrm>
              <a:off x="9518904" y="1463040"/>
              <a:ext cx="8412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C4</a:t>
              </a:r>
              <a:endParaRPr lang="en-US" sz="1100" dirty="0"/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E02C7225-C501-5C6D-6EE7-2CA18BC81A8E}"/>
                </a:ext>
              </a:extLst>
            </p:cNvPr>
            <p:cNvSpPr txBox="1"/>
            <p:nvPr/>
          </p:nvSpPr>
          <p:spPr>
            <a:xfrm>
              <a:off x="10360152" y="1463040"/>
              <a:ext cx="8412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C5</a:t>
              </a:r>
              <a:endParaRPr lang="en-US" sz="1100" dirty="0"/>
            </a:p>
          </p:txBody>
        </p:sp>
        <p:sp>
          <p:nvSpPr>
            <p:cNvPr id="34" name="Text 11">
              <a:extLst>
                <a:ext uri="{FF2B5EF4-FFF2-40B4-BE49-F238E27FC236}">
                  <a16:creationId xmlns:a16="http://schemas.microsoft.com/office/drawing/2014/main" id="{758435C0-CF8D-5F3B-17D5-ADFC43BE8264}"/>
                </a:ext>
              </a:extLst>
            </p:cNvPr>
            <p:cNvSpPr txBox="1"/>
            <p:nvPr/>
          </p:nvSpPr>
          <p:spPr>
            <a:xfrm>
              <a:off x="11201400" y="1463040"/>
              <a:ext cx="8412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C6</a:t>
              </a:r>
              <a:endParaRPr lang="en-US" sz="1100" dirty="0"/>
            </a:p>
          </p:txBody>
        </p:sp>
        <p:sp>
          <p:nvSpPr>
            <p:cNvPr id="37" name="Text 12">
              <a:extLst>
                <a:ext uri="{FF2B5EF4-FFF2-40B4-BE49-F238E27FC236}">
                  <a16:creationId xmlns:a16="http://schemas.microsoft.com/office/drawing/2014/main" id="{54643636-A34B-45A3-F792-B3DCC6509CDA}"/>
                </a:ext>
              </a:extLst>
            </p:cNvPr>
            <p:cNvSpPr txBox="1"/>
            <p:nvPr/>
          </p:nvSpPr>
          <p:spPr>
            <a:xfrm>
              <a:off x="6236208" y="1737360"/>
              <a:ext cx="71323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50" dirty="0">
                  <a:solidFill>
                    <a:srgbClr val="00000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add</a:t>
              </a:r>
              <a:endParaRPr lang="en-US" sz="1150" dirty="0"/>
            </a:p>
          </p:txBody>
        </p:sp>
        <p:sp>
          <p:nvSpPr>
            <p:cNvPr id="40" name="Shape 13">
              <a:extLst>
                <a:ext uri="{FF2B5EF4-FFF2-40B4-BE49-F238E27FC236}">
                  <a16:creationId xmlns:a16="http://schemas.microsoft.com/office/drawing/2014/main" id="{74C0D2A8-5D75-3E89-8A6D-EFE12543E86F}"/>
                </a:ext>
              </a:extLst>
            </p:cNvPr>
            <p:cNvSpPr/>
            <p:nvPr/>
          </p:nvSpPr>
          <p:spPr>
            <a:xfrm>
              <a:off x="6995160" y="1737360"/>
              <a:ext cx="841248" cy="438912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14">
              <a:extLst>
                <a:ext uri="{FF2B5EF4-FFF2-40B4-BE49-F238E27FC236}">
                  <a16:creationId xmlns:a16="http://schemas.microsoft.com/office/drawing/2014/main" id="{C9F544E0-E097-4500-4FBB-B6065A830640}"/>
                </a:ext>
              </a:extLst>
            </p:cNvPr>
            <p:cNvSpPr txBox="1"/>
            <p:nvPr/>
          </p:nvSpPr>
          <p:spPr>
            <a:xfrm>
              <a:off x="6995160" y="1737360"/>
              <a:ext cx="84124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45" name="Shape 15">
              <a:extLst>
                <a:ext uri="{FF2B5EF4-FFF2-40B4-BE49-F238E27FC236}">
                  <a16:creationId xmlns:a16="http://schemas.microsoft.com/office/drawing/2014/main" id="{80B948EF-70E8-C1B0-C417-51A38D49975E}"/>
                </a:ext>
              </a:extLst>
            </p:cNvPr>
            <p:cNvSpPr/>
            <p:nvPr/>
          </p:nvSpPr>
          <p:spPr>
            <a:xfrm>
              <a:off x="7836408" y="1737360"/>
              <a:ext cx="841248" cy="438912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16">
              <a:extLst>
                <a:ext uri="{FF2B5EF4-FFF2-40B4-BE49-F238E27FC236}">
                  <a16:creationId xmlns:a16="http://schemas.microsoft.com/office/drawing/2014/main" id="{ABBF5B9F-7A2B-E773-ECDA-30373FE85812}"/>
                </a:ext>
              </a:extLst>
            </p:cNvPr>
            <p:cNvSpPr txBox="1"/>
            <p:nvPr/>
          </p:nvSpPr>
          <p:spPr>
            <a:xfrm>
              <a:off x="7836408" y="1737360"/>
              <a:ext cx="84124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49" name="Shape 17">
              <a:extLst>
                <a:ext uri="{FF2B5EF4-FFF2-40B4-BE49-F238E27FC236}">
                  <a16:creationId xmlns:a16="http://schemas.microsoft.com/office/drawing/2014/main" id="{64A8E8A4-6C95-75D5-DB2D-F0444F2ADAC5}"/>
                </a:ext>
              </a:extLst>
            </p:cNvPr>
            <p:cNvSpPr/>
            <p:nvPr/>
          </p:nvSpPr>
          <p:spPr>
            <a:xfrm>
              <a:off x="8677656" y="1737360"/>
              <a:ext cx="841248" cy="438912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18">
              <a:extLst>
                <a:ext uri="{FF2B5EF4-FFF2-40B4-BE49-F238E27FC236}">
                  <a16:creationId xmlns:a16="http://schemas.microsoft.com/office/drawing/2014/main" id="{B3C91984-5844-4DC8-E8D8-AC3A051DF1A2}"/>
                </a:ext>
              </a:extLst>
            </p:cNvPr>
            <p:cNvSpPr txBox="1"/>
            <p:nvPr/>
          </p:nvSpPr>
          <p:spPr>
            <a:xfrm>
              <a:off x="8677656" y="1737360"/>
              <a:ext cx="84124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50" dirty="0"/>
            </a:p>
          </p:txBody>
        </p:sp>
        <p:sp>
          <p:nvSpPr>
            <p:cNvPr id="53" name="Shape 19">
              <a:extLst>
                <a:ext uri="{FF2B5EF4-FFF2-40B4-BE49-F238E27FC236}">
                  <a16:creationId xmlns:a16="http://schemas.microsoft.com/office/drawing/2014/main" id="{D07BC5D7-A112-CDCB-0059-4E5612BD5A39}"/>
                </a:ext>
              </a:extLst>
            </p:cNvPr>
            <p:cNvSpPr/>
            <p:nvPr/>
          </p:nvSpPr>
          <p:spPr>
            <a:xfrm>
              <a:off x="9518904" y="1737360"/>
              <a:ext cx="841248" cy="438912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20">
              <a:extLst>
                <a:ext uri="{FF2B5EF4-FFF2-40B4-BE49-F238E27FC236}">
                  <a16:creationId xmlns:a16="http://schemas.microsoft.com/office/drawing/2014/main" id="{17332FA3-5CF3-BBD4-B08F-6F5AF91FC557}"/>
                </a:ext>
              </a:extLst>
            </p:cNvPr>
            <p:cNvSpPr txBox="1"/>
            <p:nvPr/>
          </p:nvSpPr>
          <p:spPr>
            <a:xfrm>
              <a:off x="9518904" y="1737360"/>
              <a:ext cx="84124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50" dirty="0"/>
            </a:p>
          </p:txBody>
        </p:sp>
        <p:sp>
          <p:nvSpPr>
            <p:cNvPr id="57" name="Shape 21">
              <a:extLst>
                <a:ext uri="{FF2B5EF4-FFF2-40B4-BE49-F238E27FC236}">
                  <a16:creationId xmlns:a16="http://schemas.microsoft.com/office/drawing/2014/main" id="{B6422A7A-BAA4-92B4-3502-AA220768728C}"/>
                </a:ext>
              </a:extLst>
            </p:cNvPr>
            <p:cNvSpPr/>
            <p:nvPr/>
          </p:nvSpPr>
          <p:spPr>
            <a:xfrm>
              <a:off x="10360152" y="1737360"/>
              <a:ext cx="841248" cy="438912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22">
              <a:extLst>
                <a:ext uri="{FF2B5EF4-FFF2-40B4-BE49-F238E27FC236}">
                  <a16:creationId xmlns:a16="http://schemas.microsoft.com/office/drawing/2014/main" id="{71787346-ADFC-8115-6025-18E1BA5C2957}"/>
                </a:ext>
              </a:extLst>
            </p:cNvPr>
            <p:cNvSpPr txBox="1"/>
            <p:nvPr/>
          </p:nvSpPr>
          <p:spPr>
            <a:xfrm>
              <a:off x="10360152" y="1737360"/>
              <a:ext cx="84124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50" dirty="0"/>
            </a:p>
          </p:txBody>
        </p:sp>
        <p:sp>
          <p:nvSpPr>
            <p:cNvPr id="61" name="Text 23">
              <a:extLst>
                <a:ext uri="{FF2B5EF4-FFF2-40B4-BE49-F238E27FC236}">
                  <a16:creationId xmlns:a16="http://schemas.microsoft.com/office/drawing/2014/main" id="{DA412869-9810-DE0F-7A75-9D7EE16597E3}"/>
                </a:ext>
              </a:extLst>
            </p:cNvPr>
            <p:cNvSpPr txBox="1"/>
            <p:nvPr/>
          </p:nvSpPr>
          <p:spPr>
            <a:xfrm>
              <a:off x="6236208" y="2176272"/>
              <a:ext cx="713232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50" dirty="0">
                  <a:solidFill>
                    <a:srgbClr val="00000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sub</a:t>
              </a:r>
              <a:endParaRPr lang="en-US" sz="1150" dirty="0"/>
            </a:p>
          </p:txBody>
        </p:sp>
        <p:sp>
          <p:nvSpPr>
            <p:cNvPr id="63" name="Shape 24">
              <a:extLst>
                <a:ext uri="{FF2B5EF4-FFF2-40B4-BE49-F238E27FC236}">
                  <a16:creationId xmlns:a16="http://schemas.microsoft.com/office/drawing/2014/main" id="{2E867D58-1B12-8216-E521-60AD6C9124A9}"/>
                </a:ext>
              </a:extLst>
            </p:cNvPr>
            <p:cNvSpPr/>
            <p:nvPr/>
          </p:nvSpPr>
          <p:spPr>
            <a:xfrm>
              <a:off x="7836408" y="2176272"/>
              <a:ext cx="841248" cy="438912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25">
              <a:extLst>
                <a:ext uri="{FF2B5EF4-FFF2-40B4-BE49-F238E27FC236}">
                  <a16:creationId xmlns:a16="http://schemas.microsoft.com/office/drawing/2014/main" id="{A4D604EE-22E7-2C85-2636-A0A185B870F4}"/>
                </a:ext>
              </a:extLst>
            </p:cNvPr>
            <p:cNvSpPr txBox="1"/>
            <p:nvPr/>
          </p:nvSpPr>
          <p:spPr>
            <a:xfrm>
              <a:off x="7836408" y="2176272"/>
              <a:ext cx="84124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67" name="Shape 26">
              <a:extLst>
                <a:ext uri="{FF2B5EF4-FFF2-40B4-BE49-F238E27FC236}">
                  <a16:creationId xmlns:a16="http://schemas.microsoft.com/office/drawing/2014/main" id="{0463EBE1-AC77-0352-CFBA-79C0A53889BC}"/>
                </a:ext>
              </a:extLst>
            </p:cNvPr>
            <p:cNvSpPr/>
            <p:nvPr/>
          </p:nvSpPr>
          <p:spPr>
            <a:xfrm>
              <a:off x="8677656" y="2176272"/>
              <a:ext cx="841248" cy="438912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27">
              <a:extLst>
                <a:ext uri="{FF2B5EF4-FFF2-40B4-BE49-F238E27FC236}">
                  <a16:creationId xmlns:a16="http://schemas.microsoft.com/office/drawing/2014/main" id="{D8CE6C2C-3514-AFEB-D904-5BD8B267C7DD}"/>
                </a:ext>
              </a:extLst>
            </p:cNvPr>
            <p:cNvSpPr txBox="1"/>
            <p:nvPr/>
          </p:nvSpPr>
          <p:spPr>
            <a:xfrm>
              <a:off x="8677656" y="2176272"/>
              <a:ext cx="84124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71" name="Shape 28">
              <a:extLst>
                <a:ext uri="{FF2B5EF4-FFF2-40B4-BE49-F238E27FC236}">
                  <a16:creationId xmlns:a16="http://schemas.microsoft.com/office/drawing/2014/main" id="{BE5F78A9-F205-1865-9A51-5817DE75CBD0}"/>
                </a:ext>
              </a:extLst>
            </p:cNvPr>
            <p:cNvSpPr/>
            <p:nvPr/>
          </p:nvSpPr>
          <p:spPr>
            <a:xfrm>
              <a:off x="9518904" y="2176272"/>
              <a:ext cx="841248" cy="438912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29">
              <a:extLst>
                <a:ext uri="{FF2B5EF4-FFF2-40B4-BE49-F238E27FC236}">
                  <a16:creationId xmlns:a16="http://schemas.microsoft.com/office/drawing/2014/main" id="{E4A37B9F-4904-5FC5-AE49-C98E5E7F1ADB}"/>
                </a:ext>
              </a:extLst>
            </p:cNvPr>
            <p:cNvSpPr txBox="1"/>
            <p:nvPr/>
          </p:nvSpPr>
          <p:spPr>
            <a:xfrm>
              <a:off x="9518904" y="2176272"/>
              <a:ext cx="84124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50" dirty="0"/>
            </a:p>
          </p:txBody>
        </p:sp>
        <p:sp>
          <p:nvSpPr>
            <p:cNvPr id="75" name="Shape 30">
              <a:extLst>
                <a:ext uri="{FF2B5EF4-FFF2-40B4-BE49-F238E27FC236}">
                  <a16:creationId xmlns:a16="http://schemas.microsoft.com/office/drawing/2014/main" id="{89167D1A-0FAB-2668-5649-695DCDED32D0}"/>
                </a:ext>
              </a:extLst>
            </p:cNvPr>
            <p:cNvSpPr/>
            <p:nvPr/>
          </p:nvSpPr>
          <p:spPr>
            <a:xfrm>
              <a:off x="10360152" y="2176272"/>
              <a:ext cx="841248" cy="438912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Text 31">
              <a:extLst>
                <a:ext uri="{FF2B5EF4-FFF2-40B4-BE49-F238E27FC236}">
                  <a16:creationId xmlns:a16="http://schemas.microsoft.com/office/drawing/2014/main" id="{302B1F0C-FDDB-49E8-0B0A-77D03D05A3B2}"/>
                </a:ext>
              </a:extLst>
            </p:cNvPr>
            <p:cNvSpPr txBox="1"/>
            <p:nvPr/>
          </p:nvSpPr>
          <p:spPr>
            <a:xfrm>
              <a:off x="10360152" y="2176272"/>
              <a:ext cx="84124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50" dirty="0"/>
            </a:p>
          </p:txBody>
        </p:sp>
        <p:sp>
          <p:nvSpPr>
            <p:cNvPr id="79" name="Shape 32">
              <a:extLst>
                <a:ext uri="{FF2B5EF4-FFF2-40B4-BE49-F238E27FC236}">
                  <a16:creationId xmlns:a16="http://schemas.microsoft.com/office/drawing/2014/main" id="{9E4F3DD1-231A-FCD5-0ED6-DD26189ED004}"/>
                </a:ext>
              </a:extLst>
            </p:cNvPr>
            <p:cNvSpPr/>
            <p:nvPr/>
          </p:nvSpPr>
          <p:spPr>
            <a:xfrm>
              <a:off x="11201400" y="2176272"/>
              <a:ext cx="841248" cy="438912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 33">
              <a:extLst>
                <a:ext uri="{FF2B5EF4-FFF2-40B4-BE49-F238E27FC236}">
                  <a16:creationId xmlns:a16="http://schemas.microsoft.com/office/drawing/2014/main" id="{72F231B0-9969-DA81-F75D-72286635E045}"/>
                </a:ext>
              </a:extLst>
            </p:cNvPr>
            <p:cNvSpPr txBox="1"/>
            <p:nvPr/>
          </p:nvSpPr>
          <p:spPr>
            <a:xfrm>
              <a:off x="11201400" y="2176272"/>
              <a:ext cx="841248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50" dirty="0"/>
            </a:p>
          </p:txBody>
        </p:sp>
        <p:sp>
          <p:nvSpPr>
            <p:cNvPr id="83" name="Shape 34">
              <a:extLst>
                <a:ext uri="{FF2B5EF4-FFF2-40B4-BE49-F238E27FC236}">
                  <a16:creationId xmlns:a16="http://schemas.microsoft.com/office/drawing/2014/main" id="{C7308327-414A-B665-6E2C-70EE73EF9256}"/>
                </a:ext>
              </a:extLst>
            </p:cNvPr>
            <p:cNvSpPr/>
            <p:nvPr/>
          </p:nvSpPr>
          <p:spPr>
            <a:xfrm>
              <a:off x="9209314" y="2103120"/>
              <a:ext cx="578498" cy="304178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 35">
              <a:extLst>
                <a:ext uri="{FF2B5EF4-FFF2-40B4-BE49-F238E27FC236}">
                  <a16:creationId xmlns:a16="http://schemas.microsoft.com/office/drawing/2014/main" id="{3872F3A8-AA3C-315B-83E7-3ED59E4E3057}"/>
                </a:ext>
              </a:extLst>
            </p:cNvPr>
            <p:cNvSpPr txBox="1"/>
            <p:nvPr/>
          </p:nvSpPr>
          <p:spPr>
            <a:xfrm>
              <a:off x="6236208" y="2688336"/>
              <a:ext cx="5486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i="1" dirty="0">
                  <a:solidFill>
                    <a:srgbClr val="C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result forwarded, zero stalls</a:t>
              </a:r>
              <a:endParaRPr lang="en-US" sz="1150" dirty="0"/>
            </a:p>
          </p:txBody>
        </p:sp>
      </p:grpSp>
      <p:sp>
        <p:nvSpPr>
          <p:cNvPr id="89" name="Text 37">
            <a:extLst>
              <a:ext uri="{FF2B5EF4-FFF2-40B4-BE49-F238E27FC236}">
                <a16:creationId xmlns:a16="http://schemas.microsoft.com/office/drawing/2014/main" id="{CD01507B-15FD-6D34-2195-A843F9AD0124}"/>
              </a:ext>
            </a:extLst>
          </p:cNvPr>
          <p:cNvSpPr txBox="1"/>
          <p:nvPr/>
        </p:nvSpPr>
        <p:spPr>
          <a:xfrm>
            <a:off x="7415784" y="3648456"/>
            <a:ext cx="44340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Forwarding removes almost every RAW stall</a:t>
            </a:r>
            <a:endParaRPr lang="en-US" sz="1400" dirty="0"/>
          </a:p>
        </p:txBody>
      </p:sp>
      <p:sp>
        <p:nvSpPr>
          <p:cNvPr id="91" name="Shape 38">
            <a:extLst>
              <a:ext uri="{FF2B5EF4-FFF2-40B4-BE49-F238E27FC236}">
                <a16:creationId xmlns:a16="http://schemas.microsoft.com/office/drawing/2014/main" id="{904E555E-25C1-E1B0-1BF2-325C778288DD}"/>
              </a:ext>
            </a:extLst>
          </p:cNvPr>
          <p:cNvSpPr/>
          <p:nvPr/>
        </p:nvSpPr>
        <p:spPr>
          <a:xfrm>
            <a:off x="6199632" y="3547872"/>
            <a:ext cx="5532120" cy="0"/>
          </a:xfrm>
          <a:prstGeom prst="rect">
            <a:avLst/>
          </a:prstGeom>
          <a:solidFill>
            <a:srgbClr val="EDE1F5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3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2939-0892-24BB-E73F-1841EAC1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746CB-BEC6-3BBF-9EB5-0F2C4A9A2F2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83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F719617-B032-8567-704A-50FB54E82C7E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Hazard Mitigation with Stalling</a:t>
            </a:r>
            <a:endParaRPr lang="en-US" sz="3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3133FA9-3A3C-3BFF-8B2C-299913FC8E71}"/>
              </a:ext>
            </a:extLst>
          </p:cNvPr>
          <p:cNvGrpSpPr/>
          <p:nvPr/>
        </p:nvGrpSpPr>
        <p:grpSpPr>
          <a:xfrm>
            <a:off x="1965960" y="1581912"/>
            <a:ext cx="6876288" cy="1609344"/>
            <a:chOff x="1965960" y="1581912"/>
            <a:chExt cx="6876288" cy="1609344"/>
          </a:xfrm>
        </p:grpSpPr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DAFDBF4D-E54D-7E82-172C-5E8354644F1B}"/>
                </a:ext>
              </a:extLst>
            </p:cNvPr>
            <p:cNvSpPr txBox="1"/>
            <p:nvPr/>
          </p:nvSpPr>
          <p:spPr>
            <a:xfrm>
              <a:off x="1965960" y="1581912"/>
              <a:ext cx="8595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C1</a:t>
              </a:r>
              <a:endParaRPr lang="en-US" sz="1100" dirty="0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D43BB373-58A1-474D-3465-88D41B46BDF9}"/>
                </a:ext>
              </a:extLst>
            </p:cNvPr>
            <p:cNvSpPr txBox="1"/>
            <p:nvPr/>
          </p:nvSpPr>
          <p:spPr>
            <a:xfrm>
              <a:off x="2825496" y="1581912"/>
              <a:ext cx="8595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C2</a:t>
              </a:r>
              <a:endParaRPr lang="en-US" sz="1100" dirty="0"/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37486103-0863-6775-81F8-0A05B8728C94}"/>
                </a:ext>
              </a:extLst>
            </p:cNvPr>
            <p:cNvSpPr txBox="1"/>
            <p:nvPr/>
          </p:nvSpPr>
          <p:spPr>
            <a:xfrm>
              <a:off x="3685032" y="1581912"/>
              <a:ext cx="8595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C3</a:t>
              </a:r>
              <a:endParaRPr lang="en-US" sz="1100" dirty="0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8D82F3AA-CB1A-ED02-2A0A-B7B982B44A7D}"/>
                </a:ext>
              </a:extLst>
            </p:cNvPr>
            <p:cNvSpPr txBox="1"/>
            <p:nvPr/>
          </p:nvSpPr>
          <p:spPr>
            <a:xfrm>
              <a:off x="4544568" y="1581912"/>
              <a:ext cx="8595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C4</a:t>
              </a:r>
              <a:endParaRPr lang="en-US" sz="1100" dirty="0"/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BEDE9159-0F5C-DFCF-91F1-2F22FCDBE9BF}"/>
                </a:ext>
              </a:extLst>
            </p:cNvPr>
            <p:cNvSpPr txBox="1"/>
            <p:nvPr/>
          </p:nvSpPr>
          <p:spPr>
            <a:xfrm>
              <a:off x="5404104" y="1581912"/>
              <a:ext cx="8595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C5</a:t>
              </a:r>
              <a:endParaRPr lang="en-US" sz="1100" dirty="0"/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6F5469D7-0189-A4EC-8E3C-F6343F581AFF}"/>
                </a:ext>
              </a:extLst>
            </p:cNvPr>
            <p:cNvSpPr txBox="1"/>
            <p:nvPr/>
          </p:nvSpPr>
          <p:spPr>
            <a:xfrm>
              <a:off x="6263640" y="1581912"/>
              <a:ext cx="8595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C6</a:t>
              </a:r>
              <a:endParaRPr lang="en-US" sz="1100" dirty="0"/>
            </a:p>
          </p:txBody>
        </p:sp>
        <p:sp>
          <p:nvSpPr>
            <p:cNvPr id="21" name="Text 8">
              <a:extLst>
                <a:ext uri="{FF2B5EF4-FFF2-40B4-BE49-F238E27FC236}">
                  <a16:creationId xmlns:a16="http://schemas.microsoft.com/office/drawing/2014/main" id="{A6D27E20-D15C-866A-F2AF-B04017EE9289}"/>
                </a:ext>
              </a:extLst>
            </p:cNvPr>
            <p:cNvSpPr txBox="1"/>
            <p:nvPr/>
          </p:nvSpPr>
          <p:spPr>
            <a:xfrm>
              <a:off x="7123176" y="1581912"/>
              <a:ext cx="8595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C7</a:t>
              </a:r>
              <a:endParaRPr lang="en-US" sz="1100" dirty="0"/>
            </a:p>
          </p:txBody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3F04731B-1618-9D63-C7F1-41DD9FBCB9AD}"/>
                </a:ext>
              </a:extLst>
            </p:cNvPr>
            <p:cNvSpPr txBox="1"/>
            <p:nvPr/>
          </p:nvSpPr>
          <p:spPr>
            <a:xfrm>
              <a:off x="7982712" y="1581912"/>
              <a:ext cx="8595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3864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C8</a:t>
              </a:r>
              <a:endParaRPr lang="en-US" sz="1100" dirty="0"/>
            </a:p>
          </p:txBody>
        </p:sp>
        <p:sp>
          <p:nvSpPr>
            <p:cNvPr id="30" name="Shape 11">
              <a:extLst>
                <a:ext uri="{FF2B5EF4-FFF2-40B4-BE49-F238E27FC236}">
                  <a16:creationId xmlns:a16="http://schemas.microsoft.com/office/drawing/2014/main" id="{8B08A22B-43F8-8745-29F1-B3353D24979B}"/>
                </a:ext>
              </a:extLst>
            </p:cNvPr>
            <p:cNvSpPr/>
            <p:nvPr/>
          </p:nvSpPr>
          <p:spPr>
            <a:xfrm>
              <a:off x="1965960" y="1874520"/>
              <a:ext cx="859536" cy="438912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12">
              <a:extLst>
                <a:ext uri="{FF2B5EF4-FFF2-40B4-BE49-F238E27FC236}">
                  <a16:creationId xmlns:a16="http://schemas.microsoft.com/office/drawing/2014/main" id="{E5780040-50E9-A989-4F85-16043C5E184E}"/>
                </a:ext>
              </a:extLst>
            </p:cNvPr>
            <p:cNvSpPr txBox="1"/>
            <p:nvPr/>
          </p:nvSpPr>
          <p:spPr>
            <a:xfrm>
              <a:off x="1965960" y="1874520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36" name="Shape 13">
              <a:extLst>
                <a:ext uri="{FF2B5EF4-FFF2-40B4-BE49-F238E27FC236}">
                  <a16:creationId xmlns:a16="http://schemas.microsoft.com/office/drawing/2014/main" id="{E4D0B1E1-227D-7175-7FC4-8F0492240C77}"/>
                </a:ext>
              </a:extLst>
            </p:cNvPr>
            <p:cNvSpPr/>
            <p:nvPr/>
          </p:nvSpPr>
          <p:spPr>
            <a:xfrm>
              <a:off x="2825496" y="1874520"/>
              <a:ext cx="859536" cy="438912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14">
              <a:extLst>
                <a:ext uri="{FF2B5EF4-FFF2-40B4-BE49-F238E27FC236}">
                  <a16:creationId xmlns:a16="http://schemas.microsoft.com/office/drawing/2014/main" id="{82C51329-4D17-7020-C687-D4018FAD9369}"/>
                </a:ext>
              </a:extLst>
            </p:cNvPr>
            <p:cNvSpPr txBox="1"/>
            <p:nvPr/>
          </p:nvSpPr>
          <p:spPr>
            <a:xfrm>
              <a:off x="2825496" y="1874520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43" name="Shape 15">
              <a:extLst>
                <a:ext uri="{FF2B5EF4-FFF2-40B4-BE49-F238E27FC236}">
                  <a16:creationId xmlns:a16="http://schemas.microsoft.com/office/drawing/2014/main" id="{A7C63F22-8F3C-065A-022A-9A5903946458}"/>
                </a:ext>
              </a:extLst>
            </p:cNvPr>
            <p:cNvSpPr/>
            <p:nvPr/>
          </p:nvSpPr>
          <p:spPr>
            <a:xfrm>
              <a:off x="3685032" y="1874520"/>
              <a:ext cx="859536" cy="438912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16">
              <a:extLst>
                <a:ext uri="{FF2B5EF4-FFF2-40B4-BE49-F238E27FC236}">
                  <a16:creationId xmlns:a16="http://schemas.microsoft.com/office/drawing/2014/main" id="{B4A028EC-BF5B-1C08-F2A7-F779CFE910D2}"/>
                </a:ext>
              </a:extLst>
            </p:cNvPr>
            <p:cNvSpPr txBox="1"/>
            <p:nvPr/>
          </p:nvSpPr>
          <p:spPr>
            <a:xfrm>
              <a:off x="3685032" y="1874520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50" dirty="0"/>
            </a:p>
          </p:txBody>
        </p:sp>
        <p:sp>
          <p:nvSpPr>
            <p:cNvPr id="50" name="Shape 17">
              <a:extLst>
                <a:ext uri="{FF2B5EF4-FFF2-40B4-BE49-F238E27FC236}">
                  <a16:creationId xmlns:a16="http://schemas.microsoft.com/office/drawing/2014/main" id="{50661ACE-7945-9C6B-87EA-B6C21EF79CD2}"/>
                </a:ext>
              </a:extLst>
            </p:cNvPr>
            <p:cNvSpPr/>
            <p:nvPr/>
          </p:nvSpPr>
          <p:spPr>
            <a:xfrm>
              <a:off x="4544568" y="1874520"/>
              <a:ext cx="859536" cy="438912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8">
              <a:extLst>
                <a:ext uri="{FF2B5EF4-FFF2-40B4-BE49-F238E27FC236}">
                  <a16:creationId xmlns:a16="http://schemas.microsoft.com/office/drawing/2014/main" id="{C5C4CE00-7754-E025-5691-AF6D69FF9A4C}"/>
                </a:ext>
              </a:extLst>
            </p:cNvPr>
            <p:cNvSpPr txBox="1"/>
            <p:nvPr/>
          </p:nvSpPr>
          <p:spPr>
            <a:xfrm>
              <a:off x="4544568" y="1874520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50" dirty="0"/>
            </a:p>
          </p:txBody>
        </p:sp>
        <p:sp>
          <p:nvSpPr>
            <p:cNvPr id="58" name="Shape 19">
              <a:extLst>
                <a:ext uri="{FF2B5EF4-FFF2-40B4-BE49-F238E27FC236}">
                  <a16:creationId xmlns:a16="http://schemas.microsoft.com/office/drawing/2014/main" id="{8CF52EEA-EA8A-93E8-C4B3-C9852D4C9FB8}"/>
                </a:ext>
              </a:extLst>
            </p:cNvPr>
            <p:cNvSpPr/>
            <p:nvPr/>
          </p:nvSpPr>
          <p:spPr>
            <a:xfrm>
              <a:off x="5404104" y="1874520"/>
              <a:ext cx="859536" cy="438912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20">
              <a:extLst>
                <a:ext uri="{FF2B5EF4-FFF2-40B4-BE49-F238E27FC236}">
                  <a16:creationId xmlns:a16="http://schemas.microsoft.com/office/drawing/2014/main" id="{051E7227-F916-C78D-F6CD-BD38DA710631}"/>
                </a:ext>
              </a:extLst>
            </p:cNvPr>
            <p:cNvSpPr txBox="1"/>
            <p:nvPr/>
          </p:nvSpPr>
          <p:spPr>
            <a:xfrm>
              <a:off x="5404104" y="1874520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50" dirty="0"/>
            </a:p>
          </p:txBody>
        </p:sp>
        <p:sp>
          <p:nvSpPr>
            <p:cNvPr id="70" name="Shape 22">
              <a:extLst>
                <a:ext uri="{FF2B5EF4-FFF2-40B4-BE49-F238E27FC236}">
                  <a16:creationId xmlns:a16="http://schemas.microsoft.com/office/drawing/2014/main" id="{2DF88DAA-2CD5-35DC-59E4-22F108D7D948}"/>
                </a:ext>
              </a:extLst>
            </p:cNvPr>
            <p:cNvSpPr/>
            <p:nvPr/>
          </p:nvSpPr>
          <p:spPr>
            <a:xfrm>
              <a:off x="2825496" y="2313432"/>
              <a:ext cx="859536" cy="438912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23">
              <a:extLst>
                <a:ext uri="{FF2B5EF4-FFF2-40B4-BE49-F238E27FC236}">
                  <a16:creationId xmlns:a16="http://schemas.microsoft.com/office/drawing/2014/main" id="{8044225F-060B-DF33-C6E4-FAF6F22F5E81}"/>
                </a:ext>
              </a:extLst>
            </p:cNvPr>
            <p:cNvSpPr txBox="1"/>
            <p:nvPr/>
          </p:nvSpPr>
          <p:spPr>
            <a:xfrm>
              <a:off x="2825496" y="2313432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78" name="Shape 24">
              <a:extLst>
                <a:ext uri="{FF2B5EF4-FFF2-40B4-BE49-F238E27FC236}">
                  <a16:creationId xmlns:a16="http://schemas.microsoft.com/office/drawing/2014/main" id="{CAAC1AB0-CB12-37EE-E840-30253364DD70}"/>
                </a:ext>
              </a:extLst>
            </p:cNvPr>
            <p:cNvSpPr/>
            <p:nvPr/>
          </p:nvSpPr>
          <p:spPr>
            <a:xfrm>
              <a:off x="3685032" y="2313432"/>
              <a:ext cx="859536" cy="438912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25">
              <a:extLst>
                <a:ext uri="{FF2B5EF4-FFF2-40B4-BE49-F238E27FC236}">
                  <a16:creationId xmlns:a16="http://schemas.microsoft.com/office/drawing/2014/main" id="{3C4EBEF0-91CD-7109-BA20-C6144E28810B}"/>
                </a:ext>
              </a:extLst>
            </p:cNvPr>
            <p:cNvSpPr txBox="1"/>
            <p:nvPr/>
          </p:nvSpPr>
          <p:spPr>
            <a:xfrm>
              <a:off x="3685032" y="2313432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86" name="Shape 26">
              <a:extLst>
                <a:ext uri="{FF2B5EF4-FFF2-40B4-BE49-F238E27FC236}">
                  <a16:creationId xmlns:a16="http://schemas.microsoft.com/office/drawing/2014/main" id="{935E1EED-9831-0A2A-A7A7-408B39DF3493}"/>
                </a:ext>
              </a:extLst>
            </p:cNvPr>
            <p:cNvSpPr/>
            <p:nvPr/>
          </p:nvSpPr>
          <p:spPr>
            <a:xfrm>
              <a:off x="4544568" y="2313432"/>
              <a:ext cx="859536" cy="438912"/>
            </a:xfrm>
            <a:prstGeom prst="rect">
              <a:avLst/>
            </a:prstGeom>
            <a:solidFill>
              <a:srgbClr val="D9D9D9"/>
            </a:solidFill>
            <a:ln w="19050">
              <a:solidFill>
                <a:srgbClr val="C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 27">
              <a:extLst>
                <a:ext uri="{FF2B5EF4-FFF2-40B4-BE49-F238E27FC236}">
                  <a16:creationId xmlns:a16="http://schemas.microsoft.com/office/drawing/2014/main" id="{B28EF39E-2170-A5D4-4D49-05C4E379727F}"/>
                </a:ext>
              </a:extLst>
            </p:cNvPr>
            <p:cNvSpPr txBox="1"/>
            <p:nvPr/>
          </p:nvSpPr>
          <p:spPr>
            <a:xfrm>
              <a:off x="4544568" y="2313432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C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bubble</a:t>
              </a:r>
              <a:endParaRPr lang="en-US" sz="950" dirty="0"/>
            </a:p>
          </p:txBody>
        </p:sp>
        <p:sp>
          <p:nvSpPr>
            <p:cNvPr id="92" name="Shape 28">
              <a:extLst>
                <a:ext uri="{FF2B5EF4-FFF2-40B4-BE49-F238E27FC236}">
                  <a16:creationId xmlns:a16="http://schemas.microsoft.com/office/drawing/2014/main" id="{68CE7F44-9F41-EFF1-82D8-C3AFA4ADC4A9}"/>
                </a:ext>
              </a:extLst>
            </p:cNvPr>
            <p:cNvSpPr/>
            <p:nvPr/>
          </p:nvSpPr>
          <p:spPr>
            <a:xfrm>
              <a:off x="5404104" y="2313432"/>
              <a:ext cx="859536" cy="438912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 29">
              <a:extLst>
                <a:ext uri="{FF2B5EF4-FFF2-40B4-BE49-F238E27FC236}">
                  <a16:creationId xmlns:a16="http://schemas.microsoft.com/office/drawing/2014/main" id="{300C943F-D400-B23E-2FFB-15992D3DDC72}"/>
                </a:ext>
              </a:extLst>
            </p:cNvPr>
            <p:cNvSpPr txBox="1"/>
            <p:nvPr/>
          </p:nvSpPr>
          <p:spPr>
            <a:xfrm>
              <a:off x="5404104" y="2313432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50" dirty="0"/>
            </a:p>
          </p:txBody>
        </p:sp>
        <p:sp>
          <p:nvSpPr>
            <p:cNvPr id="96" name="Shape 30">
              <a:extLst>
                <a:ext uri="{FF2B5EF4-FFF2-40B4-BE49-F238E27FC236}">
                  <a16:creationId xmlns:a16="http://schemas.microsoft.com/office/drawing/2014/main" id="{D175836B-FC26-AE35-2722-164D26876D3D}"/>
                </a:ext>
              </a:extLst>
            </p:cNvPr>
            <p:cNvSpPr/>
            <p:nvPr/>
          </p:nvSpPr>
          <p:spPr>
            <a:xfrm>
              <a:off x="6263640" y="2313432"/>
              <a:ext cx="859536" cy="438912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 31">
              <a:extLst>
                <a:ext uri="{FF2B5EF4-FFF2-40B4-BE49-F238E27FC236}">
                  <a16:creationId xmlns:a16="http://schemas.microsoft.com/office/drawing/2014/main" id="{0B9180B6-3C2C-909A-47C2-1E3B93ADCC79}"/>
                </a:ext>
              </a:extLst>
            </p:cNvPr>
            <p:cNvSpPr txBox="1"/>
            <p:nvPr/>
          </p:nvSpPr>
          <p:spPr>
            <a:xfrm>
              <a:off x="6263640" y="2313432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50" dirty="0"/>
            </a:p>
          </p:txBody>
        </p:sp>
        <p:sp>
          <p:nvSpPr>
            <p:cNvPr id="100" name="Shape 32">
              <a:extLst>
                <a:ext uri="{FF2B5EF4-FFF2-40B4-BE49-F238E27FC236}">
                  <a16:creationId xmlns:a16="http://schemas.microsoft.com/office/drawing/2014/main" id="{BA4DAF28-A3A4-48A1-BA43-78FE85BBA097}"/>
                </a:ext>
              </a:extLst>
            </p:cNvPr>
            <p:cNvSpPr/>
            <p:nvPr/>
          </p:nvSpPr>
          <p:spPr>
            <a:xfrm>
              <a:off x="7123176" y="2313432"/>
              <a:ext cx="859536" cy="438912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Text 33">
              <a:extLst>
                <a:ext uri="{FF2B5EF4-FFF2-40B4-BE49-F238E27FC236}">
                  <a16:creationId xmlns:a16="http://schemas.microsoft.com/office/drawing/2014/main" id="{E30ED920-5E95-9E07-35FB-0B46BA93D7B8}"/>
                </a:ext>
              </a:extLst>
            </p:cNvPr>
            <p:cNvSpPr txBox="1"/>
            <p:nvPr/>
          </p:nvSpPr>
          <p:spPr>
            <a:xfrm>
              <a:off x="7123176" y="2313432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50" dirty="0"/>
            </a:p>
          </p:txBody>
        </p:sp>
        <p:sp>
          <p:nvSpPr>
            <p:cNvPr id="106" name="Shape 35">
              <a:extLst>
                <a:ext uri="{FF2B5EF4-FFF2-40B4-BE49-F238E27FC236}">
                  <a16:creationId xmlns:a16="http://schemas.microsoft.com/office/drawing/2014/main" id="{A1E1F760-01E6-02B2-FCE9-071F7BBC8B60}"/>
                </a:ext>
              </a:extLst>
            </p:cNvPr>
            <p:cNvSpPr/>
            <p:nvPr/>
          </p:nvSpPr>
          <p:spPr>
            <a:xfrm>
              <a:off x="3685032" y="2752344"/>
              <a:ext cx="859536" cy="438912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 36">
              <a:extLst>
                <a:ext uri="{FF2B5EF4-FFF2-40B4-BE49-F238E27FC236}">
                  <a16:creationId xmlns:a16="http://schemas.microsoft.com/office/drawing/2014/main" id="{1247B39E-11E7-B3F9-3AC2-9A0FB4BF12AD}"/>
                </a:ext>
              </a:extLst>
            </p:cNvPr>
            <p:cNvSpPr txBox="1"/>
            <p:nvPr/>
          </p:nvSpPr>
          <p:spPr>
            <a:xfrm>
              <a:off x="3685032" y="2752344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IF</a:t>
              </a:r>
              <a:endParaRPr lang="en-US" sz="1050" dirty="0"/>
            </a:p>
          </p:txBody>
        </p:sp>
        <p:sp>
          <p:nvSpPr>
            <p:cNvPr id="110" name="Shape 37">
              <a:extLst>
                <a:ext uri="{FF2B5EF4-FFF2-40B4-BE49-F238E27FC236}">
                  <a16:creationId xmlns:a16="http://schemas.microsoft.com/office/drawing/2014/main" id="{654F6CBD-A831-78FA-1196-2E20E0BFBEDC}"/>
                </a:ext>
              </a:extLst>
            </p:cNvPr>
            <p:cNvSpPr/>
            <p:nvPr/>
          </p:nvSpPr>
          <p:spPr>
            <a:xfrm>
              <a:off x="4544568" y="2752344"/>
              <a:ext cx="859536" cy="438912"/>
            </a:xfrm>
            <a:prstGeom prst="rect">
              <a:avLst/>
            </a:prstGeom>
            <a:solidFill>
              <a:srgbClr val="EDEDED"/>
            </a:solidFill>
            <a:ln w="19050">
              <a:solidFill>
                <a:srgbClr val="C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 38">
              <a:extLst>
                <a:ext uri="{FF2B5EF4-FFF2-40B4-BE49-F238E27FC236}">
                  <a16:creationId xmlns:a16="http://schemas.microsoft.com/office/drawing/2014/main" id="{140579E1-1B3B-2DA8-050B-FAEC308E2454}"/>
                </a:ext>
              </a:extLst>
            </p:cNvPr>
            <p:cNvSpPr txBox="1"/>
            <p:nvPr/>
          </p:nvSpPr>
          <p:spPr>
            <a:xfrm>
              <a:off x="4544568" y="2752344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dirty="0">
                  <a:solidFill>
                    <a:srgbClr val="C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stall</a:t>
              </a:r>
              <a:endParaRPr lang="en-US" sz="950" dirty="0"/>
            </a:p>
          </p:txBody>
        </p:sp>
        <p:sp>
          <p:nvSpPr>
            <p:cNvPr id="114" name="Shape 39">
              <a:extLst>
                <a:ext uri="{FF2B5EF4-FFF2-40B4-BE49-F238E27FC236}">
                  <a16:creationId xmlns:a16="http://schemas.microsoft.com/office/drawing/2014/main" id="{825A337F-15B7-3991-94AA-1B50FB8F8607}"/>
                </a:ext>
              </a:extLst>
            </p:cNvPr>
            <p:cNvSpPr/>
            <p:nvPr/>
          </p:nvSpPr>
          <p:spPr>
            <a:xfrm>
              <a:off x="5404104" y="2752344"/>
              <a:ext cx="859536" cy="438912"/>
            </a:xfrm>
            <a:prstGeom prst="rect">
              <a:avLst/>
            </a:prstGeom>
            <a:solidFill>
              <a:srgbClr val="DCEFE3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Text 40">
              <a:extLst>
                <a:ext uri="{FF2B5EF4-FFF2-40B4-BE49-F238E27FC236}">
                  <a16:creationId xmlns:a16="http://schemas.microsoft.com/office/drawing/2014/main" id="{08A29E3B-1F41-E7E4-6F86-E51C71EDEE99}"/>
                </a:ext>
              </a:extLst>
            </p:cNvPr>
            <p:cNvSpPr txBox="1"/>
            <p:nvPr/>
          </p:nvSpPr>
          <p:spPr>
            <a:xfrm>
              <a:off x="5404104" y="2752344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ID</a:t>
              </a:r>
              <a:endParaRPr lang="en-US" sz="1050" dirty="0"/>
            </a:p>
          </p:txBody>
        </p:sp>
        <p:sp>
          <p:nvSpPr>
            <p:cNvPr id="118" name="Shape 41">
              <a:extLst>
                <a:ext uri="{FF2B5EF4-FFF2-40B4-BE49-F238E27FC236}">
                  <a16:creationId xmlns:a16="http://schemas.microsoft.com/office/drawing/2014/main" id="{0A3A8792-3793-27CE-F040-CDB77989BF8E}"/>
                </a:ext>
              </a:extLst>
            </p:cNvPr>
            <p:cNvSpPr/>
            <p:nvPr/>
          </p:nvSpPr>
          <p:spPr>
            <a:xfrm>
              <a:off x="6263640" y="2752344"/>
              <a:ext cx="859536" cy="438912"/>
            </a:xfrm>
            <a:prstGeom prst="rect">
              <a:avLst/>
            </a:prstGeom>
            <a:solidFill>
              <a:srgbClr val="FCE4D6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Text 42">
              <a:extLst>
                <a:ext uri="{FF2B5EF4-FFF2-40B4-BE49-F238E27FC236}">
                  <a16:creationId xmlns:a16="http://schemas.microsoft.com/office/drawing/2014/main" id="{9CEDDF0C-1B14-91D8-4C56-71A9B1489EF0}"/>
                </a:ext>
              </a:extLst>
            </p:cNvPr>
            <p:cNvSpPr txBox="1"/>
            <p:nvPr/>
          </p:nvSpPr>
          <p:spPr>
            <a:xfrm>
              <a:off x="6263640" y="2752344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</a:t>
              </a:r>
              <a:endParaRPr lang="en-US" sz="1050" dirty="0"/>
            </a:p>
          </p:txBody>
        </p:sp>
        <p:sp>
          <p:nvSpPr>
            <p:cNvPr id="122" name="Shape 43">
              <a:extLst>
                <a:ext uri="{FF2B5EF4-FFF2-40B4-BE49-F238E27FC236}">
                  <a16:creationId xmlns:a16="http://schemas.microsoft.com/office/drawing/2014/main" id="{8A6406CD-7A11-0909-EB13-BF817D76128F}"/>
                </a:ext>
              </a:extLst>
            </p:cNvPr>
            <p:cNvSpPr/>
            <p:nvPr/>
          </p:nvSpPr>
          <p:spPr>
            <a:xfrm>
              <a:off x="7123176" y="2752344"/>
              <a:ext cx="859536" cy="438912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Text 44">
              <a:extLst>
                <a:ext uri="{FF2B5EF4-FFF2-40B4-BE49-F238E27FC236}">
                  <a16:creationId xmlns:a16="http://schemas.microsoft.com/office/drawing/2014/main" id="{66F16D7B-A29D-15B0-7DF6-6969B5394531}"/>
                </a:ext>
              </a:extLst>
            </p:cNvPr>
            <p:cNvSpPr txBox="1"/>
            <p:nvPr/>
          </p:nvSpPr>
          <p:spPr>
            <a:xfrm>
              <a:off x="7123176" y="2752344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MEM</a:t>
              </a:r>
              <a:endParaRPr lang="en-US" sz="1050" dirty="0"/>
            </a:p>
          </p:txBody>
        </p:sp>
        <p:sp>
          <p:nvSpPr>
            <p:cNvPr id="126" name="Shape 45">
              <a:extLst>
                <a:ext uri="{FF2B5EF4-FFF2-40B4-BE49-F238E27FC236}">
                  <a16:creationId xmlns:a16="http://schemas.microsoft.com/office/drawing/2014/main" id="{08ED4373-94F0-7381-0C0F-0D1657F35B4E}"/>
                </a:ext>
              </a:extLst>
            </p:cNvPr>
            <p:cNvSpPr/>
            <p:nvPr/>
          </p:nvSpPr>
          <p:spPr>
            <a:xfrm>
              <a:off x="7982712" y="2752344"/>
              <a:ext cx="859536" cy="438912"/>
            </a:xfrm>
            <a:prstGeom prst="rect">
              <a:avLst/>
            </a:prstGeom>
            <a:solidFill>
              <a:srgbClr val="F7F0D5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Text 46">
              <a:extLst>
                <a:ext uri="{FF2B5EF4-FFF2-40B4-BE49-F238E27FC236}">
                  <a16:creationId xmlns:a16="http://schemas.microsoft.com/office/drawing/2014/main" id="{9646A6A4-0830-7145-120C-2B051D50FDB9}"/>
                </a:ext>
              </a:extLst>
            </p:cNvPr>
            <p:cNvSpPr txBox="1"/>
            <p:nvPr/>
          </p:nvSpPr>
          <p:spPr>
            <a:xfrm>
              <a:off x="7982712" y="2752344"/>
              <a:ext cx="85953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WB</a:t>
              </a:r>
              <a:endParaRPr lang="en-US" sz="1050" dirty="0"/>
            </a:p>
          </p:txBody>
        </p:sp>
      </p:grpSp>
      <p:sp>
        <p:nvSpPr>
          <p:cNvPr id="136" name="Text 50">
            <a:extLst>
              <a:ext uri="{FF2B5EF4-FFF2-40B4-BE49-F238E27FC236}">
                <a16:creationId xmlns:a16="http://schemas.microsoft.com/office/drawing/2014/main" id="{A76681D6-D88E-025F-78D8-7C6920E883A0}"/>
              </a:ext>
            </a:extLst>
          </p:cNvPr>
          <p:cNvSpPr txBox="1"/>
          <p:nvPr/>
        </p:nvSpPr>
        <p:spPr>
          <a:xfrm>
            <a:off x="1460987" y="3495807"/>
            <a:ext cx="10127633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hazard detection unit in ID compares the source registers of the instruction in ID against the destination of the load in EX.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match it does three things in the same cycle:</a:t>
            </a:r>
            <a:endParaRPr lang="en-US" sz="1280" dirty="0"/>
          </a:p>
          <a:p>
            <a:pPr marL="569913" lvl="1" indent="-227013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Hold the PC so IF refetches the same instruction,</a:t>
            </a:r>
            <a:endParaRPr lang="en-US" sz="1280" dirty="0"/>
          </a:p>
          <a:p>
            <a:pPr marL="569913" lvl="1" indent="-227013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Hold the IF/ID latch so ID re-decodes,</a:t>
            </a:r>
            <a:endParaRPr lang="en-US" sz="1280" dirty="0"/>
          </a:p>
          <a:p>
            <a:pPr marL="569913" lvl="1" indent="-227013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the control signals in ID/EX, creating a NOP that flows harmlessly down the pipe.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zeroed slot is the bubble. It occupies a stage but does no useful work.</a:t>
            </a:r>
            <a:endParaRPr lang="en-US" sz="1280" dirty="0"/>
          </a:p>
        </p:txBody>
      </p:sp>
    </p:spTree>
    <p:extLst>
      <p:ext uri="{BB962C8B-B14F-4D97-AF65-F5344CB8AC3E}">
        <p14:creationId xmlns:p14="http://schemas.microsoft.com/office/powerpoint/2010/main" val="13310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49AB2-6771-AE7A-B717-05A4ED80F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8A808-06CC-0508-8DBD-AD3DC730A71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84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87FBDE7-F2D5-623B-08DC-4A0BF3ABA0B8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Hazard Observation in “C” Code </a:t>
            </a:r>
            <a:endParaRPr lang="en-US" sz="3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5BFFC3-F427-5B0A-85E5-3D19B85939C5}"/>
              </a:ext>
            </a:extLst>
          </p:cNvPr>
          <p:cNvGrpSpPr/>
          <p:nvPr/>
        </p:nvGrpSpPr>
        <p:grpSpPr>
          <a:xfrm>
            <a:off x="183813" y="1164398"/>
            <a:ext cx="11267995" cy="3593631"/>
            <a:chOff x="183813" y="1164398"/>
            <a:chExt cx="11267995" cy="35936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60696E7-EBE1-B8C4-5793-E2DF747AE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813" y="1164398"/>
              <a:ext cx="5044877" cy="326011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E1E8D07-C15C-27F2-D768-5FE486D22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2477" y="1164398"/>
              <a:ext cx="5149331" cy="3139712"/>
            </a:xfrm>
            <a:prstGeom prst="rect">
              <a:avLst/>
            </a:prstGeom>
          </p:spPr>
        </p:pic>
        <p:sp>
          <p:nvSpPr>
            <p:cNvPr id="10" name="Text 50">
              <a:extLst>
                <a:ext uri="{FF2B5EF4-FFF2-40B4-BE49-F238E27FC236}">
                  <a16:creationId xmlns:a16="http://schemas.microsoft.com/office/drawing/2014/main" id="{8FD7BBB5-1A9B-7DE8-8AB9-C59C65486A1D}"/>
                </a:ext>
              </a:extLst>
            </p:cNvPr>
            <p:cNvSpPr txBox="1"/>
            <p:nvPr/>
          </p:nvSpPr>
          <p:spPr>
            <a:xfrm>
              <a:off x="1669153" y="4424516"/>
              <a:ext cx="2074195" cy="333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spcAft>
                  <a:spcPts val="700"/>
                </a:spcAft>
                <a:buSzPct val="100000"/>
              </a:pPr>
              <a:r>
                <a:rPr lang="en-US" sz="1280" dirty="0">
                  <a:solidFill>
                    <a:srgbClr val="FF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Code consisting of data hazard</a:t>
              </a:r>
              <a:endParaRPr lang="en-US" sz="1280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 50">
              <a:extLst>
                <a:ext uri="{FF2B5EF4-FFF2-40B4-BE49-F238E27FC236}">
                  <a16:creationId xmlns:a16="http://schemas.microsoft.com/office/drawing/2014/main" id="{792A8D76-A1C4-EE4B-734C-40F7F20F26CA}"/>
                </a:ext>
              </a:extLst>
            </p:cNvPr>
            <p:cNvSpPr txBox="1"/>
            <p:nvPr/>
          </p:nvSpPr>
          <p:spPr>
            <a:xfrm>
              <a:off x="7743381" y="4281546"/>
              <a:ext cx="2074195" cy="333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spcAft>
                  <a:spcPts val="700"/>
                </a:spcAft>
                <a:buSzPct val="100000"/>
              </a:pPr>
              <a:r>
                <a:rPr lang="en-US" sz="1280" dirty="0">
                  <a:solidFill>
                    <a:srgbClr val="FF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Code without data hazard</a:t>
              </a:r>
              <a:endParaRPr lang="en-US" sz="1280" dirty="0"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6C9E171-EB68-5B09-9639-BD30A1D9ADF3}"/>
                </a:ext>
              </a:extLst>
            </p:cNvPr>
            <p:cNvCxnSpPr>
              <a:cxnSpLocks/>
            </p:cNvCxnSpPr>
            <p:nvPr/>
          </p:nvCxnSpPr>
          <p:spPr>
            <a:xfrm>
              <a:off x="5784980" y="1164398"/>
              <a:ext cx="0" cy="3260118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6B31DDA-87C7-05EF-5D98-EC9F40FDCF5F}"/>
              </a:ext>
            </a:extLst>
          </p:cNvPr>
          <p:cNvGrpSpPr/>
          <p:nvPr/>
        </p:nvGrpSpPr>
        <p:grpSpPr>
          <a:xfrm>
            <a:off x="563218" y="5195222"/>
            <a:ext cx="11158727" cy="1208366"/>
            <a:chOff x="502920" y="1170432"/>
            <a:chExt cx="5532120" cy="2057400"/>
          </a:xfrm>
        </p:grpSpPr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547E24C2-CDE3-07C2-DD74-61FDAF0690C2}"/>
                </a:ext>
              </a:extLst>
            </p:cNvPr>
            <p:cNvSpPr/>
            <p:nvPr/>
          </p:nvSpPr>
          <p:spPr>
            <a:xfrm>
              <a:off x="502920" y="1170432"/>
              <a:ext cx="5532120" cy="384048"/>
            </a:xfrm>
            <a:prstGeom prst="rect">
              <a:avLst/>
            </a:prstGeom>
            <a:solidFill>
              <a:srgbClr val="A5A1D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">
              <a:extLst>
                <a:ext uri="{FF2B5EF4-FFF2-40B4-BE49-F238E27FC236}">
                  <a16:creationId xmlns:a16="http://schemas.microsoft.com/office/drawing/2014/main" id="{8324F004-AD9E-5413-E837-77E5F95621D3}"/>
                </a:ext>
              </a:extLst>
            </p:cNvPr>
            <p:cNvSpPr txBox="1"/>
            <p:nvPr/>
          </p:nvSpPr>
          <p:spPr>
            <a:xfrm>
              <a:off x="612648" y="1170432"/>
              <a:ext cx="53126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Hazard and </a:t>
              </a:r>
              <a:r>
                <a:rPr lang="en-US" sz="1400" b="1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NoHazard</a:t>
              </a:r>
              <a:r>
                <a:rPr lang="en-US" sz="14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 code</a:t>
              </a:r>
              <a:endParaRPr lang="en-US" sz="1400" dirty="0"/>
            </a:p>
          </p:txBody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AA6925B5-97D9-24C4-5ABB-3CEB046298D4}"/>
                </a:ext>
              </a:extLst>
            </p:cNvPr>
            <p:cNvSpPr/>
            <p:nvPr/>
          </p:nvSpPr>
          <p:spPr>
            <a:xfrm>
              <a:off x="502920" y="1554482"/>
              <a:ext cx="5532120" cy="1360648"/>
            </a:xfrm>
            <a:prstGeom prst="rect">
              <a:avLst/>
            </a:prstGeom>
            <a:solidFill>
              <a:srgbClr val="EDE1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1E03A74B-9BE1-C2AC-32A1-1E3C33888FF0}"/>
                </a:ext>
              </a:extLst>
            </p:cNvPr>
            <p:cNvSpPr txBox="1"/>
            <p:nvPr/>
          </p:nvSpPr>
          <p:spPr>
            <a:xfrm>
              <a:off x="649224" y="1645920"/>
              <a:ext cx="5239512" cy="1581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68275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First code (</a:t>
              </a:r>
              <a:r>
                <a:rPr lang="en-US" sz="1200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Hazard.c</a:t>
              </a: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) and second (</a:t>
              </a:r>
              <a:r>
                <a:rPr lang="en-US" sz="1200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NoHazard.c</a:t>
              </a: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) producing the same output</a:t>
              </a:r>
            </a:p>
            <a:p>
              <a:pPr marL="168275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Second code is modified with a temporary variable</a:t>
              </a:r>
            </a:p>
            <a:p>
              <a:pPr marL="168275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This code modification does not handle data hazard 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5822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B452B-C402-8D58-FAB5-526380F6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B35EB-7CE2-B961-EA48-9321E5F4702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85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A3328F1-FB9A-ED9C-5E17-018D35F37243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Hazard and </a:t>
            </a:r>
            <a:r>
              <a:rPr lang="en-US" sz="3000" dirty="0" err="1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NoHazard</a:t>
            </a: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 (C) Code Execution in gem5</a:t>
            </a:r>
            <a:endParaRPr lang="en-US" sz="3000" dirty="0"/>
          </a:p>
        </p:txBody>
      </p:sp>
      <p:sp>
        <p:nvSpPr>
          <p:cNvPr id="136" name="Text 50">
            <a:extLst>
              <a:ext uri="{FF2B5EF4-FFF2-40B4-BE49-F238E27FC236}">
                <a16:creationId xmlns:a16="http://schemas.microsoft.com/office/drawing/2014/main" id="{DEA1B807-CB13-FAA3-5B05-04C7B77B55A2}"/>
              </a:ext>
            </a:extLst>
          </p:cNvPr>
          <p:cNvSpPr txBox="1"/>
          <p:nvPr/>
        </p:nvSpPr>
        <p:spPr>
          <a:xfrm>
            <a:off x="392943" y="5609844"/>
            <a:ext cx="11406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code were executed in gem5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Red arrow shows total clock cycles, second code is hazard free but requires more time due to temporary variable handling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Now we will use stalls to make the code hazard free</a:t>
            </a:r>
            <a:endParaRPr lang="en-US" sz="128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7A7332-45BC-4AF8-6DAA-5DA436264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86" y="1115959"/>
            <a:ext cx="5407686" cy="4351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E0E16A-0DB5-7883-5022-764FCD037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961" y="1115959"/>
            <a:ext cx="5407687" cy="435127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C2A3F2-AE5D-8A71-6062-1ED01B3D3617}"/>
              </a:ext>
            </a:extLst>
          </p:cNvPr>
          <p:cNvCxnSpPr/>
          <p:nvPr/>
        </p:nvCxnSpPr>
        <p:spPr>
          <a:xfrm>
            <a:off x="1063690" y="5337110"/>
            <a:ext cx="746449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E95771-470E-5DEE-7C96-2412BF42C3AF}"/>
              </a:ext>
            </a:extLst>
          </p:cNvPr>
          <p:cNvCxnSpPr/>
          <p:nvPr/>
        </p:nvCxnSpPr>
        <p:spPr>
          <a:xfrm>
            <a:off x="7072604" y="5281127"/>
            <a:ext cx="662474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B04A76-70DB-5B45-4FCD-981B16C57162}"/>
              </a:ext>
            </a:extLst>
          </p:cNvPr>
          <p:cNvCxnSpPr/>
          <p:nvPr/>
        </p:nvCxnSpPr>
        <p:spPr>
          <a:xfrm flipV="1">
            <a:off x="979714" y="5281127"/>
            <a:ext cx="401217" cy="522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0E53C1-B956-EB72-30C2-1D2F6410C8C1}"/>
              </a:ext>
            </a:extLst>
          </p:cNvPr>
          <p:cNvCxnSpPr/>
          <p:nvPr/>
        </p:nvCxnSpPr>
        <p:spPr>
          <a:xfrm flipV="1">
            <a:off x="7072604" y="5281127"/>
            <a:ext cx="270588" cy="328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3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0599-CF1F-C04E-CB01-B1ECB0F88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5143F-7C6F-E40C-7866-1690D76E6C6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86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31D835DB-31C9-08EA-21F1-A1F0002B8499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Parameter Selection for Hazard Analysis</a:t>
            </a:r>
            <a:endParaRPr lang="en-US" sz="3000" dirty="0"/>
          </a:p>
        </p:txBody>
      </p:sp>
      <p:sp>
        <p:nvSpPr>
          <p:cNvPr id="23" name="Text 50">
            <a:extLst>
              <a:ext uri="{FF2B5EF4-FFF2-40B4-BE49-F238E27FC236}">
                <a16:creationId xmlns:a16="http://schemas.microsoft.com/office/drawing/2014/main" id="{D9B550FA-74ED-EFD0-7989-F7A002237DF8}"/>
              </a:ext>
            </a:extLst>
          </p:cNvPr>
          <p:cNvSpPr txBox="1"/>
          <p:nvPr/>
        </p:nvSpPr>
        <p:spPr>
          <a:xfrm>
            <a:off x="469236" y="5146498"/>
            <a:ext cx="7807017" cy="1000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8275" indent="-168275"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Executing Hazard and </a:t>
            </a:r>
            <a:r>
              <a:rPr lang="en-US" sz="14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NoHazrd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produces changed values in the stats file (above figure)</a:t>
            </a:r>
          </a:p>
          <a:p>
            <a:pPr marL="168275" indent="-168275"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the parameters of the system does not change </a:t>
            </a:r>
          </a:p>
          <a:p>
            <a:pPr marL="168275" indent="-168275"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Only few parameters have impacts for hazard and non hazard code execution</a:t>
            </a:r>
          </a:p>
          <a:p>
            <a:pPr marL="168275" indent="-168275">
              <a:spcAft>
                <a:spcPts val="7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We have selected several important parameters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AD2DA1-BBD3-573C-4C08-4D2AE752B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75" y="1083194"/>
            <a:ext cx="8089641" cy="3620909"/>
          </a:xfrm>
          <a:prstGeom prst="rect">
            <a:avLst/>
          </a:prstGeom>
        </p:spPr>
      </p:pic>
      <p:sp>
        <p:nvSpPr>
          <p:cNvPr id="8" name="Text 50">
            <a:extLst>
              <a:ext uri="{FF2B5EF4-FFF2-40B4-BE49-F238E27FC236}">
                <a16:creationId xmlns:a16="http://schemas.microsoft.com/office/drawing/2014/main" id="{1D3E8433-FAFC-0260-D063-9419687959DE}"/>
              </a:ext>
            </a:extLst>
          </p:cNvPr>
          <p:cNvSpPr txBox="1"/>
          <p:nvPr/>
        </p:nvSpPr>
        <p:spPr>
          <a:xfrm>
            <a:off x="1178731" y="4758544"/>
            <a:ext cx="2074195" cy="333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lang="en-US" sz="128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Hazard Statistics</a:t>
            </a:r>
            <a:endParaRPr lang="en-US" sz="1280" dirty="0">
              <a:solidFill>
                <a:srgbClr val="FF0000"/>
              </a:solidFill>
            </a:endParaRPr>
          </a:p>
        </p:txBody>
      </p:sp>
      <p:sp>
        <p:nvSpPr>
          <p:cNvPr id="11" name="Text 50">
            <a:extLst>
              <a:ext uri="{FF2B5EF4-FFF2-40B4-BE49-F238E27FC236}">
                <a16:creationId xmlns:a16="http://schemas.microsoft.com/office/drawing/2014/main" id="{782BD394-933C-1DBC-BD4D-FB9FAF83310A}"/>
              </a:ext>
            </a:extLst>
          </p:cNvPr>
          <p:cNvSpPr txBox="1"/>
          <p:nvPr/>
        </p:nvSpPr>
        <p:spPr>
          <a:xfrm>
            <a:off x="5629433" y="4758543"/>
            <a:ext cx="2074195" cy="333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lang="en-US" sz="1280" dirty="0" err="1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NoHazard</a:t>
            </a:r>
            <a:r>
              <a:rPr lang="en-US" sz="128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Statistics</a:t>
            </a:r>
            <a:endParaRPr lang="en-US" sz="1280" dirty="0">
              <a:solidFill>
                <a:srgbClr val="FF0000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141C72-D3B3-2412-6FCE-F640E1F6FE6C}"/>
              </a:ext>
            </a:extLst>
          </p:cNvPr>
          <p:cNvGrpSpPr/>
          <p:nvPr/>
        </p:nvGrpSpPr>
        <p:grpSpPr>
          <a:xfrm>
            <a:off x="8668139" y="1083194"/>
            <a:ext cx="2916749" cy="3675348"/>
            <a:chOff x="8092440" y="1554480"/>
            <a:chExt cx="3520440" cy="3675348"/>
          </a:xfrm>
        </p:grpSpPr>
        <p:sp>
          <p:nvSpPr>
            <p:cNvPr id="18" name="Shape 10">
              <a:extLst>
                <a:ext uri="{FF2B5EF4-FFF2-40B4-BE49-F238E27FC236}">
                  <a16:creationId xmlns:a16="http://schemas.microsoft.com/office/drawing/2014/main" id="{C1A49EDE-BCCC-3669-E6EA-DC34DB2A8B08}"/>
                </a:ext>
              </a:extLst>
            </p:cNvPr>
            <p:cNvSpPr/>
            <p:nvPr/>
          </p:nvSpPr>
          <p:spPr>
            <a:xfrm>
              <a:off x="8092440" y="1554480"/>
              <a:ext cx="3520440" cy="411480"/>
            </a:xfrm>
            <a:prstGeom prst="rect">
              <a:avLst/>
            </a:prstGeom>
            <a:solidFill>
              <a:srgbClr val="9CCFB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222F98B8-4C30-D418-2ECA-C8A681401413}"/>
                </a:ext>
              </a:extLst>
            </p:cNvPr>
            <p:cNvSpPr txBox="1"/>
            <p:nvPr/>
          </p:nvSpPr>
          <p:spPr>
            <a:xfrm>
              <a:off x="8202168" y="1554480"/>
              <a:ext cx="3300984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Selected Parameters</a:t>
              </a:r>
              <a:endParaRPr lang="en-US" sz="1500" dirty="0"/>
            </a:p>
          </p:txBody>
        </p:sp>
        <p:sp>
          <p:nvSpPr>
            <p:cNvPr id="22" name="Shape 12">
              <a:extLst>
                <a:ext uri="{FF2B5EF4-FFF2-40B4-BE49-F238E27FC236}">
                  <a16:creationId xmlns:a16="http://schemas.microsoft.com/office/drawing/2014/main" id="{21D4413B-2C89-9EC7-4413-8082E3763A0E}"/>
                </a:ext>
              </a:extLst>
            </p:cNvPr>
            <p:cNvSpPr/>
            <p:nvPr/>
          </p:nvSpPr>
          <p:spPr>
            <a:xfrm>
              <a:off x="8092440" y="1965959"/>
              <a:ext cx="3520440" cy="3263869"/>
            </a:xfrm>
            <a:prstGeom prst="rect">
              <a:avLst/>
            </a:prstGeom>
            <a:solidFill>
              <a:srgbClr val="DCEFE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3">
              <a:extLst>
                <a:ext uri="{FF2B5EF4-FFF2-40B4-BE49-F238E27FC236}">
                  <a16:creationId xmlns:a16="http://schemas.microsoft.com/office/drawing/2014/main" id="{087FBB05-EF41-26C1-AF08-9AE939185EC7}"/>
                </a:ext>
              </a:extLst>
            </p:cNvPr>
            <p:cNvSpPr txBox="1"/>
            <p:nvPr/>
          </p:nvSpPr>
          <p:spPr>
            <a:xfrm>
              <a:off x="8238744" y="2057400"/>
              <a:ext cx="3227832" cy="2423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28600" indent="-228600">
                <a:buAutoNum type="arabicPeriod"/>
              </a:pP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Misc.Stall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# Number of cycles fetch has spent waiting on interrupts, or bad addresses, or out of MSHRs (Cycle)</a:t>
              </a:r>
            </a:p>
            <a:p>
              <a:pPr marL="228600" indent="-228600">
                <a:buAutoNum type="arabicPeriod"/>
              </a:pP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TrapStall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# Number of stall cycles due to pending traps (Cycle)</a:t>
              </a:r>
            </a:p>
            <a:p>
              <a:pPr marL="228600" indent="-228600">
                <a:buAutoNum type="arabicPeriod"/>
              </a:pP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Icache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# </a:t>
              </a:r>
              <a:r>
                <a:rPr lang="en-U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ICache</a:t>
              </a: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total stall cycles (Cycle)</a:t>
              </a:r>
            </a:p>
            <a:p>
              <a:pPr marL="228600" indent="-228600">
                <a:buAutoNum type="arabicPeriod"/>
              </a:pPr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SimTick: # Number of ticks from beginning of simulation (restored from checkpoints and never reset) (Tick)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798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4F33-8B98-317B-6EB6-EC16CC16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55A3B-27D9-90D3-D1BE-5ABD0D2C551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87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FAB8441-72E7-17C4-AA12-2CF2636D4825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Variations of Stall in Code </a:t>
            </a:r>
            <a:endParaRPr lang="en-US" sz="3000" dirty="0"/>
          </a:p>
        </p:txBody>
      </p:sp>
      <p:sp>
        <p:nvSpPr>
          <p:cNvPr id="10" name="Text 50">
            <a:extLst>
              <a:ext uri="{FF2B5EF4-FFF2-40B4-BE49-F238E27FC236}">
                <a16:creationId xmlns:a16="http://schemas.microsoft.com/office/drawing/2014/main" id="{0505349D-A262-F1D7-4B9B-2DA8C3E98014}"/>
              </a:ext>
            </a:extLst>
          </p:cNvPr>
          <p:cNvSpPr txBox="1"/>
          <p:nvPr/>
        </p:nvSpPr>
        <p:spPr>
          <a:xfrm>
            <a:off x="740192" y="3517641"/>
            <a:ext cx="2074195" cy="333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lang="en-US" sz="128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NOP stall</a:t>
            </a:r>
            <a:endParaRPr lang="en-US" sz="1280" dirty="0">
              <a:solidFill>
                <a:srgbClr val="FF0000"/>
              </a:solidFill>
            </a:endParaRPr>
          </a:p>
        </p:txBody>
      </p:sp>
      <p:sp>
        <p:nvSpPr>
          <p:cNvPr id="12" name="Text 50">
            <a:extLst>
              <a:ext uri="{FF2B5EF4-FFF2-40B4-BE49-F238E27FC236}">
                <a16:creationId xmlns:a16="http://schemas.microsoft.com/office/drawing/2014/main" id="{853FABB7-8C8B-AFAB-C02F-40AB768C96A6}"/>
              </a:ext>
            </a:extLst>
          </p:cNvPr>
          <p:cNvSpPr txBox="1"/>
          <p:nvPr/>
        </p:nvSpPr>
        <p:spPr>
          <a:xfrm>
            <a:off x="4897545" y="3547923"/>
            <a:ext cx="2074195" cy="333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lang="en-US" sz="128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Double NOP stall</a:t>
            </a:r>
            <a:endParaRPr lang="en-US" sz="128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268B19-20C4-A2D0-720E-36D4C8931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94" y="1200080"/>
            <a:ext cx="3483885" cy="2140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2DE8AB-E199-9FCA-E39E-83AEFECB3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481" y="1200079"/>
            <a:ext cx="3116026" cy="22289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33ACC9-5AB7-C31B-EFFA-FD477C16F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0478" y="1331820"/>
            <a:ext cx="2951428" cy="2097180"/>
          </a:xfrm>
          <a:prstGeom prst="rect">
            <a:avLst/>
          </a:prstGeom>
        </p:spPr>
      </p:pic>
      <p:sp>
        <p:nvSpPr>
          <p:cNvPr id="14" name="Text 50">
            <a:extLst>
              <a:ext uri="{FF2B5EF4-FFF2-40B4-BE49-F238E27FC236}">
                <a16:creationId xmlns:a16="http://schemas.microsoft.com/office/drawing/2014/main" id="{38526A65-5335-5454-0514-974A2F47EE7E}"/>
              </a:ext>
            </a:extLst>
          </p:cNvPr>
          <p:cNvSpPr txBox="1"/>
          <p:nvPr/>
        </p:nvSpPr>
        <p:spPr>
          <a:xfrm>
            <a:off x="9377613" y="3547923"/>
            <a:ext cx="2074195" cy="333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lang="en-US" sz="128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Unnecessary NOP stall</a:t>
            </a:r>
            <a:endParaRPr lang="en-US" sz="1280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4FDE43-71F4-BB00-1A46-AAB2B3020F46}"/>
              </a:ext>
            </a:extLst>
          </p:cNvPr>
          <p:cNvCxnSpPr/>
          <p:nvPr/>
        </p:nvCxnSpPr>
        <p:spPr>
          <a:xfrm>
            <a:off x="4086808" y="1200079"/>
            <a:ext cx="0" cy="2651075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00D06D-8538-2C75-ADCC-E8B37A49E796}"/>
              </a:ext>
            </a:extLst>
          </p:cNvPr>
          <p:cNvCxnSpPr/>
          <p:nvPr/>
        </p:nvCxnSpPr>
        <p:spPr>
          <a:xfrm>
            <a:off x="8173616" y="1200079"/>
            <a:ext cx="0" cy="2681357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2D8B1A0-2E75-A335-D069-06658C4835BE}"/>
              </a:ext>
            </a:extLst>
          </p:cNvPr>
          <p:cNvGrpSpPr/>
          <p:nvPr/>
        </p:nvGrpSpPr>
        <p:grpSpPr>
          <a:xfrm>
            <a:off x="573179" y="4342955"/>
            <a:ext cx="11158727" cy="1208366"/>
            <a:chOff x="502920" y="1170432"/>
            <a:chExt cx="5532120" cy="2057400"/>
          </a:xfrm>
        </p:grpSpPr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9FABB9B5-A3E3-B0ED-4E56-206556E1F506}"/>
                </a:ext>
              </a:extLst>
            </p:cNvPr>
            <p:cNvSpPr/>
            <p:nvPr/>
          </p:nvSpPr>
          <p:spPr>
            <a:xfrm>
              <a:off x="502920" y="1170432"/>
              <a:ext cx="5532120" cy="384048"/>
            </a:xfrm>
            <a:prstGeom prst="rect">
              <a:avLst/>
            </a:prstGeom>
            <a:solidFill>
              <a:srgbClr val="A5A1D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">
              <a:extLst>
                <a:ext uri="{FF2B5EF4-FFF2-40B4-BE49-F238E27FC236}">
                  <a16:creationId xmlns:a16="http://schemas.microsoft.com/office/drawing/2014/main" id="{4891E961-1A73-BD42-2F34-11D596F08150}"/>
                </a:ext>
              </a:extLst>
            </p:cNvPr>
            <p:cNvSpPr txBox="1"/>
            <p:nvPr/>
          </p:nvSpPr>
          <p:spPr>
            <a:xfrm>
              <a:off x="612648" y="1170432"/>
              <a:ext cx="53126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Placing stall in different locations</a:t>
              </a:r>
              <a:endParaRPr lang="en-US" sz="1400" dirty="0"/>
            </a:p>
          </p:txBody>
        </p:sp>
        <p:sp>
          <p:nvSpPr>
            <p:cNvPr id="27" name="Shape 3">
              <a:extLst>
                <a:ext uri="{FF2B5EF4-FFF2-40B4-BE49-F238E27FC236}">
                  <a16:creationId xmlns:a16="http://schemas.microsoft.com/office/drawing/2014/main" id="{2027E426-D685-E9F8-5094-4C7413420789}"/>
                </a:ext>
              </a:extLst>
            </p:cNvPr>
            <p:cNvSpPr/>
            <p:nvPr/>
          </p:nvSpPr>
          <p:spPr>
            <a:xfrm>
              <a:off x="502920" y="1554482"/>
              <a:ext cx="5532120" cy="1360648"/>
            </a:xfrm>
            <a:prstGeom prst="rect">
              <a:avLst/>
            </a:prstGeom>
            <a:solidFill>
              <a:srgbClr val="EDE1F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4">
              <a:extLst>
                <a:ext uri="{FF2B5EF4-FFF2-40B4-BE49-F238E27FC236}">
                  <a16:creationId xmlns:a16="http://schemas.microsoft.com/office/drawing/2014/main" id="{56580F83-1529-CBB1-285D-F9261082F831}"/>
                </a:ext>
              </a:extLst>
            </p:cNvPr>
            <p:cNvSpPr txBox="1"/>
            <p:nvPr/>
          </p:nvSpPr>
          <p:spPr>
            <a:xfrm>
              <a:off x="649224" y="1645920"/>
              <a:ext cx="5239512" cy="1581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68275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We used “NOP” stall to hold pipeline stage for the variable to be saved properly</a:t>
              </a:r>
            </a:p>
            <a:p>
              <a:pPr marL="168275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Stalls can be place in different location of the code</a:t>
              </a:r>
            </a:p>
            <a:p>
              <a:pPr marL="168275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Placing stall in different location produces different of the selected parameter in gem5 stats.txt file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8305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F0864-F1B6-899D-BCA5-924F2FE84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418D4-D649-B421-92A9-F9ADEC39EC8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88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54A8FFF-1BE6-7629-6B44-EE29C72874C2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Parameter Reflection for Variations of Stall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081986-0F0E-FD8B-D61A-C1317344C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03" y="1041477"/>
            <a:ext cx="6629413" cy="461772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55D1631-39B3-081C-93BD-D62FECC5B23B}"/>
              </a:ext>
            </a:extLst>
          </p:cNvPr>
          <p:cNvGrpSpPr/>
          <p:nvPr/>
        </p:nvGrpSpPr>
        <p:grpSpPr>
          <a:xfrm>
            <a:off x="81732" y="4083939"/>
            <a:ext cx="5239511" cy="2214223"/>
            <a:chOff x="502920" y="3373015"/>
            <a:chExt cx="5532120" cy="1743122"/>
          </a:xfrm>
        </p:grpSpPr>
        <p:sp>
          <p:nvSpPr>
            <p:cNvPr id="8" name="Shape 20">
              <a:extLst>
                <a:ext uri="{FF2B5EF4-FFF2-40B4-BE49-F238E27FC236}">
                  <a16:creationId xmlns:a16="http://schemas.microsoft.com/office/drawing/2014/main" id="{2024F133-348A-1E96-03AC-6F1DAF1C72B3}"/>
                </a:ext>
              </a:extLst>
            </p:cNvPr>
            <p:cNvSpPr/>
            <p:nvPr/>
          </p:nvSpPr>
          <p:spPr>
            <a:xfrm>
              <a:off x="502920" y="3373015"/>
              <a:ext cx="5532120" cy="384048"/>
            </a:xfrm>
            <a:prstGeom prst="rect">
              <a:avLst/>
            </a:prstGeom>
            <a:solidFill>
              <a:srgbClr val="A5A1D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21">
              <a:extLst>
                <a:ext uri="{FF2B5EF4-FFF2-40B4-BE49-F238E27FC236}">
                  <a16:creationId xmlns:a16="http://schemas.microsoft.com/office/drawing/2014/main" id="{1C00E825-D93F-F4D3-B721-F4A58C3CAAC9}"/>
                </a:ext>
              </a:extLst>
            </p:cNvPr>
            <p:cNvSpPr txBox="1"/>
            <p:nvPr/>
          </p:nvSpPr>
          <p:spPr>
            <a:xfrm>
              <a:off x="612648" y="3373015"/>
              <a:ext cx="53126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Explanation of the figure</a:t>
              </a:r>
              <a:endParaRPr lang="en-US" sz="1400" dirty="0"/>
            </a:p>
          </p:txBody>
        </p:sp>
        <p:sp>
          <p:nvSpPr>
            <p:cNvPr id="15" name="Shape 22">
              <a:extLst>
                <a:ext uri="{FF2B5EF4-FFF2-40B4-BE49-F238E27FC236}">
                  <a16:creationId xmlns:a16="http://schemas.microsoft.com/office/drawing/2014/main" id="{C331A35E-51B2-334C-A249-EEAEBB24F20B}"/>
                </a:ext>
              </a:extLst>
            </p:cNvPr>
            <p:cNvSpPr/>
            <p:nvPr/>
          </p:nvSpPr>
          <p:spPr>
            <a:xfrm>
              <a:off x="502920" y="3757063"/>
              <a:ext cx="5532120" cy="1359074"/>
            </a:xfrm>
            <a:prstGeom prst="rect">
              <a:avLst/>
            </a:prstGeom>
            <a:solidFill>
              <a:srgbClr val="FCE4D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23">
              <a:extLst>
                <a:ext uri="{FF2B5EF4-FFF2-40B4-BE49-F238E27FC236}">
                  <a16:creationId xmlns:a16="http://schemas.microsoft.com/office/drawing/2014/main" id="{C7CFE8C8-5146-F3DC-ECFB-31BFEFEF0816}"/>
                </a:ext>
              </a:extLst>
            </p:cNvPr>
            <p:cNvSpPr txBox="1"/>
            <p:nvPr/>
          </p:nvSpPr>
          <p:spPr>
            <a:xfrm>
              <a:off x="649224" y="3848503"/>
              <a:ext cx="5239512" cy="12265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Different colored lines represent different parameter</a:t>
              </a:r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All parameters tends to lower down values with code variations</a:t>
              </a:r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Hazard code has the highest execution parameters, no hazard </a:t>
              </a:r>
              <a:r>
                <a:rPr lang="en-US" sz="1350" dirty="0" err="1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sode</a:t>
              </a:r>
              <a:r>
                <a:rPr lang="en-US" sz="1350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 has the lowest parameters</a:t>
              </a:r>
            </a:p>
            <a:p>
              <a:pPr marL="168275" indent="-168275">
                <a:spcAft>
                  <a:spcPts val="700"/>
                </a:spcAft>
                <a:buSzPct val="100000"/>
                <a:buChar char="•"/>
              </a:pPr>
              <a:r>
                <a:rPr lang="en-US" sz="1350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Intermediate code variations produced a gradual change in the values</a:t>
              </a:r>
              <a:endParaRPr lang="en-US" sz="1350" dirty="0"/>
            </a:p>
          </p:txBody>
        </p:sp>
      </p:grpSp>
      <p:sp>
        <p:nvSpPr>
          <p:cNvPr id="18" name="Text 50">
            <a:extLst>
              <a:ext uri="{FF2B5EF4-FFF2-40B4-BE49-F238E27FC236}">
                <a16:creationId xmlns:a16="http://schemas.microsoft.com/office/drawing/2014/main" id="{EB051E2A-D574-F3E1-61EF-9BCF5136D666}"/>
              </a:ext>
            </a:extLst>
          </p:cNvPr>
          <p:cNvSpPr txBox="1"/>
          <p:nvPr/>
        </p:nvSpPr>
        <p:spPr>
          <a:xfrm>
            <a:off x="7644845" y="5786283"/>
            <a:ext cx="3038706" cy="333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lang="en-US" sz="128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Parameter changes for code variations</a:t>
            </a:r>
            <a:endParaRPr lang="en-US" sz="1280" dirty="0">
              <a:solidFill>
                <a:srgbClr val="FF000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D5EEE7-A4B2-A440-F2F3-E29B7C4D8029}"/>
              </a:ext>
            </a:extLst>
          </p:cNvPr>
          <p:cNvGrpSpPr/>
          <p:nvPr/>
        </p:nvGrpSpPr>
        <p:grpSpPr>
          <a:xfrm>
            <a:off x="126584" y="1041477"/>
            <a:ext cx="5422392" cy="2915384"/>
            <a:chOff x="6199632" y="1170432"/>
            <a:chExt cx="5422392" cy="2915384"/>
          </a:xfrm>
        </p:grpSpPr>
        <p:sp>
          <p:nvSpPr>
            <p:cNvPr id="22" name="Shape 7">
              <a:extLst>
                <a:ext uri="{FF2B5EF4-FFF2-40B4-BE49-F238E27FC236}">
                  <a16:creationId xmlns:a16="http://schemas.microsoft.com/office/drawing/2014/main" id="{C5EBA704-6056-F171-3729-8159F8F427A7}"/>
                </a:ext>
              </a:extLst>
            </p:cNvPr>
            <p:cNvSpPr/>
            <p:nvPr/>
          </p:nvSpPr>
          <p:spPr>
            <a:xfrm>
              <a:off x="6199632" y="1170432"/>
              <a:ext cx="5194659" cy="384048"/>
            </a:xfrm>
            <a:prstGeom prst="rect">
              <a:avLst/>
            </a:prstGeom>
            <a:solidFill>
              <a:srgbClr val="F4B18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FC387D4B-E1D5-43FE-7BF2-E0BC2117AA88}"/>
                </a:ext>
              </a:extLst>
            </p:cNvPr>
            <p:cNvSpPr txBox="1"/>
            <p:nvPr/>
          </p:nvSpPr>
          <p:spPr>
            <a:xfrm>
              <a:off x="6309360" y="1170432"/>
              <a:ext cx="53126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spcAft>
                  <a:spcPts val="700"/>
                </a:spcAft>
                <a:buSzPct val="100000"/>
              </a:pPr>
              <a:r>
                <a:rPr lang="en-US" sz="14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In code variation we place “NOP” as the following location in the code</a:t>
              </a:r>
            </a:p>
          </p:txBody>
        </p:sp>
        <p:sp>
          <p:nvSpPr>
            <p:cNvPr id="25" name="Shape 9">
              <a:extLst>
                <a:ext uri="{FF2B5EF4-FFF2-40B4-BE49-F238E27FC236}">
                  <a16:creationId xmlns:a16="http://schemas.microsoft.com/office/drawing/2014/main" id="{4F6A48A2-A9CA-7F43-03AC-F8F164273E54}"/>
                </a:ext>
              </a:extLst>
            </p:cNvPr>
            <p:cNvSpPr/>
            <p:nvPr/>
          </p:nvSpPr>
          <p:spPr>
            <a:xfrm>
              <a:off x="6199632" y="1554480"/>
              <a:ext cx="5194659" cy="2531336"/>
            </a:xfrm>
            <a:prstGeom prst="rect">
              <a:avLst/>
            </a:prstGeom>
            <a:solidFill>
              <a:srgbClr val="FCE4D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10">
              <a:extLst>
                <a:ext uri="{FF2B5EF4-FFF2-40B4-BE49-F238E27FC236}">
                  <a16:creationId xmlns:a16="http://schemas.microsoft.com/office/drawing/2014/main" id="{19E92015-E1D7-8FC0-17AE-0A2AF16941B5}"/>
                </a:ext>
              </a:extLst>
            </p:cNvPr>
            <p:cNvSpPr txBox="1"/>
            <p:nvPr/>
          </p:nvSpPr>
          <p:spPr>
            <a:xfrm>
              <a:off x="6345936" y="1645919"/>
              <a:ext cx="5239512" cy="24398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457200" lvl="2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  <a:tabLst>
                  <a:tab pos="569913" algn="l"/>
                </a:tabLst>
              </a:pPr>
              <a:r>
                <a:rPr lang="en-US" sz="14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Hazard: Code with data hazard</a:t>
              </a:r>
            </a:p>
            <a:p>
              <a:pPr marL="457200" lvl="2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  <a:tabLst>
                  <a:tab pos="569913" algn="l"/>
                </a:tabLst>
              </a:pPr>
              <a:r>
                <a:rPr lang="en-US" sz="14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1nopCor: Single “NOP” placed in the correct position (between involved instructions)</a:t>
              </a:r>
            </a:p>
            <a:p>
              <a:pPr marL="457200" lvl="2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  <a:tabLst>
                  <a:tab pos="569913" algn="l"/>
                </a:tabLst>
              </a:pPr>
              <a:r>
                <a:rPr lang="en-US" sz="14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2nopCor: Double “NOP” placed in the correct position</a:t>
              </a:r>
            </a:p>
            <a:p>
              <a:pPr marL="457200" lvl="2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  <a:tabLst>
                  <a:tab pos="569913" algn="l"/>
                </a:tabLst>
              </a:pPr>
              <a:r>
                <a:rPr lang="en-US" sz="14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'Wrong: All “NOP” placed in wrong location in the code</a:t>
              </a:r>
            </a:p>
            <a:p>
              <a:pPr marL="457200" lvl="2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  <a:tabLst>
                  <a:tab pos="569913" algn="l"/>
                </a:tabLst>
              </a:pPr>
              <a:r>
                <a:rPr lang="en-US" sz="1400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RightWrong</a:t>
              </a:r>
              <a:r>
                <a:rPr lang="en-US" sz="14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: Few at correct location, few at wrong location</a:t>
              </a:r>
            </a:p>
            <a:p>
              <a:pPr marL="457200" lvl="2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  <a:tabLst>
                  <a:tab pos="569913" algn="l"/>
                </a:tabLst>
              </a:pPr>
              <a:r>
                <a:rPr lang="en-US" sz="1400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ExtraRight</a:t>
              </a:r>
              <a:r>
                <a:rPr lang="en-US" sz="14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: Unnecessary many “NOP” all at correct location</a:t>
              </a:r>
            </a:p>
            <a:p>
              <a:pPr marL="457200" lvl="2" indent="-168275">
                <a:spcAft>
                  <a:spcPts val="700"/>
                </a:spcAft>
                <a:buSzPct val="100000"/>
                <a:buFont typeface="Arial" panose="020B0604020202020204" pitchFamily="34" charset="0"/>
                <a:buChar char="•"/>
                <a:tabLst>
                  <a:tab pos="569913" algn="l"/>
                </a:tabLst>
              </a:pPr>
              <a:r>
                <a:rPr lang="en-US" sz="1400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NoHazard</a:t>
              </a:r>
              <a:r>
                <a:rPr lang="en-US" sz="14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: Parameters for no hazard code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7773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A8765-F367-0A84-FCC0-3EA69316D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4BE97-8A46-ED1E-666A-5C9E49D59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748862" cy="866180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32C15-B544-EB1D-6731-6123189E32B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6B7503D2-091D-10AF-B323-CF922F1FA26E}"/>
              </a:ext>
            </a:extLst>
          </p:cNvPr>
          <p:cNvSpPr/>
          <p:nvPr/>
        </p:nvSpPr>
        <p:spPr>
          <a:xfrm>
            <a:off x="307316" y="1069599"/>
            <a:ext cx="10656058" cy="410369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hazards come from dependences of variables and removed by renaming</a:t>
            </a:r>
            <a:endParaRPr lang="en-US" sz="2000" dirty="0"/>
          </a:p>
        </p:txBody>
      </p:sp>
      <p:sp>
        <p:nvSpPr>
          <p:cNvPr id="5" name="Arrow: Notched Right 4">
            <a:extLst>
              <a:ext uri="{FF2B5EF4-FFF2-40B4-BE49-F238E27FC236}">
                <a16:creationId xmlns:a16="http://schemas.microsoft.com/office/drawing/2014/main" id="{A4CE955C-D276-7934-0EC9-945E381E8AEE}"/>
              </a:ext>
            </a:extLst>
          </p:cNvPr>
          <p:cNvSpPr/>
          <p:nvPr/>
        </p:nvSpPr>
        <p:spPr>
          <a:xfrm>
            <a:off x="307316" y="1702354"/>
            <a:ext cx="10656058" cy="410369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4">
              <a:lumMod val="40000"/>
              <a:lumOff val="6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In gem5 execution stall (NOP) used to eliminate data hazard</a:t>
            </a:r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81D811D8-75DA-33DF-781C-4A188716B202}"/>
              </a:ext>
            </a:extLst>
          </p:cNvPr>
          <p:cNvSpPr/>
          <p:nvPr/>
        </p:nvSpPr>
        <p:spPr>
          <a:xfrm>
            <a:off x="307316" y="2425565"/>
            <a:ext cx="10656058" cy="410369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3">
              <a:lumMod val="20000"/>
              <a:lumOff val="8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C codes were executed in gem5 execution parameter are analyzed and selected for data hazard</a:t>
            </a:r>
          </a:p>
        </p:txBody>
      </p:sp>
      <p:sp>
        <p:nvSpPr>
          <p:cNvPr id="9" name="Arrow: Notched Right 8">
            <a:extLst>
              <a:ext uri="{FF2B5EF4-FFF2-40B4-BE49-F238E27FC236}">
                <a16:creationId xmlns:a16="http://schemas.microsoft.com/office/drawing/2014/main" id="{54D02901-C1CD-0042-21EF-B873D8FF90E8}"/>
              </a:ext>
            </a:extLst>
          </p:cNvPr>
          <p:cNvSpPr/>
          <p:nvPr/>
        </p:nvSpPr>
        <p:spPr>
          <a:xfrm>
            <a:off x="307316" y="3223815"/>
            <a:ext cx="10656058" cy="410369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chemeClr val="accent4">
              <a:lumMod val="40000"/>
              <a:lumOff val="60000"/>
            </a:schemeClr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All types of hazard are not discussed, all mitigation technique were not implemented (gem5)</a:t>
            </a:r>
          </a:p>
        </p:txBody>
      </p:sp>
      <p:sp>
        <p:nvSpPr>
          <p:cNvPr id="3" name="Arrow: Notched Right 2">
            <a:extLst>
              <a:ext uri="{FF2B5EF4-FFF2-40B4-BE49-F238E27FC236}">
                <a16:creationId xmlns:a16="http://schemas.microsoft.com/office/drawing/2014/main" id="{DDDD1065-0123-2C78-A710-A334539925C3}"/>
              </a:ext>
            </a:extLst>
          </p:cNvPr>
          <p:cNvSpPr/>
          <p:nvPr/>
        </p:nvSpPr>
        <p:spPr>
          <a:xfrm>
            <a:off x="307316" y="3926303"/>
            <a:ext cx="10656058" cy="410369"/>
          </a:xfrm>
          <a:prstGeom prst="notchedRightArrow">
            <a:avLst>
              <a:gd name="adj1" fmla="val 100000"/>
              <a:gd name="adj2" fmla="val 50000"/>
            </a:avLst>
          </a:prstGeom>
          <a:solidFill>
            <a:srgbClr val="FFFFCC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Times New Roman" panose="02020603050405020304" pitchFamily="18" charset="0"/>
                <a:ea typeface="Gill Sans"/>
                <a:cs typeface="Times New Roman" panose="02020603050405020304" pitchFamily="18" charset="0"/>
                <a:sym typeface="Gill Sans"/>
              </a:rPr>
              <a:t>Codes executed in same system configuration, another system can produce another parameters</a:t>
            </a: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Times New Roman" panose="02020603050405020304" pitchFamily="18" charset="0"/>
              <a:ea typeface="Gill Sans"/>
              <a:cs typeface="Times New Roman" panose="02020603050405020304" pitchFamily="18" charset="0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01132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7946F-241D-0FBE-1A54-E43BABFE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F9F988-524E-4CA2-84AD-FF926218792E}"/>
              </a:ext>
            </a:extLst>
          </p:cNvPr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977B51E-F4D4-BF06-6677-DDD1A3E8CD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8636000" y="0"/>
            <a:ext cx="3556000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F86089A6-7685-8E53-42A5-B67851D1739B}"/>
              </a:ext>
            </a:extLst>
          </p:cNvPr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5" name="Image 1" descr="MEST — National Microelectronics Security Training Center logo">
            <a:extLst>
              <a:ext uri="{FF2B5EF4-FFF2-40B4-BE49-F238E27FC236}">
                <a16:creationId xmlns:a16="http://schemas.microsoft.com/office/drawing/2014/main" id="{E0CA75AE-64C5-CAD5-262E-32D0ADD4A8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5" r="-45"/>
          <a:stretch/>
        </p:blipFill>
        <p:spPr>
          <a:xfrm>
            <a:off x="812800" y="609600"/>
            <a:ext cx="952500" cy="92075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3E49BE6F-7B45-DC2A-1CF9-2462D9222F22}"/>
              </a:ext>
            </a:extLst>
          </p:cNvPr>
          <p:cNvSpPr/>
          <p:nvPr/>
        </p:nvSpPr>
        <p:spPr>
          <a:xfrm>
            <a:off x="2019300" y="749300"/>
            <a:ext cx="12700" cy="635000"/>
          </a:xfrm>
          <a:prstGeom prst="rect">
            <a:avLst/>
          </a:prstGeom>
          <a:solidFill>
            <a:srgbClr val="D6D2C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7" name="Image 2" descr="Florida International University logo">
            <a:extLst>
              <a:ext uri="{FF2B5EF4-FFF2-40B4-BE49-F238E27FC236}">
                <a16:creationId xmlns:a16="http://schemas.microsoft.com/office/drawing/2014/main" id="{9F723B5B-6141-5E2D-AF78-1D9207DDAB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3300" y="698500"/>
            <a:ext cx="996950" cy="74295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8D5F53A1-95B1-1EFF-3F3E-7068DA73B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2794000"/>
            <a:ext cx="758698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000" b="1" i="0" dirty="0">
                <a:solidFill>
                  <a:srgbClr val="0B1F3F"/>
                </a:solidFill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Thank you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A7B53B22-A3B1-ED1F-E202-E3CAD68E0AE8}"/>
              </a:ext>
            </a:extLst>
          </p:cNvPr>
          <p:cNvSpPr/>
          <p:nvPr/>
        </p:nvSpPr>
        <p:spPr>
          <a:xfrm>
            <a:off x="812800" y="4063999"/>
            <a:ext cx="6772988" cy="45719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13" name="Image 3" descr="SeRLoP Research logo">
            <a:extLst>
              <a:ext uri="{FF2B5EF4-FFF2-40B4-BE49-F238E27FC236}">
                <a16:creationId xmlns:a16="http://schemas.microsoft.com/office/drawing/2014/main" id="{2ECFDB79-2ED7-9909-54CC-35B057F2F9B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11" r="-811"/>
          <a:stretch/>
        </p:blipFill>
        <p:spPr>
          <a:xfrm>
            <a:off x="222250" y="6534150"/>
            <a:ext cx="1555750" cy="165100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F63B2675-3CE6-8EB0-7593-3400A3977C97}"/>
              </a:ext>
            </a:extLst>
          </p:cNvPr>
          <p:cNvSpPr/>
          <p:nvPr/>
        </p:nvSpPr>
        <p:spPr>
          <a:xfrm>
            <a:off x="10363200" y="6238280"/>
            <a:ext cx="1016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D4E5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98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63186619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666B0-DBBF-BF5C-894E-6EB23387B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race 15">
            <a:extLst>
              <a:ext uri="{FF2B5EF4-FFF2-40B4-BE49-F238E27FC236}">
                <a16:creationId xmlns:a16="http://schemas.microsoft.com/office/drawing/2014/main" id="{9270D224-96BB-95CD-BE1F-FE8195DA244F}"/>
              </a:ext>
            </a:extLst>
          </p:cNvPr>
          <p:cNvSpPr/>
          <p:nvPr/>
        </p:nvSpPr>
        <p:spPr>
          <a:xfrm>
            <a:off x="8153400" y="0"/>
            <a:ext cx="0" cy="3524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7" name="Trace 16">
            <a:extLst>
              <a:ext uri="{FF2B5EF4-FFF2-40B4-BE49-F238E27FC236}">
                <a16:creationId xmlns:a16="http://schemas.microsoft.com/office/drawing/2014/main" id="{1E466821-FDBA-4FFA-422B-A2734820CA96}"/>
              </a:ext>
            </a:extLst>
          </p:cNvPr>
          <p:cNvSpPr/>
          <p:nvPr/>
        </p:nvSpPr>
        <p:spPr>
          <a:xfrm>
            <a:off x="86677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9" name="Trace 18">
            <a:extLst>
              <a:ext uri="{FF2B5EF4-FFF2-40B4-BE49-F238E27FC236}">
                <a16:creationId xmlns:a16="http://schemas.microsoft.com/office/drawing/2014/main" id="{C8A163EE-EDBC-76D8-DC71-B86CA850F930}"/>
              </a:ext>
            </a:extLst>
          </p:cNvPr>
          <p:cNvSpPr/>
          <p:nvPr/>
        </p:nvSpPr>
        <p:spPr>
          <a:xfrm>
            <a:off x="93535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0" name="Trace 19">
            <a:extLst>
              <a:ext uri="{FF2B5EF4-FFF2-40B4-BE49-F238E27FC236}">
                <a16:creationId xmlns:a16="http://schemas.microsoft.com/office/drawing/2014/main" id="{86EB7F8D-40AA-5955-7F96-0C9EA2F57B5D}"/>
              </a:ext>
            </a:extLst>
          </p:cNvPr>
          <p:cNvSpPr/>
          <p:nvPr/>
        </p:nvSpPr>
        <p:spPr>
          <a:xfrm>
            <a:off x="96964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2" name="Trace 21">
            <a:extLst>
              <a:ext uri="{FF2B5EF4-FFF2-40B4-BE49-F238E27FC236}">
                <a16:creationId xmlns:a16="http://schemas.microsoft.com/office/drawing/2014/main" id="{ECA2E74E-91AA-07BC-1A26-B0788DA75530}"/>
              </a:ext>
            </a:extLst>
          </p:cNvPr>
          <p:cNvSpPr/>
          <p:nvPr/>
        </p:nvSpPr>
        <p:spPr>
          <a:xfrm>
            <a:off x="103822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" name="Trace 24">
            <a:extLst>
              <a:ext uri="{FF2B5EF4-FFF2-40B4-BE49-F238E27FC236}">
                <a16:creationId xmlns:a16="http://schemas.microsoft.com/office/drawing/2014/main" id="{65198F62-6124-0FDC-71A0-8907F948FD6E}"/>
              </a:ext>
            </a:extLst>
          </p:cNvPr>
          <p:cNvSpPr/>
          <p:nvPr/>
        </p:nvSpPr>
        <p:spPr>
          <a:xfrm>
            <a:off x="10896600" y="0"/>
            <a:ext cx="0" cy="3524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CE009D69-4CAA-7E57-824D-B541836A0731}"/>
              </a:ext>
            </a:extLst>
          </p:cNvPr>
          <p:cNvGrpSpPr/>
          <p:nvPr/>
        </p:nvGrpSpPr>
        <p:grpSpPr>
          <a:xfrm>
            <a:off x="7674610" y="1028700"/>
            <a:ext cx="4517390" cy="5689282"/>
            <a:chOff x="7223760" y="352425"/>
            <a:chExt cx="4968240" cy="4463415"/>
          </a:xfrm>
        </p:grpSpPr>
        <p:sp>
          <p:nvSpPr>
            <p:cNvPr id="2" name="Trace 1">
              <a:extLst>
                <a:ext uri="{FF2B5EF4-FFF2-40B4-BE49-F238E27FC236}">
                  <a16:creationId xmlns:a16="http://schemas.microsoft.com/office/drawing/2014/main" id="{199A9FAC-59F9-8AF2-7F2D-4EA3A73AEC64}"/>
                </a:ext>
              </a:extLst>
            </p:cNvPr>
            <p:cNvSpPr/>
            <p:nvPr/>
          </p:nvSpPr>
          <p:spPr>
            <a:xfrm>
              <a:off x="11325225" y="1295400"/>
              <a:ext cx="2476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" name="Trace 2">
              <a:extLst>
                <a:ext uri="{FF2B5EF4-FFF2-40B4-BE49-F238E27FC236}">
                  <a16:creationId xmlns:a16="http://schemas.microsoft.com/office/drawing/2014/main" id="{0B13C555-B848-FA13-A842-EB92F23F4D36}"/>
                </a:ext>
              </a:extLst>
            </p:cNvPr>
            <p:cNvSpPr/>
            <p:nvPr/>
          </p:nvSpPr>
          <p:spPr>
            <a:xfrm flipV="1">
              <a:off x="11572875" y="1057275"/>
              <a:ext cx="238125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" name="Trace 3">
              <a:extLst>
                <a:ext uri="{FF2B5EF4-FFF2-40B4-BE49-F238E27FC236}">
                  <a16:creationId xmlns:a16="http://schemas.microsoft.com/office/drawing/2014/main" id="{9640D12A-FB8F-4B17-D38E-005A504390F1}"/>
                </a:ext>
              </a:extLst>
            </p:cNvPr>
            <p:cNvSpPr/>
            <p:nvPr/>
          </p:nvSpPr>
          <p:spPr>
            <a:xfrm>
              <a:off x="11811000" y="1057275"/>
              <a:ext cx="3810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" name="Trace 4">
              <a:extLst>
                <a:ext uri="{FF2B5EF4-FFF2-40B4-BE49-F238E27FC236}">
                  <a16:creationId xmlns:a16="http://schemas.microsoft.com/office/drawing/2014/main" id="{A9813B73-2C88-5B3B-9E2F-83EF26005B82}"/>
                </a:ext>
              </a:extLst>
            </p:cNvPr>
            <p:cNvSpPr/>
            <p:nvPr/>
          </p:nvSpPr>
          <p:spPr>
            <a:xfrm>
              <a:off x="11325225" y="16383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" name="Trace 5">
              <a:extLst>
                <a:ext uri="{FF2B5EF4-FFF2-40B4-BE49-F238E27FC236}">
                  <a16:creationId xmlns:a16="http://schemas.microsoft.com/office/drawing/2014/main" id="{A4BCE9CC-E1A0-7C51-273D-B470DF76176B}"/>
                </a:ext>
              </a:extLst>
            </p:cNvPr>
            <p:cNvSpPr/>
            <p:nvPr/>
          </p:nvSpPr>
          <p:spPr>
            <a:xfrm>
              <a:off x="11325225" y="1981200"/>
              <a:ext cx="3524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" name="Trace 6">
              <a:extLst>
                <a:ext uri="{FF2B5EF4-FFF2-40B4-BE49-F238E27FC236}">
                  <a16:creationId xmlns:a16="http://schemas.microsoft.com/office/drawing/2014/main" id="{631BA5E5-D264-DE28-A224-DF84425927EA}"/>
                </a:ext>
              </a:extLst>
            </p:cNvPr>
            <p:cNvSpPr/>
            <p:nvPr/>
          </p:nvSpPr>
          <p:spPr>
            <a:xfrm>
              <a:off x="11325225" y="23241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" name="Trace 7">
              <a:extLst>
                <a:ext uri="{FF2B5EF4-FFF2-40B4-BE49-F238E27FC236}">
                  <a16:creationId xmlns:a16="http://schemas.microsoft.com/office/drawing/2014/main" id="{FF15C372-99D3-E11F-8EEF-B702200E7E5C}"/>
                </a:ext>
              </a:extLst>
            </p:cNvPr>
            <p:cNvSpPr/>
            <p:nvPr/>
          </p:nvSpPr>
          <p:spPr>
            <a:xfrm>
              <a:off x="11325225" y="26670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" name="Trace 8">
              <a:extLst>
                <a:ext uri="{FF2B5EF4-FFF2-40B4-BE49-F238E27FC236}">
                  <a16:creationId xmlns:a16="http://schemas.microsoft.com/office/drawing/2014/main" id="{372D625A-1900-2087-8FEF-E08ECFE3CD31}"/>
                </a:ext>
              </a:extLst>
            </p:cNvPr>
            <p:cNvSpPr/>
            <p:nvPr/>
          </p:nvSpPr>
          <p:spPr>
            <a:xfrm>
              <a:off x="11325225" y="3009900"/>
              <a:ext cx="3143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" name="Trace 9">
              <a:extLst>
                <a:ext uri="{FF2B5EF4-FFF2-40B4-BE49-F238E27FC236}">
                  <a16:creationId xmlns:a16="http://schemas.microsoft.com/office/drawing/2014/main" id="{661E5A01-A609-4388-28C5-009835C14155}"/>
                </a:ext>
              </a:extLst>
            </p:cNvPr>
            <p:cNvSpPr/>
            <p:nvPr/>
          </p:nvSpPr>
          <p:spPr>
            <a:xfrm>
              <a:off x="11325225" y="3352800"/>
              <a:ext cx="2476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" name="Trace 10">
              <a:extLst>
                <a:ext uri="{FF2B5EF4-FFF2-40B4-BE49-F238E27FC236}">
                  <a16:creationId xmlns:a16="http://schemas.microsoft.com/office/drawing/2014/main" id="{0DF39B2E-C3F8-1BA1-71E6-549DCFECD429}"/>
                </a:ext>
              </a:extLst>
            </p:cNvPr>
            <p:cNvSpPr/>
            <p:nvPr/>
          </p:nvSpPr>
          <p:spPr>
            <a:xfrm>
              <a:off x="11572875" y="3352800"/>
              <a:ext cx="238125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" name="Trace 11">
              <a:extLst>
                <a:ext uri="{FF2B5EF4-FFF2-40B4-BE49-F238E27FC236}">
                  <a16:creationId xmlns:a16="http://schemas.microsoft.com/office/drawing/2014/main" id="{706616B5-E8A4-056F-A071-EE47EA0EC480}"/>
                </a:ext>
              </a:extLst>
            </p:cNvPr>
            <p:cNvSpPr/>
            <p:nvPr/>
          </p:nvSpPr>
          <p:spPr>
            <a:xfrm>
              <a:off x="11811000" y="3590925"/>
              <a:ext cx="3810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" name="Trace 12">
              <a:extLst>
                <a:ext uri="{FF2B5EF4-FFF2-40B4-BE49-F238E27FC236}">
                  <a16:creationId xmlns:a16="http://schemas.microsoft.com/office/drawing/2014/main" id="{A023FFF9-DA0A-CB5E-6A24-74291431B3FE}"/>
                </a:ext>
              </a:extLst>
            </p:cNvPr>
            <p:cNvSpPr/>
            <p:nvPr/>
          </p:nvSpPr>
          <p:spPr>
            <a:xfrm>
              <a:off x="11325225" y="36957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" name="Trace 13">
              <a:extLst>
                <a:ext uri="{FF2B5EF4-FFF2-40B4-BE49-F238E27FC236}">
                  <a16:creationId xmlns:a16="http://schemas.microsoft.com/office/drawing/2014/main" id="{E55162CC-A6AA-167A-CA50-F4165F36EDDE}"/>
                </a:ext>
              </a:extLst>
            </p:cNvPr>
            <p:cNvSpPr/>
            <p:nvPr/>
          </p:nvSpPr>
          <p:spPr>
            <a:xfrm>
              <a:off x="8324850" y="523875"/>
              <a:ext cx="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" name="Trace 14">
              <a:extLst>
                <a:ext uri="{FF2B5EF4-FFF2-40B4-BE49-F238E27FC236}">
                  <a16:creationId xmlns:a16="http://schemas.microsoft.com/office/drawing/2014/main" id="{EAF07CDC-B6FA-FEC8-EB35-021238F4041B}"/>
                </a:ext>
              </a:extLst>
            </p:cNvPr>
            <p:cNvSpPr/>
            <p:nvPr/>
          </p:nvSpPr>
          <p:spPr>
            <a:xfrm>
              <a:off x="8153400" y="352425"/>
              <a:ext cx="17145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" name="Trace 17">
              <a:extLst>
                <a:ext uri="{FF2B5EF4-FFF2-40B4-BE49-F238E27FC236}">
                  <a16:creationId xmlns:a16="http://schemas.microsoft.com/office/drawing/2014/main" id="{E7FE93E2-C5E2-0939-8AD3-7FF40E81D416}"/>
                </a:ext>
              </a:extLst>
            </p:cNvPr>
            <p:cNvSpPr/>
            <p:nvPr/>
          </p:nvSpPr>
          <p:spPr>
            <a:xfrm>
              <a:off x="9010650" y="457200"/>
              <a:ext cx="0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" name="Trace 20">
              <a:extLst>
                <a:ext uri="{FF2B5EF4-FFF2-40B4-BE49-F238E27FC236}">
                  <a16:creationId xmlns:a16="http://schemas.microsoft.com/office/drawing/2014/main" id="{8D5DE3BE-9D68-6A9D-F6E3-629B6F6646F5}"/>
                </a:ext>
              </a:extLst>
            </p:cNvPr>
            <p:cNvSpPr/>
            <p:nvPr/>
          </p:nvSpPr>
          <p:spPr>
            <a:xfrm>
              <a:off x="10039350" y="457200"/>
              <a:ext cx="0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" name="Trace 22">
              <a:extLst>
                <a:ext uri="{FF2B5EF4-FFF2-40B4-BE49-F238E27FC236}">
                  <a16:creationId xmlns:a16="http://schemas.microsoft.com/office/drawing/2014/main" id="{8661265F-3F0E-36F2-EC7F-A84E7A4E3059}"/>
                </a:ext>
              </a:extLst>
            </p:cNvPr>
            <p:cNvSpPr/>
            <p:nvPr/>
          </p:nvSpPr>
          <p:spPr>
            <a:xfrm>
              <a:off x="10725150" y="523875"/>
              <a:ext cx="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" name="Trace 23">
              <a:extLst>
                <a:ext uri="{FF2B5EF4-FFF2-40B4-BE49-F238E27FC236}">
                  <a16:creationId xmlns:a16="http://schemas.microsoft.com/office/drawing/2014/main" id="{58DB6233-1CE6-301F-E361-CF965AFDE8D4}"/>
                </a:ext>
              </a:extLst>
            </p:cNvPr>
            <p:cNvSpPr/>
            <p:nvPr/>
          </p:nvSpPr>
          <p:spPr>
            <a:xfrm flipV="1">
              <a:off x="10725150" y="352425"/>
              <a:ext cx="17145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6" name="Trace 25">
              <a:extLst>
                <a:ext uri="{FF2B5EF4-FFF2-40B4-BE49-F238E27FC236}">
                  <a16:creationId xmlns:a16="http://schemas.microsoft.com/office/drawing/2014/main" id="{17EE7C59-11C3-2F01-0555-C3AC677EFC23}"/>
                </a:ext>
              </a:extLst>
            </p:cNvPr>
            <p:cNvSpPr/>
            <p:nvPr/>
          </p:nvSpPr>
          <p:spPr>
            <a:xfrm>
              <a:off x="8324850" y="4295775"/>
              <a:ext cx="0" cy="1809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7" name="Trace 26">
              <a:extLst>
                <a:ext uri="{FF2B5EF4-FFF2-40B4-BE49-F238E27FC236}">
                  <a16:creationId xmlns:a16="http://schemas.microsoft.com/office/drawing/2014/main" id="{6DB0C08F-B923-4AF9-63DA-DF067A2D63BA}"/>
                </a:ext>
              </a:extLst>
            </p:cNvPr>
            <p:cNvSpPr/>
            <p:nvPr/>
          </p:nvSpPr>
          <p:spPr>
            <a:xfrm flipV="1">
              <a:off x="8096250" y="4476750"/>
              <a:ext cx="228600" cy="22860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8" name="Trace 27">
              <a:extLst>
                <a:ext uri="{FF2B5EF4-FFF2-40B4-BE49-F238E27FC236}">
                  <a16:creationId xmlns:a16="http://schemas.microsoft.com/office/drawing/2014/main" id="{7FFAD39C-0434-9E85-EE04-E4B8BABB4462}"/>
                </a:ext>
              </a:extLst>
            </p:cNvPr>
            <p:cNvSpPr/>
            <p:nvPr/>
          </p:nvSpPr>
          <p:spPr>
            <a:xfrm>
              <a:off x="7524750" y="4705350"/>
              <a:ext cx="5715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9" name="Trace 28">
              <a:extLst>
                <a:ext uri="{FF2B5EF4-FFF2-40B4-BE49-F238E27FC236}">
                  <a16:creationId xmlns:a16="http://schemas.microsoft.com/office/drawing/2014/main" id="{2851454C-E044-541B-29E9-8A463DCBEDC9}"/>
                </a:ext>
              </a:extLst>
            </p:cNvPr>
            <p:cNvSpPr/>
            <p:nvPr/>
          </p:nvSpPr>
          <p:spPr>
            <a:xfrm>
              <a:off x="86677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0" name="Trace 29">
              <a:extLst>
                <a:ext uri="{FF2B5EF4-FFF2-40B4-BE49-F238E27FC236}">
                  <a16:creationId xmlns:a16="http://schemas.microsoft.com/office/drawing/2014/main" id="{A081DC74-A938-EA70-79AC-17D410F839EF}"/>
                </a:ext>
              </a:extLst>
            </p:cNvPr>
            <p:cNvSpPr/>
            <p:nvPr/>
          </p:nvSpPr>
          <p:spPr>
            <a:xfrm>
              <a:off x="90106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1" name="Trace 30">
              <a:extLst>
                <a:ext uri="{FF2B5EF4-FFF2-40B4-BE49-F238E27FC236}">
                  <a16:creationId xmlns:a16="http://schemas.microsoft.com/office/drawing/2014/main" id="{105F0674-6A9C-2307-D3D0-922570B754AA}"/>
                </a:ext>
              </a:extLst>
            </p:cNvPr>
            <p:cNvSpPr/>
            <p:nvPr/>
          </p:nvSpPr>
          <p:spPr>
            <a:xfrm>
              <a:off x="93535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2" name="Trace 31">
              <a:extLst>
                <a:ext uri="{FF2B5EF4-FFF2-40B4-BE49-F238E27FC236}">
                  <a16:creationId xmlns:a16="http://schemas.microsoft.com/office/drawing/2014/main" id="{2AAB9DAB-FA3C-2926-35B6-7B2BB5D8E1BE}"/>
                </a:ext>
              </a:extLst>
            </p:cNvPr>
            <p:cNvSpPr/>
            <p:nvPr/>
          </p:nvSpPr>
          <p:spPr>
            <a:xfrm>
              <a:off x="96964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3" name="Trace 32">
              <a:extLst>
                <a:ext uri="{FF2B5EF4-FFF2-40B4-BE49-F238E27FC236}">
                  <a16:creationId xmlns:a16="http://schemas.microsoft.com/office/drawing/2014/main" id="{78F1686C-1F63-4A07-FF92-13B1C1DBE913}"/>
                </a:ext>
              </a:extLst>
            </p:cNvPr>
            <p:cNvSpPr/>
            <p:nvPr/>
          </p:nvSpPr>
          <p:spPr>
            <a:xfrm>
              <a:off x="100393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4" name="Trace 33">
              <a:extLst>
                <a:ext uri="{FF2B5EF4-FFF2-40B4-BE49-F238E27FC236}">
                  <a16:creationId xmlns:a16="http://schemas.microsoft.com/office/drawing/2014/main" id="{6A41CBB7-C57B-0316-5409-BEE4945370DA}"/>
                </a:ext>
              </a:extLst>
            </p:cNvPr>
            <p:cNvSpPr/>
            <p:nvPr/>
          </p:nvSpPr>
          <p:spPr>
            <a:xfrm>
              <a:off x="103822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5" name="Trace 34">
              <a:extLst>
                <a:ext uri="{FF2B5EF4-FFF2-40B4-BE49-F238E27FC236}">
                  <a16:creationId xmlns:a16="http://schemas.microsoft.com/office/drawing/2014/main" id="{632F5A89-C14D-CAF1-5DA0-50A4790696C7}"/>
                </a:ext>
              </a:extLst>
            </p:cNvPr>
            <p:cNvSpPr/>
            <p:nvPr/>
          </p:nvSpPr>
          <p:spPr>
            <a:xfrm>
              <a:off x="10725150" y="4295775"/>
              <a:ext cx="0" cy="1809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6" name="Trace 35">
              <a:extLst>
                <a:ext uri="{FF2B5EF4-FFF2-40B4-BE49-F238E27FC236}">
                  <a16:creationId xmlns:a16="http://schemas.microsoft.com/office/drawing/2014/main" id="{B32B10D3-8736-8C8C-F53C-7D4F8327906A}"/>
                </a:ext>
              </a:extLst>
            </p:cNvPr>
            <p:cNvSpPr/>
            <p:nvPr/>
          </p:nvSpPr>
          <p:spPr>
            <a:xfrm>
              <a:off x="10725150" y="4476750"/>
              <a:ext cx="228600" cy="22860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7" name="Trace 36">
              <a:extLst>
                <a:ext uri="{FF2B5EF4-FFF2-40B4-BE49-F238E27FC236}">
                  <a16:creationId xmlns:a16="http://schemas.microsoft.com/office/drawing/2014/main" id="{E00EAAB3-8EA1-DD85-76E2-E1DE480F5306}"/>
                </a:ext>
              </a:extLst>
            </p:cNvPr>
            <p:cNvSpPr/>
            <p:nvPr/>
          </p:nvSpPr>
          <p:spPr>
            <a:xfrm>
              <a:off x="10953750" y="4705350"/>
              <a:ext cx="12382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8" name="Trace 37">
              <a:extLst>
                <a:ext uri="{FF2B5EF4-FFF2-40B4-BE49-F238E27FC236}">
                  <a16:creationId xmlns:a16="http://schemas.microsoft.com/office/drawing/2014/main" id="{5D60EF9B-15FA-2044-CC2B-77E1EE8368BC}"/>
                </a:ext>
              </a:extLst>
            </p:cNvPr>
            <p:cNvSpPr/>
            <p:nvPr/>
          </p:nvSpPr>
          <p:spPr>
            <a:xfrm>
              <a:off x="7258050" y="12954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9" name="Trace 38">
              <a:extLst>
                <a:ext uri="{FF2B5EF4-FFF2-40B4-BE49-F238E27FC236}">
                  <a16:creationId xmlns:a16="http://schemas.microsoft.com/office/drawing/2014/main" id="{8A06C444-0478-ED95-01ED-E4CF0CA276B1}"/>
                </a:ext>
              </a:extLst>
            </p:cNvPr>
            <p:cNvSpPr/>
            <p:nvPr/>
          </p:nvSpPr>
          <p:spPr>
            <a:xfrm>
              <a:off x="7467600" y="16383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0" name="Trace 39">
              <a:extLst>
                <a:ext uri="{FF2B5EF4-FFF2-40B4-BE49-F238E27FC236}">
                  <a16:creationId xmlns:a16="http://schemas.microsoft.com/office/drawing/2014/main" id="{0770C9A0-F7B9-1BCE-957A-8B576EBFDECC}"/>
                </a:ext>
              </a:extLst>
            </p:cNvPr>
            <p:cNvSpPr/>
            <p:nvPr/>
          </p:nvSpPr>
          <p:spPr>
            <a:xfrm>
              <a:off x="7258050" y="19812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1" name="Trace 40">
              <a:extLst>
                <a:ext uri="{FF2B5EF4-FFF2-40B4-BE49-F238E27FC236}">
                  <a16:creationId xmlns:a16="http://schemas.microsoft.com/office/drawing/2014/main" id="{2353A959-5FBD-7B7D-F735-01482ED54B60}"/>
                </a:ext>
              </a:extLst>
            </p:cNvPr>
            <p:cNvSpPr/>
            <p:nvPr/>
          </p:nvSpPr>
          <p:spPr>
            <a:xfrm>
              <a:off x="7467600" y="23241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2" name="Trace 41">
              <a:extLst>
                <a:ext uri="{FF2B5EF4-FFF2-40B4-BE49-F238E27FC236}">
                  <a16:creationId xmlns:a16="http://schemas.microsoft.com/office/drawing/2014/main" id="{802C58C1-0B1F-327A-7906-D571F09AE0B3}"/>
                </a:ext>
              </a:extLst>
            </p:cNvPr>
            <p:cNvSpPr/>
            <p:nvPr/>
          </p:nvSpPr>
          <p:spPr>
            <a:xfrm>
              <a:off x="7258050" y="26670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3" name="Trace 42">
              <a:extLst>
                <a:ext uri="{FF2B5EF4-FFF2-40B4-BE49-F238E27FC236}">
                  <a16:creationId xmlns:a16="http://schemas.microsoft.com/office/drawing/2014/main" id="{F2FC080C-E2BC-D959-A220-7C81E81AB5B9}"/>
                </a:ext>
              </a:extLst>
            </p:cNvPr>
            <p:cNvSpPr/>
            <p:nvPr/>
          </p:nvSpPr>
          <p:spPr>
            <a:xfrm>
              <a:off x="7467600" y="30099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4" name="Trace 43">
              <a:extLst>
                <a:ext uri="{FF2B5EF4-FFF2-40B4-BE49-F238E27FC236}">
                  <a16:creationId xmlns:a16="http://schemas.microsoft.com/office/drawing/2014/main" id="{1183924F-2637-2E72-AA7C-8A1F03A0382A}"/>
                </a:ext>
              </a:extLst>
            </p:cNvPr>
            <p:cNvSpPr/>
            <p:nvPr/>
          </p:nvSpPr>
          <p:spPr>
            <a:xfrm>
              <a:off x="7258050" y="33528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5" name="Trace 44">
              <a:extLst>
                <a:ext uri="{FF2B5EF4-FFF2-40B4-BE49-F238E27FC236}">
                  <a16:creationId xmlns:a16="http://schemas.microsoft.com/office/drawing/2014/main" id="{6FA2C860-BEF6-C552-6D0D-DBD95D199E91}"/>
                </a:ext>
              </a:extLst>
            </p:cNvPr>
            <p:cNvSpPr/>
            <p:nvPr/>
          </p:nvSpPr>
          <p:spPr>
            <a:xfrm>
              <a:off x="7467600" y="36957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6" name="Via 1">
              <a:extLst>
                <a:ext uri="{FF2B5EF4-FFF2-40B4-BE49-F238E27FC236}">
                  <a16:creationId xmlns:a16="http://schemas.microsoft.com/office/drawing/2014/main" id="{BE13726B-0E02-2286-A598-D9D43D232D99}"/>
                </a:ext>
              </a:extLst>
            </p:cNvPr>
            <p:cNvSpPr/>
            <p:nvPr/>
          </p:nvSpPr>
          <p:spPr>
            <a:xfrm>
              <a:off x="11643360" y="1946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7" name="Via 2">
              <a:extLst>
                <a:ext uri="{FF2B5EF4-FFF2-40B4-BE49-F238E27FC236}">
                  <a16:creationId xmlns:a16="http://schemas.microsoft.com/office/drawing/2014/main" id="{2EEDDC7C-6385-3C61-4328-C41EFB0D80A1}"/>
                </a:ext>
              </a:extLst>
            </p:cNvPr>
            <p:cNvSpPr/>
            <p:nvPr/>
          </p:nvSpPr>
          <p:spPr>
            <a:xfrm>
              <a:off x="11605260" y="29756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8" name="Via 3">
              <a:extLst>
                <a:ext uri="{FF2B5EF4-FFF2-40B4-BE49-F238E27FC236}">
                  <a16:creationId xmlns:a16="http://schemas.microsoft.com/office/drawing/2014/main" id="{42D1B670-A216-AF70-650B-C171106C144B}"/>
                </a:ext>
              </a:extLst>
            </p:cNvPr>
            <p:cNvSpPr/>
            <p:nvPr/>
          </p:nvSpPr>
          <p:spPr>
            <a:xfrm>
              <a:off x="8976360" y="422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9" name="Via 4">
              <a:extLst>
                <a:ext uri="{FF2B5EF4-FFF2-40B4-BE49-F238E27FC236}">
                  <a16:creationId xmlns:a16="http://schemas.microsoft.com/office/drawing/2014/main" id="{F66AD150-29C0-B85E-3CC9-DDF921620513}"/>
                </a:ext>
              </a:extLst>
            </p:cNvPr>
            <p:cNvSpPr/>
            <p:nvPr/>
          </p:nvSpPr>
          <p:spPr>
            <a:xfrm>
              <a:off x="10005060" y="422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0" name="Via 5">
              <a:extLst>
                <a:ext uri="{FF2B5EF4-FFF2-40B4-BE49-F238E27FC236}">
                  <a16:creationId xmlns:a16="http://schemas.microsoft.com/office/drawing/2014/main" id="{298C7B44-0681-4D31-4231-6E0D6B13428F}"/>
                </a:ext>
              </a:extLst>
            </p:cNvPr>
            <p:cNvSpPr/>
            <p:nvPr/>
          </p:nvSpPr>
          <p:spPr>
            <a:xfrm>
              <a:off x="7490460" y="46710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1" name="Via 6">
              <a:extLst>
                <a:ext uri="{FF2B5EF4-FFF2-40B4-BE49-F238E27FC236}">
                  <a16:creationId xmlns:a16="http://schemas.microsoft.com/office/drawing/2014/main" id="{34ABA327-E1BC-5008-E806-05E1E6392484}"/>
                </a:ext>
              </a:extLst>
            </p:cNvPr>
            <p:cNvSpPr/>
            <p:nvPr/>
          </p:nvSpPr>
          <p:spPr>
            <a:xfrm>
              <a:off x="86334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2" name="Via 7">
              <a:extLst>
                <a:ext uri="{FF2B5EF4-FFF2-40B4-BE49-F238E27FC236}">
                  <a16:creationId xmlns:a16="http://schemas.microsoft.com/office/drawing/2014/main" id="{C2DA34CE-B2C6-2D90-301F-18BE3C2A0366}"/>
                </a:ext>
              </a:extLst>
            </p:cNvPr>
            <p:cNvSpPr/>
            <p:nvPr/>
          </p:nvSpPr>
          <p:spPr>
            <a:xfrm>
              <a:off x="89763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3" name="Via 8">
              <a:extLst>
                <a:ext uri="{FF2B5EF4-FFF2-40B4-BE49-F238E27FC236}">
                  <a16:creationId xmlns:a16="http://schemas.microsoft.com/office/drawing/2014/main" id="{19CB665E-E414-65BE-A47A-2AD5CC2859A5}"/>
                </a:ext>
              </a:extLst>
            </p:cNvPr>
            <p:cNvSpPr/>
            <p:nvPr/>
          </p:nvSpPr>
          <p:spPr>
            <a:xfrm>
              <a:off x="93192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4" name="Via 9">
              <a:extLst>
                <a:ext uri="{FF2B5EF4-FFF2-40B4-BE49-F238E27FC236}">
                  <a16:creationId xmlns:a16="http://schemas.microsoft.com/office/drawing/2014/main" id="{FADFE61C-B347-5F10-3CB4-C0CD284FDE6B}"/>
                </a:ext>
              </a:extLst>
            </p:cNvPr>
            <p:cNvSpPr/>
            <p:nvPr/>
          </p:nvSpPr>
          <p:spPr>
            <a:xfrm>
              <a:off x="96621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5" name="Via 10">
              <a:extLst>
                <a:ext uri="{FF2B5EF4-FFF2-40B4-BE49-F238E27FC236}">
                  <a16:creationId xmlns:a16="http://schemas.microsoft.com/office/drawing/2014/main" id="{43A9CD5C-E5AB-5782-E345-626B4FCB72A0}"/>
                </a:ext>
              </a:extLst>
            </p:cNvPr>
            <p:cNvSpPr/>
            <p:nvPr/>
          </p:nvSpPr>
          <p:spPr>
            <a:xfrm>
              <a:off x="100050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6" name="Via 11">
              <a:extLst>
                <a:ext uri="{FF2B5EF4-FFF2-40B4-BE49-F238E27FC236}">
                  <a16:creationId xmlns:a16="http://schemas.microsoft.com/office/drawing/2014/main" id="{9B033F69-950D-9BC2-64B1-644C2ACF2A63}"/>
                </a:ext>
              </a:extLst>
            </p:cNvPr>
            <p:cNvSpPr/>
            <p:nvPr/>
          </p:nvSpPr>
          <p:spPr>
            <a:xfrm>
              <a:off x="103479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7" name="Via 12">
              <a:extLst>
                <a:ext uri="{FF2B5EF4-FFF2-40B4-BE49-F238E27FC236}">
                  <a16:creationId xmlns:a16="http://schemas.microsoft.com/office/drawing/2014/main" id="{32176954-2EEC-1256-88B9-7A920C7BD403}"/>
                </a:ext>
              </a:extLst>
            </p:cNvPr>
            <p:cNvSpPr/>
            <p:nvPr/>
          </p:nvSpPr>
          <p:spPr>
            <a:xfrm>
              <a:off x="7223760" y="12611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8" name="Via 13">
              <a:extLst>
                <a:ext uri="{FF2B5EF4-FFF2-40B4-BE49-F238E27FC236}">
                  <a16:creationId xmlns:a16="http://schemas.microsoft.com/office/drawing/2014/main" id="{DDCEF017-A30C-721A-3107-4F7C09777190}"/>
                </a:ext>
              </a:extLst>
            </p:cNvPr>
            <p:cNvSpPr/>
            <p:nvPr/>
          </p:nvSpPr>
          <p:spPr>
            <a:xfrm>
              <a:off x="7433310" y="16040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9" name="Via 14">
              <a:extLst>
                <a:ext uri="{FF2B5EF4-FFF2-40B4-BE49-F238E27FC236}">
                  <a16:creationId xmlns:a16="http://schemas.microsoft.com/office/drawing/2014/main" id="{A5A2A179-56A7-718A-B8CC-1C39D1CAF8BF}"/>
                </a:ext>
              </a:extLst>
            </p:cNvPr>
            <p:cNvSpPr/>
            <p:nvPr/>
          </p:nvSpPr>
          <p:spPr>
            <a:xfrm>
              <a:off x="7223760" y="1946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0" name="Via 15">
              <a:extLst>
                <a:ext uri="{FF2B5EF4-FFF2-40B4-BE49-F238E27FC236}">
                  <a16:creationId xmlns:a16="http://schemas.microsoft.com/office/drawing/2014/main" id="{F51059E1-36A0-46EA-DF16-3AE8803121E2}"/>
                </a:ext>
              </a:extLst>
            </p:cNvPr>
            <p:cNvSpPr/>
            <p:nvPr/>
          </p:nvSpPr>
          <p:spPr>
            <a:xfrm>
              <a:off x="7433310" y="22898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1" name="Via 16">
              <a:extLst>
                <a:ext uri="{FF2B5EF4-FFF2-40B4-BE49-F238E27FC236}">
                  <a16:creationId xmlns:a16="http://schemas.microsoft.com/office/drawing/2014/main" id="{557A896D-C1DA-17EA-B225-0CF597B5AEA0}"/>
                </a:ext>
              </a:extLst>
            </p:cNvPr>
            <p:cNvSpPr/>
            <p:nvPr/>
          </p:nvSpPr>
          <p:spPr>
            <a:xfrm>
              <a:off x="7223760" y="26327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2" name="Via 17">
              <a:extLst>
                <a:ext uri="{FF2B5EF4-FFF2-40B4-BE49-F238E27FC236}">
                  <a16:creationId xmlns:a16="http://schemas.microsoft.com/office/drawing/2014/main" id="{1CE4D78B-454F-C569-6D91-DCA244056A8D}"/>
                </a:ext>
              </a:extLst>
            </p:cNvPr>
            <p:cNvSpPr/>
            <p:nvPr/>
          </p:nvSpPr>
          <p:spPr>
            <a:xfrm>
              <a:off x="7433310" y="29756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3" name="Via 18">
              <a:extLst>
                <a:ext uri="{FF2B5EF4-FFF2-40B4-BE49-F238E27FC236}">
                  <a16:creationId xmlns:a16="http://schemas.microsoft.com/office/drawing/2014/main" id="{90CF2B54-8C6C-95A5-0137-53848637991E}"/>
                </a:ext>
              </a:extLst>
            </p:cNvPr>
            <p:cNvSpPr/>
            <p:nvPr/>
          </p:nvSpPr>
          <p:spPr>
            <a:xfrm>
              <a:off x="7223760" y="33185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4" name="Via 19">
              <a:extLst>
                <a:ext uri="{FF2B5EF4-FFF2-40B4-BE49-F238E27FC236}">
                  <a16:creationId xmlns:a16="http://schemas.microsoft.com/office/drawing/2014/main" id="{2DE95CF4-2182-E54E-BF0B-E4AF2D48DCD2}"/>
                </a:ext>
              </a:extLst>
            </p:cNvPr>
            <p:cNvSpPr/>
            <p:nvPr/>
          </p:nvSpPr>
          <p:spPr>
            <a:xfrm>
              <a:off x="7433310" y="36614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5" name="Pin L1">
              <a:extLst>
                <a:ext uri="{FF2B5EF4-FFF2-40B4-BE49-F238E27FC236}">
                  <a16:creationId xmlns:a16="http://schemas.microsoft.com/office/drawing/2014/main" id="{F8D78997-036D-7B83-472D-D2A79C6B7C34}"/>
                </a:ext>
              </a:extLst>
            </p:cNvPr>
            <p:cNvSpPr/>
            <p:nvPr/>
          </p:nvSpPr>
          <p:spPr>
            <a:xfrm>
              <a:off x="7724775" y="12611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6" name="Pin R1">
              <a:extLst>
                <a:ext uri="{FF2B5EF4-FFF2-40B4-BE49-F238E27FC236}">
                  <a16:creationId xmlns:a16="http://schemas.microsoft.com/office/drawing/2014/main" id="{96393C57-0CF6-413B-B327-7CD9F6CFD1B4}"/>
                </a:ext>
              </a:extLst>
            </p:cNvPr>
            <p:cNvSpPr/>
            <p:nvPr/>
          </p:nvSpPr>
          <p:spPr>
            <a:xfrm>
              <a:off x="11068050" y="12611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7" name="Pin T1">
              <a:extLst>
                <a:ext uri="{FF2B5EF4-FFF2-40B4-BE49-F238E27FC236}">
                  <a16:creationId xmlns:a16="http://schemas.microsoft.com/office/drawing/2014/main" id="{1FA69E9D-3419-B186-22DB-E75CC2C18C51}"/>
                </a:ext>
              </a:extLst>
            </p:cNvPr>
            <p:cNvSpPr/>
            <p:nvPr/>
          </p:nvSpPr>
          <p:spPr>
            <a:xfrm>
              <a:off x="82905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8" name="Pin B1">
              <a:extLst>
                <a:ext uri="{FF2B5EF4-FFF2-40B4-BE49-F238E27FC236}">
                  <a16:creationId xmlns:a16="http://schemas.microsoft.com/office/drawing/2014/main" id="{A694BAFA-AFC9-6E19-3EA1-AE70E6D38F55}"/>
                </a:ext>
              </a:extLst>
            </p:cNvPr>
            <p:cNvSpPr/>
            <p:nvPr/>
          </p:nvSpPr>
          <p:spPr>
            <a:xfrm>
              <a:off x="82905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9" name="Pin L2">
              <a:extLst>
                <a:ext uri="{FF2B5EF4-FFF2-40B4-BE49-F238E27FC236}">
                  <a16:creationId xmlns:a16="http://schemas.microsoft.com/office/drawing/2014/main" id="{5256640A-32DF-476B-DDC4-32E6DC17E979}"/>
                </a:ext>
              </a:extLst>
            </p:cNvPr>
            <p:cNvSpPr/>
            <p:nvPr/>
          </p:nvSpPr>
          <p:spPr>
            <a:xfrm>
              <a:off x="7724775" y="16040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0" name="Pin R2">
              <a:extLst>
                <a:ext uri="{FF2B5EF4-FFF2-40B4-BE49-F238E27FC236}">
                  <a16:creationId xmlns:a16="http://schemas.microsoft.com/office/drawing/2014/main" id="{9118BF1D-411A-687E-8954-63E9F33640C5}"/>
                </a:ext>
              </a:extLst>
            </p:cNvPr>
            <p:cNvSpPr/>
            <p:nvPr/>
          </p:nvSpPr>
          <p:spPr>
            <a:xfrm>
              <a:off x="11068050" y="16040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1" name="Pin T2">
              <a:extLst>
                <a:ext uri="{FF2B5EF4-FFF2-40B4-BE49-F238E27FC236}">
                  <a16:creationId xmlns:a16="http://schemas.microsoft.com/office/drawing/2014/main" id="{0D4C4FAA-CB6F-9829-A9FB-A0F21924FF33}"/>
                </a:ext>
              </a:extLst>
            </p:cNvPr>
            <p:cNvSpPr/>
            <p:nvPr/>
          </p:nvSpPr>
          <p:spPr>
            <a:xfrm>
              <a:off x="86334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2" name="Pin B2">
              <a:extLst>
                <a:ext uri="{FF2B5EF4-FFF2-40B4-BE49-F238E27FC236}">
                  <a16:creationId xmlns:a16="http://schemas.microsoft.com/office/drawing/2014/main" id="{B7CE70FC-0EB5-71C4-729C-A491CD9B3A0E}"/>
                </a:ext>
              </a:extLst>
            </p:cNvPr>
            <p:cNvSpPr/>
            <p:nvPr/>
          </p:nvSpPr>
          <p:spPr>
            <a:xfrm>
              <a:off x="86334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3" name="Pin L3">
              <a:extLst>
                <a:ext uri="{FF2B5EF4-FFF2-40B4-BE49-F238E27FC236}">
                  <a16:creationId xmlns:a16="http://schemas.microsoft.com/office/drawing/2014/main" id="{29D49D53-C1D3-1D38-3115-8969D0611EF2}"/>
                </a:ext>
              </a:extLst>
            </p:cNvPr>
            <p:cNvSpPr/>
            <p:nvPr/>
          </p:nvSpPr>
          <p:spPr>
            <a:xfrm>
              <a:off x="7724775" y="19469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4" name="Pin R3">
              <a:extLst>
                <a:ext uri="{FF2B5EF4-FFF2-40B4-BE49-F238E27FC236}">
                  <a16:creationId xmlns:a16="http://schemas.microsoft.com/office/drawing/2014/main" id="{1BCE6CE0-33C8-DF6B-731F-A10660067019}"/>
                </a:ext>
              </a:extLst>
            </p:cNvPr>
            <p:cNvSpPr/>
            <p:nvPr/>
          </p:nvSpPr>
          <p:spPr>
            <a:xfrm>
              <a:off x="11068050" y="19469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5" name="Pin T3">
              <a:extLst>
                <a:ext uri="{FF2B5EF4-FFF2-40B4-BE49-F238E27FC236}">
                  <a16:creationId xmlns:a16="http://schemas.microsoft.com/office/drawing/2014/main" id="{CD056E7A-03A7-A85D-B652-42EBA3731AB0}"/>
                </a:ext>
              </a:extLst>
            </p:cNvPr>
            <p:cNvSpPr/>
            <p:nvPr/>
          </p:nvSpPr>
          <p:spPr>
            <a:xfrm>
              <a:off x="89763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6" name="Pin B3">
              <a:extLst>
                <a:ext uri="{FF2B5EF4-FFF2-40B4-BE49-F238E27FC236}">
                  <a16:creationId xmlns:a16="http://schemas.microsoft.com/office/drawing/2014/main" id="{DFD3FA69-396B-56B1-A6CF-7D9103CE18DB}"/>
                </a:ext>
              </a:extLst>
            </p:cNvPr>
            <p:cNvSpPr/>
            <p:nvPr/>
          </p:nvSpPr>
          <p:spPr>
            <a:xfrm>
              <a:off x="89763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7" name="Pin L4">
              <a:extLst>
                <a:ext uri="{FF2B5EF4-FFF2-40B4-BE49-F238E27FC236}">
                  <a16:creationId xmlns:a16="http://schemas.microsoft.com/office/drawing/2014/main" id="{A056F215-FA60-3A4E-E715-7FE95B82FEA3}"/>
                </a:ext>
              </a:extLst>
            </p:cNvPr>
            <p:cNvSpPr/>
            <p:nvPr/>
          </p:nvSpPr>
          <p:spPr>
            <a:xfrm>
              <a:off x="7724775" y="22898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8" name="Pin R4">
              <a:extLst>
                <a:ext uri="{FF2B5EF4-FFF2-40B4-BE49-F238E27FC236}">
                  <a16:creationId xmlns:a16="http://schemas.microsoft.com/office/drawing/2014/main" id="{A9CB2A88-2FA8-D7CD-B927-ACCE636F9067}"/>
                </a:ext>
              </a:extLst>
            </p:cNvPr>
            <p:cNvSpPr/>
            <p:nvPr/>
          </p:nvSpPr>
          <p:spPr>
            <a:xfrm>
              <a:off x="11068050" y="22898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9" name="Pin T4">
              <a:extLst>
                <a:ext uri="{FF2B5EF4-FFF2-40B4-BE49-F238E27FC236}">
                  <a16:creationId xmlns:a16="http://schemas.microsoft.com/office/drawing/2014/main" id="{BD28D42B-6A70-347A-34CB-48E28B3F7034}"/>
                </a:ext>
              </a:extLst>
            </p:cNvPr>
            <p:cNvSpPr/>
            <p:nvPr/>
          </p:nvSpPr>
          <p:spPr>
            <a:xfrm>
              <a:off x="93192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0" name="Pin B4">
              <a:extLst>
                <a:ext uri="{FF2B5EF4-FFF2-40B4-BE49-F238E27FC236}">
                  <a16:creationId xmlns:a16="http://schemas.microsoft.com/office/drawing/2014/main" id="{CE46AC1B-B1AA-4BDC-D910-7EDC668DC7DE}"/>
                </a:ext>
              </a:extLst>
            </p:cNvPr>
            <p:cNvSpPr/>
            <p:nvPr/>
          </p:nvSpPr>
          <p:spPr>
            <a:xfrm>
              <a:off x="93192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1" name="Pin L5">
              <a:extLst>
                <a:ext uri="{FF2B5EF4-FFF2-40B4-BE49-F238E27FC236}">
                  <a16:creationId xmlns:a16="http://schemas.microsoft.com/office/drawing/2014/main" id="{BB0B8810-5576-B81D-EEAF-31D00A4BBCE4}"/>
                </a:ext>
              </a:extLst>
            </p:cNvPr>
            <p:cNvSpPr/>
            <p:nvPr/>
          </p:nvSpPr>
          <p:spPr>
            <a:xfrm>
              <a:off x="7724775" y="26327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2" name="Pin R5">
              <a:extLst>
                <a:ext uri="{FF2B5EF4-FFF2-40B4-BE49-F238E27FC236}">
                  <a16:creationId xmlns:a16="http://schemas.microsoft.com/office/drawing/2014/main" id="{865EE573-9A24-C4AC-9A08-0813E9F28519}"/>
                </a:ext>
              </a:extLst>
            </p:cNvPr>
            <p:cNvSpPr/>
            <p:nvPr/>
          </p:nvSpPr>
          <p:spPr>
            <a:xfrm>
              <a:off x="11068050" y="26327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3" name="Pin T5">
              <a:extLst>
                <a:ext uri="{FF2B5EF4-FFF2-40B4-BE49-F238E27FC236}">
                  <a16:creationId xmlns:a16="http://schemas.microsoft.com/office/drawing/2014/main" id="{D79EF896-E5CD-3505-C08B-0ED56DDDD0AB}"/>
                </a:ext>
              </a:extLst>
            </p:cNvPr>
            <p:cNvSpPr/>
            <p:nvPr/>
          </p:nvSpPr>
          <p:spPr>
            <a:xfrm>
              <a:off x="96621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4" name="Pin B5">
              <a:extLst>
                <a:ext uri="{FF2B5EF4-FFF2-40B4-BE49-F238E27FC236}">
                  <a16:creationId xmlns:a16="http://schemas.microsoft.com/office/drawing/2014/main" id="{33D4B25A-401B-D6FF-4F21-6A34C56CD679}"/>
                </a:ext>
              </a:extLst>
            </p:cNvPr>
            <p:cNvSpPr/>
            <p:nvPr/>
          </p:nvSpPr>
          <p:spPr>
            <a:xfrm>
              <a:off x="96621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5" name="Pin L6">
              <a:extLst>
                <a:ext uri="{FF2B5EF4-FFF2-40B4-BE49-F238E27FC236}">
                  <a16:creationId xmlns:a16="http://schemas.microsoft.com/office/drawing/2014/main" id="{73CA505C-0360-EE2B-30E5-9129C224A518}"/>
                </a:ext>
              </a:extLst>
            </p:cNvPr>
            <p:cNvSpPr/>
            <p:nvPr/>
          </p:nvSpPr>
          <p:spPr>
            <a:xfrm>
              <a:off x="7724775" y="29756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6" name="Pin R6">
              <a:extLst>
                <a:ext uri="{FF2B5EF4-FFF2-40B4-BE49-F238E27FC236}">
                  <a16:creationId xmlns:a16="http://schemas.microsoft.com/office/drawing/2014/main" id="{9EC9E3CB-89F7-1229-0738-CB86CEFA6B09}"/>
                </a:ext>
              </a:extLst>
            </p:cNvPr>
            <p:cNvSpPr/>
            <p:nvPr/>
          </p:nvSpPr>
          <p:spPr>
            <a:xfrm>
              <a:off x="11068050" y="29756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7" name="Pin T6">
              <a:extLst>
                <a:ext uri="{FF2B5EF4-FFF2-40B4-BE49-F238E27FC236}">
                  <a16:creationId xmlns:a16="http://schemas.microsoft.com/office/drawing/2014/main" id="{99B428C4-1007-41E7-B1D4-75F35CA7A52D}"/>
                </a:ext>
              </a:extLst>
            </p:cNvPr>
            <p:cNvSpPr/>
            <p:nvPr/>
          </p:nvSpPr>
          <p:spPr>
            <a:xfrm>
              <a:off x="100050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8" name="Pin B6">
              <a:extLst>
                <a:ext uri="{FF2B5EF4-FFF2-40B4-BE49-F238E27FC236}">
                  <a16:creationId xmlns:a16="http://schemas.microsoft.com/office/drawing/2014/main" id="{9080A78D-4F59-60AB-855C-AFC43A5C12B3}"/>
                </a:ext>
              </a:extLst>
            </p:cNvPr>
            <p:cNvSpPr/>
            <p:nvPr/>
          </p:nvSpPr>
          <p:spPr>
            <a:xfrm>
              <a:off x="100050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9" name="Pin L7">
              <a:extLst>
                <a:ext uri="{FF2B5EF4-FFF2-40B4-BE49-F238E27FC236}">
                  <a16:creationId xmlns:a16="http://schemas.microsoft.com/office/drawing/2014/main" id="{A8767DD1-A74B-8898-33C6-537695238D24}"/>
                </a:ext>
              </a:extLst>
            </p:cNvPr>
            <p:cNvSpPr/>
            <p:nvPr/>
          </p:nvSpPr>
          <p:spPr>
            <a:xfrm>
              <a:off x="7724775" y="33185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0" name="Pin R7">
              <a:extLst>
                <a:ext uri="{FF2B5EF4-FFF2-40B4-BE49-F238E27FC236}">
                  <a16:creationId xmlns:a16="http://schemas.microsoft.com/office/drawing/2014/main" id="{ECAA45E1-182F-19DD-6F25-69F0E608C2DA}"/>
                </a:ext>
              </a:extLst>
            </p:cNvPr>
            <p:cNvSpPr/>
            <p:nvPr/>
          </p:nvSpPr>
          <p:spPr>
            <a:xfrm>
              <a:off x="11068050" y="33185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1" name="Pin T7">
              <a:extLst>
                <a:ext uri="{FF2B5EF4-FFF2-40B4-BE49-F238E27FC236}">
                  <a16:creationId xmlns:a16="http://schemas.microsoft.com/office/drawing/2014/main" id="{1766FC39-6E82-063B-30A8-E6F5FDE30107}"/>
                </a:ext>
              </a:extLst>
            </p:cNvPr>
            <p:cNvSpPr/>
            <p:nvPr/>
          </p:nvSpPr>
          <p:spPr>
            <a:xfrm>
              <a:off x="103479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2" name="Pin B7">
              <a:extLst>
                <a:ext uri="{FF2B5EF4-FFF2-40B4-BE49-F238E27FC236}">
                  <a16:creationId xmlns:a16="http://schemas.microsoft.com/office/drawing/2014/main" id="{C061F694-426B-B756-EF00-2A7ACE0DDCBE}"/>
                </a:ext>
              </a:extLst>
            </p:cNvPr>
            <p:cNvSpPr/>
            <p:nvPr/>
          </p:nvSpPr>
          <p:spPr>
            <a:xfrm>
              <a:off x="103479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3" name="Pin L8">
              <a:extLst>
                <a:ext uri="{FF2B5EF4-FFF2-40B4-BE49-F238E27FC236}">
                  <a16:creationId xmlns:a16="http://schemas.microsoft.com/office/drawing/2014/main" id="{DB0DC388-923F-7B09-72B1-C2E6C2A0996E}"/>
                </a:ext>
              </a:extLst>
            </p:cNvPr>
            <p:cNvSpPr/>
            <p:nvPr/>
          </p:nvSpPr>
          <p:spPr>
            <a:xfrm>
              <a:off x="7724775" y="36614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4" name="Pin R8">
              <a:extLst>
                <a:ext uri="{FF2B5EF4-FFF2-40B4-BE49-F238E27FC236}">
                  <a16:creationId xmlns:a16="http://schemas.microsoft.com/office/drawing/2014/main" id="{B8BD4145-1331-5FBB-2B94-AD351476948E}"/>
                </a:ext>
              </a:extLst>
            </p:cNvPr>
            <p:cNvSpPr/>
            <p:nvPr/>
          </p:nvSpPr>
          <p:spPr>
            <a:xfrm>
              <a:off x="11068050" y="36614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5" name="Pin T8">
              <a:extLst>
                <a:ext uri="{FF2B5EF4-FFF2-40B4-BE49-F238E27FC236}">
                  <a16:creationId xmlns:a16="http://schemas.microsoft.com/office/drawing/2014/main" id="{CC2D112B-1D68-0C43-C9BC-7E07A1129922}"/>
                </a:ext>
              </a:extLst>
            </p:cNvPr>
            <p:cNvSpPr/>
            <p:nvPr/>
          </p:nvSpPr>
          <p:spPr>
            <a:xfrm>
              <a:off x="106908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6" name="Pin B8">
              <a:extLst>
                <a:ext uri="{FF2B5EF4-FFF2-40B4-BE49-F238E27FC236}">
                  <a16:creationId xmlns:a16="http://schemas.microsoft.com/office/drawing/2014/main" id="{E7C16F40-B068-0C60-059C-0D8A517CA1F7}"/>
                </a:ext>
              </a:extLst>
            </p:cNvPr>
            <p:cNvSpPr/>
            <p:nvPr/>
          </p:nvSpPr>
          <p:spPr>
            <a:xfrm>
              <a:off x="106908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7" name="Chip package">
              <a:extLst>
                <a:ext uri="{FF2B5EF4-FFF2-40B4-BE49-F238E27FC236}">
                  <a16:creationId xmlns:a16="http://schemas.microsoft.com/office/drawing/2014/main" id="{F2EECF0F-1049-73B6-F29B-AC0173C97100}"/>
                </a:ext>
              </a:extLst>
            </p:cNvPr>
            <p:cNvSpPr/>
            <p:nvPr/>
          </p:nvSpPr>
          <p:spPr>
            <a:xfrm>
              <a:off x="7981950" y="952500"/>
              <a:ext cx="3086100" cy="30861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4000"/>
              </a:schemeClr>
            </a:solidFill>
            <a:ln w="19050">
              <a:solidFill>
                <a:schemeClr val="accent1">
                  <a:alpha val="7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8" name="Pin-1 marker">
              <a:extLst>
                <a:ext uri="{FF2B5EF4-FFF2-40B4-BE49-F238E27FC236}">
                  <a16:creationId xmlns:a16="http://schemas.microsoft.com/office/drawing/2014/main" id="{E0539936-0F5A-C982-2FC8-951F442369F5}"/>
                </a:ext>
              </a:extLst>
            </p:cNvPr>
            <p:cNvSpPr/>
            <p:nvPr/>
          </p:nvSpPr>
          <p:spPr>
            <a:xfrm>
              <a:off x="8144828" y="1115378"/>
              <a:ext cx="85725" cy="85725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9" name="Chip die">
              <a:extLst>
                <a:ext uri="{FF2B5EF4-FFF2-40B4-BE49-F238E27FC236}">
                  <a16:creationId xmlns:a16="http://schemas.microsoft.com/office/drawing/2014/main" id="{CF2D90FC-ED1A-8BB7-93E4-14A7285F873C}"/>
                </a:ext>
              </a:extLst>
            </p:cNvPr>
            <p:cNvSpPr/>
            <p:nvPr/>
          </p:nvSpPr>
          <p:spPr>
            <a:xfrm>
              <a:off x="8410575" y="1381125"/>
              <a:ext cx="2228850" cy="2228850"/>
            </a:xfrm>
            <a:prstGeom prst="roundRect">
              <a:avLst>
                <a:gd name="adj" fmla="val 3077"/>
              </a:avLst>
            </a:prstGeom>
            <a:solidFill>
              <a:schemeClr val="accent1">
                <a:alpha val="7000"/>
              </a:schemeClr>
            </a:solidFill>
            <a:ln w="13970">
              <a:solidFill>
                <a:schemeClr val="accent1">
                  <a:alpha val="9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0" name="Core 0">
              <a:extLst>
                <a:ext uri="{FF2B5EF4-FFF2-40B4-BE49-F238E27FC236}">
                  <a16:creationId xmlns:a16="http://schemas.microsoft.com/office/drawing/2014/main" id="{152B2EE7-2081-E54E-41C5-1A40827FB832}"/>
                </a:ext>
              </a:extLst>
            </p:cNvPr>
            <p:cNvSpPr/>
            <p:nvPr/>
          </p:nvSpPr>
          <p:spPr>
            <a:xfrm>
              <a:off x="8530590" y="150114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1" name="Core 0 label">
              <a:extLst>
                <a:ext uri="{FF2B5EF4-FFF2-40B4-BE49-F238E27FC236}">
                  <a16:creationId xmlns:a16="http://schemas.microsoft.com/office/drawing/2014/main" id="{D8F0E804-58B9-A4E1-94F2-91132573E4A2}"/>
                </a:ext>
              </a:extLst>
            </p:cNvPr>
            <p:cNvSpPr txBox="1"/>
            <p:nvPr/>
          </p:nvSpPr>
          <p:spPr>
            <a:xfrm>
              <a:off x="8616315" y="155257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0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2" name="Core 0 L1">
              <a:extLst>
                <a:ext uri="{FF2B5EF4-FFF2-40B4-BE49-F238E27FC236}">
                  <a16:creationId xmlns:a16="http://schemas.microsoft.com/office/drawing/2014/main" id="{08ED84A3-392B-0705-8695-4C7FEBDBB423}"/>
                </a:ext>
              </a:extLst>
            </p:cNvPr>
            <p:cNvSpPr/>
            <p:nvPr/>
          </p:nvSpPr>
          <p:spPr>
            <a:xfrm>
              <a:off x="8616315" y="175831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3" name="Core 0 L1 label">
              <a:extLst>
                <a:ext uri="{FF2B5EF4-FFF2-40B4-BE49-F238E27FC236}">
                  <a16:creationId xmlns:a16="http://schemas.microsoft.com/office/drawing/2014/main" id="{78122D79-1725-895C-E78B-95513154B052}"/>
                </a:ext>
              </a:extLst>
            </p:cNvPr>
            <p:cNvSpPr txBox="1"/>
            <p:nvPr/>
          </p:nvSpPr>
          <p:spPr>
            <a:xfrm>
              <a:off x="8616315" y="175831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4" name="Core 0 stage 1">
              <a:extLst>
                <a:ext uri="{FF2B5EF4-FFF2-40B4-BE49-F238E27FC236}">
                  <a16:creationId xmlns:a16="http://schemas.microsoft.com/office/drawing/2014/main" id="{6D20AC12-FC6B-3BAC-8DF0-D625F4887797}"/>
                </a:ext>
              </a:extLst>
            </p:cNvPr>
            <p:cNvSpPr/>
            <p:nvPr/>
          </p:nvSpPr>
          <p:spPr>
            <a:xfrm>
              <a:off x="8993505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5" name="Core 0 stage 2">
              <a:extLst>
                <a:ext uri="{FF2B5EF4-FFF2-40B4-BE49-F238E27FC236}">
                  <a16:creationId xmlns:a16="http://schemas.microsoft.com/office/drawing/2014/main" id="{59F4D4CC-3C90-68F0-897F-F464DCD84B84}"/>
                </a:ext>
              </a:extLst>
            </p:cNvPr>
            <p:cNvSpPr/>
            <p:nvPr/>
          </p:nvSpPr>
          <p:spPr>
            <a:xfrm>
              <a:off x="9104948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6" name="Core 0 stage 3">
              <a:extLst>
                <a:ext uri="{FF2B5EF4-FFF2-40B4-BE49-F238E27FC236}">
                  <a16:creationId xmlns:a16="http://schemas.microsoft.com/office/drawing/2014/main" id="{977D41ED-153D-DB24-EE88-CAD3F0A1B65A}"/>
                </a:ext>
              </a:extLst>
            </p:cNvPr>
            <p:cNvSpPr/>
            <p:nvPr/>
          </p:nvSpPr>
          <p:spPr>
            <a:xfrm>
              <a:off x="9216390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7" name="Core 0 stage 4">
              <a:extLst>
                <a:ext uri="{FF2B5EF4-FFF2-40B4-BE49-F238E27FC236}">
                  <a16:creationId xmlns:a16="http://schemas.microsoft.com/office/drawing/2014/main" id="{ECFB4D99-5DD2-7D53-C5A9-03281CBB27DB}"/>
                </a:ext>
              </a:extLst>
            </p:cNvPr>
            <p:cNvSpPr/>
            <p:nvPr/>
          </p:nvSpPr>
          <p:spPr>
            <a:xfrm>
              <a:off x="9327833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8" name="Core 1">
              <a:extLst>
                <a:ext uri="{FF2B5EF4-FFF2-40B4-BE49-F238E27FC236}">
                  <a16:creationId xmlns:a16="http://schemas.microsoft.com/office/drawing/2014/main" id="{FC1917FD-43F8-97C3-73D3-C238C5C7A1E0}"/>
                </a:ext>
              </a:extLst>
            </p:cNvPr>
            <p:cNvSpPr/>
            <p:nvPr/>
          </p:nvSpPr>
          <p:spPr>
            <a:xfrm>
              <a:off x="9576435" y="150114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9" name="Core 1 label">
              <a:extLst>
                <a:ext uri="{FF2B5EF4-FFF2-40B4-BE49-F238E27FC236}">
                  <a16:creationId xmlns:a16="http://schemas.microsoft.com/office/drawing/2014/main" id="{12CEDB0C-3F66-8E84-379A-D482EE6A8D9B}"/>
                </a:ext>
              </a:extLst>
            </p:cNvPr>
            <p:cNvSpPr txBox="1"/>
            <p:nvPr/>
          </p:nvSpPr>
          <p:spPr>
            <a:xfrm>
              <a:off x="9662160" y="155257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0" name="Core 1 L1">
              <a:extLst>
                <a:ext uri="{FF2B5EF4-FFF2-40B4-BE49-F238E27FC236}">
                  <a16:creationId xmlns:a16="http://schemas.microsoft.com/office/drawing/2014/main" id="{738FA430-E435-C3AE-F168-7F7710AE1203}"/>
                </a:ext>
              </a:extLst>
            </p:cNvPr>
            <p:cNvSpPr/>
            <p:nvPr/>
          </p:nvSpPr>
          <p:spPr>
            <a:xfrm>
              <a:off x="9662160" y="175831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1" name="Core 1 L1 label">
              <a:extLst>
                <a:ext uri="{FF2B5EF4-FFF2-40B4-BE49-F238E27FC236}">
                  <a16:creationId xmlns:a16="http://schemas.microsoft.com/office/drawing/2014/main" id="{E896D36A-E49B-A4FC-260A-29626BEB406F}"/>
                </a:ext>
              </a:extLst>
            </p:cNvPr>
            <p:cNvSpPr txBox="1"/>
            <p:nvPr/>
          </p:nvSpPr>
          <p:spPr>
            <a:xfrm>
              <a:off x="9662160" y="175831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2" name="Core 1 stage 1">
              <a:extLst>
                <a:ext uri="{FF2B5EF4-FFF2-40B4-BE49-F238E27FC236}">
                  <a16:creationId xmlns:a16="http://schemas.microsoft.com/office/drawing/2014/main" id="{DEBB1FDC-AACC-EF0B-9AF8-9A7C4A1EB4BB}"/>
                </a:ext>
              </a:extLst>
            </p:cNvPr>
            <p:cNvSpPr/>
            <p:nvPr/>
          </p:nvSpPr>
          <p:spPr>
            <a:xfrm>
              <a:off x="10039350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3" name="Core 1 stage 2">
              <a:extLst>
                <a:ext uri="{FF2B5EF4-FFF2-40B4-BE49-F238E27FC236}">
                  <a16:creationId xmlns:a16="http://schemas.microsoft.com/office/drawing/2014/main" id="{21908759-F5EB-79AA-07B3-4685E2D267E4}"/>
                </a:ext>
              </a:extLst>
            </p:cNvPr>
            <p:cNvSpPr/>
            <p:nvPr/>
          </p:nvSpPr>
          <p:spPr>
            <a:xfrm>
              <a:off x="10150793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4" name="Core 1 stage 3">
              <a:extLst>
                <a:ext uri="{FF2B5EF4-FFF2-40B4-BE49-F238E27FC236}">
                  <a16:creationId xmlns:a16="http://schemas.microsoft.com/office/drawing/2014/main" id="{E5522BEA-1E5D-0CE8-83F8-4B787F60B062}"/>
                </a:ext>
              </a:extLst>
            </p:cNvPr>
            <p:cNvSpPr/>
            <p:nvPr/>
          </p:nvSpPr>
          <p:spPr>
            <a:xfrm>
              <a:off x="10262235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5" name="Core 1 stage 4">
              <a:extLst>
                <a:ext uri="{FF2B5EF4-FFF2-40B4-BE49-F238E27FC236}">
                  <a16:creationId xmlns:a16="http://schemas.microsoft.com/office/drawing/2014/main" id="{12022CD7-06AC-8B66-676B-AE42F3DE00D9}"/>
                </a:ext>
              </a:extLst>
            </p:cNvPr>
            <p:cNvSpPr/>
            <p:nvPr/>
          </p:nvSpPr>
          <p:spPr>
            <a:xfrm>
              <a:off x="10373678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6" name="Core 2">
              <a:extLst>
                <a:ext uri="{FF2B5EF4-FFF2-40B4-BE49-F238E27FC236}">
                  <a16:creationId xmlns:a16="http://schemas.microsoft.com/office/drawing/2014/main" id="{FEC674D9-D30C-B46D-2687-379BF6EFF52D}"/>
                </a:ext>
              </a:extLst>
            </p:cNvPr>
            <p:cNvSpPr/>
            <p:nvPr/>
          </p:nvSpPr>
          <p:spPr>
            <a:xfrm>
              <a:off x="8530590" y="280416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7" name="Core 2 label">
              <a:extLst>
                <a:ext uri="{FF2B5EF4-FFF2-40B4-BE49-F238E27FC236}">
                  <a16:creationId xmlns:a16="http://schemas.microsoft.com/office/drawing/2014/main" id="{BCF6DCC8-5214-65BE-0212-D97224DFF1FC}"/>
                </a:ext>
              </a:extLst>
            </p:cNvPr>
            <p:cNvSpPr txBox="1"/>
            <p:nvPr/>
          </p:nvSpPr>
          <p:spPr>
            <a:xfrm>
              <a:off x="8616315" y="285559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2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8" name="Core 2 L1">
              <a:extLst>
                <a:ext uri="{FF2B5EF4-FFF2-40B4-BE49-F238E27FC236}">
                  <a16:creationId xmlns:a16="http://schemas.microsoft.com/office/drawing/2014/main" id="{23E19ACC-897B-EC84-08DE-64462A9238DC}"/>
                </a:ext>
              </a:extLst>
            </p:cNvPr>
            <p:cNvSpPr/>
            <p:nvPr/>
          </p:nvSpPr>
          <p:spPr>
            <a:xfrm>
              <a:off x="8616315" y="306133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9" name="Core 2 L1 label">
              <a:extLst>
                <a:ext uri="{FF2B5EF4-FFF2-40B4-BE49-F238E27FC236}">
                  <a16:creationId xmlns:a16="http://schemas.microsoft.com/office/drawing/2014/main" id="{4316F782-02EA-9057-8954-BDA69FEECAC4}"/>
                </a:ext>
              </a:extLst>
            </p:cNvPr>
            <p:cNvSpPr txBox="1"/>
            <p:nvPr/>
          </p:nvSpPr>
          <p:spPr>
            <a:xfrm>
              <a:off x="8616315" y="306133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0" name="Core 2 stage 1">
              <a:extLst>
                <a:ext uri="{FF2B5EF4-FFF2-40B4-BE49-F238E27FC236}">
                  <a16:creationId xmlns:a16="http://schemas.microsoft.com/office/drawing/2014/main" id="{CAC0159E-B764-5E3C-78A6-577DA0E2C6DC}"/>
                </a:ext>
              </a:extLst>
            </p:cNvPr>
            <p:cNvSpPr/>
            <p:nvPr/>
          </p:nvSpPr>
          <p:spPr>
            <a:xfrm>
              <a:off x="8993505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1" name="Core 2 stage 2">
              <a:extLst>
                <a:ext uri="{FF2B5EF4-FFF2-40B4-BE49-F238E27FC236}">
                  <a16:creationId xmlns:a16="http://schemas.microsoft.com/office/drawing/2014/main" id="{5E5B674B-45A4-834E-9DA1-84FCFC14DFE6}"/>
                </a:ext>
              </a:extLst>
            </p:cNvPr>
            <p:cNvSpPr/>
            <p:nvPr/>
          </p:nvSpPr>
          <p:spPr>
            <a:xfrm>
              <a:off x="9104948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2" name="Core 2 stage 3">
              <a:extLst>
                <a:ext uri="{FF2B5EF4-FFF2-40B4-BE49-F238E27FC236}">
                  <a16:creationId xmlns:a16="http://schemas.microsoft.com/office/drawing/2014/main" id="{868B34A7-FCD8-5184-0933-D34CB4E3649F}"/>
                </a:ext>
              </a:extLst>
            </p:cNvPr>
            <p:cNvSpPr/>
            <p:nvPr/>
          </p:nvSpPr>
          <p:spPr>
            <a:xfrm>
              <a:off x="9216390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3" name="Core 2 stage 4">
              <a:extLst>
                <a:ext uri="{FF2B5EF4-FFF2-40B4-BE49-F238E27FC236}">
                  <a16:creationId xmlns:a16="http://schemas.microsoft.com/office/drawing/2014/main" id="{9CB88082-C44B-B00A-9372-532BB9FD8902}"/>
                </a:ext>
              </a:extLst>
            </p:cNvPr>
            <p:cNvSpPr/>
            <p:nvPr/>
          </p:nvSpPr>
          <p:spPr>
            <a:xfrm>
              <a:off x="9327833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4" name="Core 3">
              <a:extLst>
                <a:ext uri="{FF2B5EF4-FFF2-40B4-BE49-F238E27FC236}">
                  <a16:creationId xmlns:a16="http://schemas.microsoft.com/office/drawing/2014/main" id="{430F4303-AFCE-CB05-2E38-D35CD51E5305}"/>
                </a:ext>
              </a:extLst>
            </p:cNvPr>
            <p:cNvSpPr/>
            <p:nvPr/>
          </p:nvSpPr>
          <p:spPr>
            <a:xfrm>
              <a:off x="9576435" y="280416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5" name="Core 3 label">
              <a:extLst>
                <a:ext uri="{FF2B5EF4-FFF2-40B4-BE49-F238E27FC236}">
                  <a16:creationId xmlns:a16="http://schemas.microsoft.com/office/drawing/2014/main" id="{608C28C3-76E3-7AFB-179F-4B83B0980E25}"/>
                </a:ext>
              </a:extLst>
            </p:cNvPr>
            <p:cNvSpPr txBox="1"/>
            <p:nvPr/>
          </p:nvSpPr>
          <p:spPr>
            <a:xfrm>
              <a:off x="9662160" y="285559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3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6" name="Core 3 L1">
              <a:extLst>
                <a:ext uri="{FF2B5EF4-FFF2-40B4-BE49-F238E27FC236}">
                  <a16:creationId xmlns:a16="http://schemas.microsoft.com/office/drawing/2014/main" id="{DBA2C850-ECBE-022A-1383-2F783841B9A1}"/>
                </a:ext>
              </a:extLst>
            </p:cNvPr>
            <p:cNvSpPr/>
            <p:nvPr/>
          </p:nvSpPr>
          <p:spPr>
            <a:xfrm>
              <a:off x="9662160" y="306133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7" name="Core 3 L1 label">
              <a:extLst>
                <a:ext uri="{FF2B5EF4-FFF2-40B4-BE49-F238E27FC236}">
                  <a16:creationId xmlns:a16="http://schemas.microsoft.com/office/drawing/2014/main" id="{12C13614-A271-F817-5FEA-EDA667136F47}"/>
                </a:ext>
              </a:extLst>
            </p:cNvPr>
            <p:cNvSpPr txBox="1"/>
            <p:nvPr/>
          </p:nvSpPr>
          <p:spPr>
            <a:xfrm>
              <a:off x="9662160" y="306133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8" name="Core 3 stage 1">
              <a:extLst>
                <a:ext uri="{FF2B5EF4-FFF2-40B4-BE49-F238E27FC236}">
                  <a16:creationId xmlns:a16="http://schemas.microsoft.com/office/drawing/2014/main" id="{0FE166F3-959F-904A-0187-167F4FAFBC44}"/>
                </a:ext>
              </a:extLst>
            </p:cNvPr>
            <p:cNvSpPr/>
            <p:nvPr/>
          </p:nvSpPr>
          <p:spPr>
            <a:xfrm>
              <a:off x="10039350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9" name="Core 3 stage 2">
              <a:extLst>
                <a:ext uri="{FF2B5EF4-FFF2-40B4-BE49-F238E27FC236}">
                  <a16:creationId xmlns:a16="http://schemas.microsoft.com/office/drawing/2014/main" id="{ABC9DF33-D0D3-D4D0-C9A0-2C743234518E}"/>
                </a:ext>
              </a:extLst>
            </p:cNvPr>
            <p:cNvSpPr/>
            <p:nvPr/>
          </p:nvSpPr>
          <p:spPr>
            <a:xfrm>
              <a:off x="10150793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0" name="Core 3 stage 3">
              <a:extLst>
                <a:ext uri="{FF2B5EF4-FFF2-40B4-BE49-F238E27FC236}">
                  <a16:creationId xmlns:a16="http://schemas.microsoft.com/office/drawing/2014/main" id="{E676F561-0E58-5B59-D612-54F5D269F0AD}"/>
                </a:ext>
              </a:extLst>
            </p:cNvPr>
            <p:cNvSpPr/>
            <p:nvPr/>
          </p:nvSpPr>
          <p:spPr>
            <a:xfrm>
              <a:off x="10262235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1" name="Core 3 stage 4">
              <a:extLst>
                <a:ext uri="{FF2B5EF4-FFF2-40B4-BE49-F238E27FC236}">
                  <a16:creationId xmlns:a16="http://schemas.microsoft.com/office/drawing/2014/main" id="{74DF9771-FB59-9424-9316-7F0A3B2B1B6A}"/>
                </a:ext>
              </a:extLst>
            </p:cNvPr>
            <p:cNvSpPr/>
            <p:nvPr/>
          </p:nvSpPr>
          <p:spPr>
            <a:xfrm>
              <a:off x="10373678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2" name="Shared L3">
              <a:extLst>
                <a:ext uri="{FF2B5EF4-FFF2-40B4-BE49-F238E27FC236}">
                  <a16:creationId xmlns:a16="http://schemas.microsoft.com/office/drawing/2014/main" id="{C2A28DE0-EB63-573F-6718-788BDE97F18E}"/>
                </a:ext>
              </a:extLst>
            </p:cNvPr>
            <p:cNvSpPr/>
            <p:nvPr/>
          </p:nvSpPr>
          <p:spPr>
            <a:xfrm>
              <a:off x="8530590" y="2289810"/>
              <a:ext cx="1988820" cy="411480"/>
            </a:xfrm>
            <a:prstGeom prst="roundRect">
              <a:avLst>
                <a:gd name="adj" fmla="val 8333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3" name="L3 cell 0-0">
              <a:extLst>
                <a:ext uri="{FF2B5EF4-FFF2-40B4-BE49-F238E27FC236}">
                  <a16:creationId xmlns:a16="http://schemas.microsoft.com/office/drawing/2014/main" id="{F3763257-2FC2-38D5-EE69-BFBCE51BEE06}"/>
                </a:ext>
              </a:extLst>
            </p:cNvPr>
            <p:cNvSpPr/>
            <p:nvPr/>
          </p:nvSpPr>
          <p:spPr>
            <a:xfrm>
              <a:off x="85948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4" name="L3 cell 0-1">
              <a:extLst>
                <a:ext uri="{FF2B5EF4-FFF2-40B4-BE49-F238E27FC236}">
                  <a16:creationId xmlns:a16="http://schemas.microsoft.com/office/drawing/2014/main" id="{B51D119D-58A8-52F4-8431-48E72D003144}"/>
                </a:ext>
              </a:extLst>
            </p:cNvPr>
            <p:cNvSpPr/>
            <p:nvPr/>
          </p:nvSpPr>
          <p:spPr>
            <a:xfrm>
              <a:off x="86806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5" name="L3 cell 0-2">
              <a:extLst>
                <a:ext uri="{FF2B5EF4-FFF2-40B4-BE49-F238E27FC236}">
                  <a16:creationId xmlns:a16="http://schemas.microsoft.com/office/drawing/2014/main" id="{E424CE27-AF9C-D53F-97ED-79C21013A714}"/>
                </a:ext>
              </a:extLst>
            </p:cNvPr>
            <p:cNvSpPr/>
            <p:nvPr/>
          </p:nvSpPr>
          <p:spPr>
            <a:xfrm>
              <a:off x="87663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6" name="L3 cell 0-3">
              <a:extLst>
                <a:ext uri="{FF2B5EF4-FFF2-40B4-BE49-F238E27FC236}">
                  <a16:creationId xmlns:a16="http://schemas.microsoft.com/office/drawing/2014/main" id="{D6FC0C88-387D-D4C6-8A2E-4BAA7DA833E7}"/>
                </a:ext>
              </a:extLst>
            </p:cNvPr>
            <p:cNvSpPr/>
            <p:nvPr/>
          </p:nvSpPr>
          <p:spPr>
            <a:xfrm>
              <a:off x="88520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7" name="L3 cell 0-4">
              <a:extLst>
                <a:ext uri="{FF2B5EF4-FFF2-40B4-BE49-F238E27FC236}">
                  <a16:creationId xmlns:a16="http://schemas.microsoft.com/office/drawing/2014/main" id="{20276490-534E-CEA6-43BA-A179DECF310C}"/>
                </a:ext>
              </a:extLst>
            </p:cNvPr>
            <p:cNvSpPr/>
            <p:nvPr/>
          </p:nvSpPr>
          <p:spPr>
            <a:xfrm>
              <a:off x="89377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8" name="L3 cell 0-5">
              <a:extLst>
                <a:ext uri="{FF2B5EF4-FFF2-40B4-BE49-F238E27FC236}">
                  <a16:creationId xmlns:a16="http://schemas.microsoft.com/office/drawing/2014/main" id="{BE3ABF53-65C8-F166-F1F1-682E32719BFD}"/>
                </a:ext>
              </a:extLst>
            </p:cNvPr>
            <p:cNvSpPr/>
            <p:nvPr/>
          </p:nvSpPr>
          <p:spPr>
            <a:xfrm>
              <a:off x="90235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9" name="L3 cell 0-6">
              <a:extLst>
                <a:ext uri="{FF2B5EF4-FFF2-40B4-BE49-F238E27FC236}">
                  <a16:creationId xmlns:a16="http://schemas.microsoft.com/office/drawing/2014/main" id="{5A1EBC52-EF60-D496-22E4-4260D0778D99}"/>
                </a:ext>
              </a:extLst>
            </p:cNvPr>
            <p:cNvSpPr/>
            <p:nvPr/>
          </p:nvSpPr>
          <p:spPr>
            <a:xfrm>
              <a:off x="91092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0" name="L3 cell 0-7">
              <a:extLst>
                <a:ext uri="{FF2B5EF4-FFF2-40B4-BE49-F238E27FC236}">
                  <a16:creationId xmlns:a16="http://schemas.microsoft.com/office/drawing/2014/main" id="{CC1F086D-411D-3C2A-6B5A-CDC2B506948F}"/>
                </a:ext>
              </a:extLst>
            </p:cNvPr>
            <p:cNvSpPr/>
            <p:nvPr/>
          </p:nvSpPr>
          <p:spPr>
            <a:xfrm>
              <a:off x="91949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1" name="L3 cell 0-8">
              <a:extLst>
                <a:ext uri="{FF2B5EF4-FFF2-40B4-BE49-F238E27FC236}">
                  <a16:creationId xmlns:a16="http://schemas.microsoft.com/office/drawing/2014/main" id="{26892526-B9FB-C040-D3DE-2F13725E1FE7}"/>
                </a:ext>
              </a:extLst>
            </p:cNvPr>
            <p:cNvSpPr/>
            <p:nvPr/>
          </p:nvSpPr>
          <p:spPr>
            <a:xfrm>
              <a:off x="92806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2" name="L3 cell 0-9">
              <a:extLst>
                <a:ext uri="{FF2B5EF4-FFF2-40B4-BE49-F238E27FC236}">
                  <a16:creationId xmlns:a16="http://schemas.microsoft.com/office/drawing/2014/main" id="{02109286-AE78-DDF1-D3B2-06DCCB344070}"/>
                </a:ext>
              </a:extLst>
            </p:cNvPr>
            <p:cNvSpPr/>
            <p:nvPr/>
          </p:nvSpPr>
          <p:spPr>
            <a:xfrm>
              <a:off x="93664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3" name="L3 cell 0-10">
              <a:extLst>
                <a:ext uri="{FF2B5EF4-FFF2-40B4-BE49-F238E27FC236}">
                  <a16:creationId xmlns:a16="http://schemas.microsoft.com/office/drawing/2014/main" id="{EB07275C-3C63-945F-8B1B-D11A7F4ADB1A}"/>
                </a:ext>
              </a:extLst>
            </p:cNvPr>
            <p:cNvSpPr/>
            <p:nvPr/>
          </p:nvSpPr>
          <p:spPr>
            <a:xfrm>
              <a:off x="94521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4" name="L3 cell 0-11">
              <a:extLst>
                <a:ext uri="{FF2B5EF4-FFF2-40B4-BE49-F238E27FC236}">
                  <a16:creationId xmlns:a16="http://schemas.microsoft.com/office/drawing/2014/main" id="{4482AAE2-D9E1-FC36-D617-C1340A55B3BC}"/>
                </a:ext>
              </a:extLst>
            </p:cNvPr>
            <p:cNvSpPr/>
            <p:nvPr/>
          </p:nvSpPr>
          <p:spPr>
            <a:xfrm>
              <a:off x="95378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5" name="L3 cell 0-12">
              <a:extLst>
                <a:ext uri="{FF2B5EF4-FFF2-40B4-BE49-F238E27FC236}">
                  <a16:creationId xmlns:a16="http://schemas.microsoft.com/office/drawing/2014/main" id="{1A0DD62A-CDF8-507F-61F5-9DE77453EB94}"/>
                </a:ext>
              </a:extLst>
            </p:cNvPr>
            <p:cNvSpPr/>
            <p:nvPr/>
          </p:nvSpPr>
          <p:spPr>
            <a:xfrm>
              <a:off x="96235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6" name="L3 cell 0-13">
              <a:extLst>
                <a:ext uri="{FF2B5EF4-FFF2-40B4-BE49-F238E27FC236}">
                  <a16:creationId xmlns:a16="http://schemas.microsoft.com/office/drawing/2014/main" id="{9EF1D26C-429E-BAF9-DF9C-BBEABDA37002}"/>
                </a:ext>
              </a:extLst>
            </p:cNvPr>
            <p:cNvSpPr/>
            <p:nvPr/>
          </p:nvSpPr>
          <p:spPr>
            <a:xfrm>
              <a:off x="97093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7" name="L3 cell 0-14">
              <a:extLst>
                <a:ext uri="{FF2B5EF4-FFF2-40B4-BE49-F238E27FC236}">
                  <a16:creationId xmlns:a16="http://schemas.microsoft.com/office/drawing/2014/main" id="{94336320-0E4E-BDE9-3F50-3FEEFA47A2A9}"/>
                </a:ext>
              </a:extLst>
            </p:cNvPr>
            <p:cNvSpPr/>
            <p:nvPr/>
          </p:nvSpPr>
          <p:spPr>
            <a:xfrm>
              <a:off x="97950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8" name="L3 cell 0-15">
              <a:extLst>
                <a:ext uri="{FF2B5EF4-FFF2-40B4-BE49-F238E27FC236}">
                  <a16:creationId xmlns:a16="http://schemas.microsoft.com/office/drawing/2014/main" id="{47F09B9B-C7BC-0E68-915D-3E69C585E660}"/>
                </a:ext>
              </a:extLst>
            </p:cNvPr>
            <p:cNvSpPr/>
            <p:nvPr/>
          </p:nvSpPr>
          <p:spPr>
            <a:xfrm>
              <a:off x="98807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9" name="L3 cell 0-16">
              <a:extLst>
                <a:ext uri="{FF2B5EF4-FFF2-40B4-BE49-F238E27FC236}">
                  <a16:creationId xmlns:a16="http://schemas.microsoft.com/office/drawing/2014/main" id="{A2FE625E-D7B1-0091-EA93-C49B0FDE3DF9}"/>
                </a:ext>
              </a:extLst>
            </p:cNvPr>
            <p:cNvSpPr/>
            <p:nvPr/>
          </p:nvSpPr>
          <p:spPr>
            <a:xfrm>
              <a:off x="99664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0" name="L3 cell 0-17">
              <a:extLst>
                <a:ext uri="{FF2B5EF4-FFF2-40B4-BE49-F238E27FC236}">
                  <a16:creationId xmlns:a16="http://schemas.microsoft.com/office/drawing/2014/main" id="{05D28D4D-C2F5-A398-C285-DD851F21B845}"/>
                </a:ext>
              </a:extLst>
            </p:cNvPr>
            <p:cNvSpPr/>
            <p:nvPr/>
          </p:nvSpPr>
          <p:spPr>
            <a:xfrm>
              <a:off x="100522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1" name="L3 cell 0-18">
              <a:extLst>
                <a:ext uri="{FF2B5EF4-FFF2-40B4-BE49-F238E27FC236}">
                  <a16:creationId xmlns:a16="http://schemas.microsoft.com/office/drawing/2014/main" id="{0EFD7571-2E5F-541C-67BF-F354CFE1E35F}"/>
                </a:ext>
              </a:extLst>
            </p:cNvPr>
            <p:cNvSpPr/>
            <p:nvPr/>
          </p:nvSpPr>
          <p:spPr>
            <a:xfrm>
              <a:off x="101379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2" name="L3 cell 0-19">
              <a:extLst>
                <a:ext uri="{FF2B5EF4-FFF2-40B4-BE49-F238E27FC236}">
                  <a16:creationId xmlns:a16="http://schemas.microsoft.com/office/drawing/2014/main" id="{81680C25-1A02-E801-F7E5-03E942222D70}"/>
                </a:ext>
              </a:extLst>
            </p:cNvPr>
            <p:cNvSpPr/>
            <p:nvPr/>
          </p:nvSpPr>
          <p:spPr>
            <a:xfrm>
              <a:off x="102236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3" name="L3 cell 0-20">
              <a:extLst>
                <a:ext uri="{FF2B5EF4-FFF2-40B4-BE49-F238E27FC236}">
                  <a16:creationId xmlns:a16="http://schemas.microsoft.com/office/drawing/2014/main" id="{BD4D24A5-5967-8C53-976F-3B108857F93F}"/>
                </a:ext>
              </a:extLst>
            </p:cNvPr>
            <p:cNvSpPr/>
            <p:nvPr/>
          </p:nvSpPr>
          <p:spPr>
            <a:xfrm>
              <a:off x="103093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4" name="L3 cell 0-21">
              <a:extLst>
                <a:ext uri="{FF2B5EF4-FFF2-40B4-BE49-F238E27FC236}">
                  <a16:creationId xmlns:a16="http://schemas.microsoft.com/office/drawing/2014/main" id="{6EB762D1-7DA7-059C-048E-BF5079F32DC5}"/>
                </a:ext>
              </a:extLst>
            </p:cNvPr>
            <p:cNvSpPr/>
            <p:nvPr/>
          </p:nvSpPr>
          <p:spPr>
            <a:xfrm>
              <a:off x="103951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5" name="L3 cell 1-0">
              <a:extLst>
                <a:ext uri="{FF2B5EF4-FFF2-40B4-BE49-F238E27FC236}">
                  <a16:creationId xmlns:a16="http://schemas.microsoft.com/office/drawing/2014/main" id="{05691A67-6AE5-423A-5D0F-CD5A0D77F053}"/>
                </a:ext>
              </a:extLst>
            </p:cNvPr>
            <p:cNvSpPr/>
            <p:nvPr/>
          </p:nvSpPr>
          <p:spPr>
            <a:xfrm>
              <a:off x="85948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6" name="L3 cell 1-1">
              <a:extLst>
                <a:ext uri="{FF2B5EF4-FFF2-40B4-BE49-F238E27FC236}">
                  <a16:creationId xmlns:a16="http://schemas.microsoft.com/office/drawing/2014/main" id="{6FD2420E-E405-8898-1A1C-67103585175E}"/>
                </a:ext>
              </a:extLst>
            </p:cNvPr>
            <p:cNvSpPr/>
            <p:nvPr/>
          </p:nvSpPr>
          <p:spPr>
            <a:xfrm>
              <a:off x="86806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7" name="L3 cell 1-2">
              <a:extLst>
                <a:ext uri="{FF2B5EF4-FFF2-40B4-BE49-F238E27FC236}">
                  <a16:creationId xmlns:a16="http://schemas.microsoft.com/office/drawing/2014/main" id="{D6D7BF0E-C937-D1D7-30DC-43C12B47F713}"/>
                </a:ext>
              </a:extLst>
            </p:cNvPr>
            <p:cNvSpPr/>
            <p:nvPr/>
          </p:nvSpPr>
          <p:spPr>
            <a:xfrm>
              <a:off x="87663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8" name="L3 cell 1-3">
              <a:extLst>
                <a:ext uri="{FF2B5EF4-FFF2-40B4-BE49-F238E27FC236}">
                  <a16:creationId xmlns:a16="http://schemas.microsoft.com/office/drawing/2014/main" id="{1043ABBA-EAF1-C1D8-7C09-8CDCBB2D7CA8}"/>
                </a:ext>
              </a:extLst>
            </p:cNvPr>
            <p:cNvSpPr/>
            <p:nvPr/>
          </p:nvSpPr>
          <p:spPr>
            <a:xfrm>
              <a:off x="88520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9" name="L3 cell 1-4">
              <a:extLst>
                <a:ext uri="{FF2B5EF4-FFF2-40B4-BE49-F238E27FC236}">
                  <a16:creationId xmlns:a16="http://schemas.microsoft.com/office/drawing/2014/main" id="{4562C68D-66C6-1007-48E2-6E795966E8AC}"/>
                </a:ext>
              </a:extLst>
            </p:cNvPr>
            <p:cNvSpPr/>
            <p:nvPr/>
          </p:nvSpPr>
          <p:spPr>
            <a:xfrm>
              <a:off x="89377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0" name="L3 cell 1-5">
              <a:extLst>
                <a:ext uri="{FF2B5EF4-FFF2-40B4-BE49-F238E27FC236}">
                  <a16:creationId xmlns:a16="http://schemas.microsoft.com/office/drawing/2014/main" id="{E33C4551-B073-0A8E-044C-A6AEAFA31CF8}"/>
                </a:ext>
              </a:extLst>
            </p:cNvPr>
            <p:cNvSpPr/>
            <p:nvPr/>
          </p:nvSpPr>
          <p:spPr>
            <a:xfrm>
              <a:off x="90235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1" name="L3 cell 1-6">
              <a:extLst>
                <a:ext uri="{FF2B5EF4-FFF2-40B4-BE49-F238E27FC236}">
                  <a16:creationId xmlns:a16="http://schemas.microsoft.com/office/drawing/2014/main" id="{58A364DB-4071-CFE5-ADF3-F0878F3CBF3D}"/>
                </a:ext>
              </a:extLst>
            </p:cNvPr>
            <p:cNvSpPr/>
            <p:nvPr/>
          </p:nvSpPr>
          <p:spPr>
            <a:xfrm>
              <a:off x="91092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2" name="L3 cell 1-7">
              <a:extLst>
                <a:ext uri="{FF2B5EF4-FFF2-40B4-BE49-F238E27FC236}">
                  <a16:creationId xmlns:a16="http://schemas.microsoft.com/office/drawing/2014/main" id="{74D1BBD0-F37B-5C6F-020B-71EA6ABFF5BB}"/>
                </a:ext>
              </a:extLst>
            </p:cNvPr>
            <p:cNvSpPr/>
            <p:nvPr/>
          </p:nvSpPr>
          <p:spPr>
            <a:xfrm>
              <a:off x="91949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3" name="L3 cell 1-8">
              <a:extLst>
                <a:ext uri="{FF2B5EF4-FFF2-40B4-BE49-F238E27FC236}">
                  <a16:creationId xmlns:a16="http://schemas.microsoft.com/office/drawing/2014/main" id="{389245D7-6329-4D96-ED52-CFAC5A07F296}"/>
                </a:ext>
              </a:extLst>
            </p:cNvPr>
            <p:cNvSpPr/>
            <p:nvPr/>
          </p:nvSpPr>
          <p:spPr>
            <a:xfrm>
              <a:off x="92806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4" name="L3 cell 1-9">
              <a:extLst>
                <a:ext uri="{FF2B5EF4-FFF2-40B4-BE49-F238E27FC236}">
                  <a16:creationId xmlns:a16="http://schemas.microsoft.com/office/drawing/2014/main" id="{3F00DF0A-32B0-B536-4D88-2BA3E54F00CA}"/>
                </a:ext>
              </a:extLst>
            </p:cNvPr>
            <p:cNvSpPr/>
            <p:nvPr/>
          </p:nvSpPr>
          <p:spPr>
            <a:xfrm>
              <a:off x="93664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5" name="L3 cell 1-10">
              <a:extLst>
                <a:ext uri="{FF2B5EF4-FFF2-40B4-BE49-F238E27FC236}">
                  <a16:creationId xmlns:a16="http://schemas.microsoft.com/office/drawing/2014/main" id="{E4980785-4B2C-58CD-3D1C-5375E03F8A32}"/>
                </a:ext>
              </a:extLst>
            </p:cNvPr>
            <p:cNvSpPr/>
            <p:nvPr/>
          </p:nvSpPr>
          <p:spPr>
            <a:xfrm>
              <a:off x="94521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6" name="L3 cell 1-11">
              <a:extLst>
                <a:ext uri="{FF2B5EF4-FFF2-40B4-BE49-F238E27FC236}">
                  <a16:creationId xmlns:a16="http://schemas.microsoft.com/office/drawing/2014/main" id="{49C287C2-D3E6-EE63-FEFF-2B107EC910B2}"/>
                </a:ext>
              </a:extLst>
            </p:cNvPr>
            <p:cNvSpPr/>
            <p:nvPr/>
          </p:nvSpPr>
          <p:spPr>
            <a:xfrm>
              <a:off x="95378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7" name="L3 cell 1-12">
              <a:extLst>
                <a:ext uri="{FF2B5EF4-FFF2-40B4-BE49-F238E27FC236}">
                  <a16:creationId xmlns:a16="http://schemas.microsoft.com/office/drawing/2014/main" id="{425FBEA0-AA2D-931E-D21A-6DB032FE1AD8}"/>
                </a:ext>
              </a:extLst>
            </p:cNvPr>
            <p:cNvSpPr/>
            <p:nvPr/>
          </p:nvSpPr>
          <p:spPr>
            <a:xfrm>
              <a:off x="96235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8" name="L3 cell 1-13">
              <a:extLst>
                <a:ext uri="{FF2B5EF4-FFF2-40B4-BE49-F238E27FC236}">
                  <a16:creationId xmlns:a16="http://schemas.microsoft.com/office/drawing/2014/main" id="{D3C9FE44-C1EA-D2C6-E1A0-350A5C8CC1DF}"/>
                </a:ext>
              </a:extLst>
            </p:cNvPr>
            <p:cNvSpPr/>
            <p:nvPr/>
          </p:nvSpPr>
          <p:spPr>
            <a:xfrm>
              <a:off x="97093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9" name="L3 cell 1-14">
              <a:extLst>
                <a:ext uri="{FF2B5EF4-FFF2-40B4-BE49-F238E27FC236}">
                  <a16:creationId xmlns:a16="http://schemas.microsoft.com/office/drawing/2014/main" id="{AAB2ED9E-21D2-E320-39E8-F222BC81188C}"/>
                </a:ext>
              </a:extLst>
            </p:cNvPr>
            <p:cNvSpPr/>
            <p:nvPr/>
          </p:nvSpPr>
          <p:spPr>
            <a:xfrm>
              <a:off x="97950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0" name="L3 cell 1-15">
              <a:extLst>
                <a:ext uri="{FF2B5EF4-FFF2-40B4-BE49-F238E27FC236}">
                  <a16:creationId xmlns:a16="http://schemas.microsoft.com/office/drawing/2014/main" id="{53F2EF0F-DB24-B866-E281-9F0A87607E92}"/>
                </a:ext>
              </a:extLst>
            </p:cNvPr>
            <p:cNvSpPr/>
            <p:nvPr/>
          </p:nvSpPr>
          <p:spPr>
            <a:xfrm>
              <a:off x="98807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1" name="L3 cell 1-16">
              <a:extLst>
                <a:ext uri="{FF2B5EF4-FFF2-40B4-BE49-F238E27FC236}">
                  <a16:creationId xmlns:a16="http://schemas.microsoft.com/office/drawing/2014/main" id="{41F8830C-B73D-2FCD-356E-8CF67265AA50}"/>
                </a:ext>
              </a:extLst>
            </p:cNvPr>
            <p:cNvSpPr/>
            <p:nvPr/>
          </p:nvSpPr>
          <p:spPr>
            <a:xfrm>
              <a:off x="99664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2" name="L3 cell 1-17">
              <a:extLst>
                <a:ext uri="{FF2B5EF4-FFF2-40B4-BE49-F238E27FC236}">
                  <a16:creationId xmlns:a16="http://schemas.microsoft.com/office/drawing/2014/main" id="{0CAF7CF0-6504-7EAE-1444-EA0552535452}"/>
                </a:ext>
              </a:extLst>
            </p:cNvPr>
            <p:cNvSpPr/>
            <p:nvPr/>
          </p:nvSpPr>
          <p:spPr>
            <a:xfrm>
              <a:off x="100522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3" name="L3 cell 1-18">
              <a:extLst>
                <a:ext uri="{FF2B5EF4-FFF2-40B4-BE49-F238E27FC236}">
                  <a16:creationId xmlns:a16="http://schemas.microsoft.com/office/drawing/2014/main" id="{1C12E2FF-F30A-8091-1425-BB9CFB35B013}"/>
                </a:ext>
              </a:extLst>
            </p:cNvPr>
            <p:cNvSpPr/>
            <p:nvPr/>
          </p:nvSpPr>
          <p:spPr>
            <a:xfrm>
              <a:off x="101379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4" name="L3 cell 1-19">
              <a:extLst>
                <a:ext uri="{FF2B5EF4-FFF2-40B4-BE49-F238E27FC236}">
                  <a16:creationId xmlns:a16="http://schemas.microsoft.com/office/drawing/2014/main" id="{A0A8B691-02DC-5FD7-47A1-949E1A65164C}"/>
                </a:ext>
              </a:extLst>
            </p:cNvPr>
            <p:cNvSpPr/>
            <p:nvPr/>
          </p:nvSpPr>
          <p:spPr>
            <a:xfrm>
              <a:off x="102236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5" name="L3 cell 1-20">
              <a:extLst>
                <a:ext uri="{FF2B5EF4-FFF2-40B4-BE49-F238E27FC236}">
                  <a16:creationId xmlns:a16="http://schemas.microsoft.com/office/drawing/2014/main" id="{3F29B959-F6E5-BB00-B828-6E7408A3A488}"/>
                </a:ext>
              </a:extLst>
            </p:cNvPr>
            <p:cNvSpPr/>
            <p:nvPr/>
          </p:nvSpPr>
          <p:spPr>
            <a:xfrm>
              <a:off x="103093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6" name="L3 cell 1-21">
              <a:extLst>
                <a:ext uri="{FF2B5EF4-FFF2-40B4-BE49-F238E27FC236}">
                  <a16:creationId xmlns:a16="http://schemas.microsoft.com/office/drawing/2014/main" id="{66E09BA2-0915-B123-587D-E87A93CE7185}"/>
                </a:ext>
              </a:extLst>
            </p:cNvPr>
            <p:cNvSpPr/>
            <p:nvPr/>
          </p:nvSpPr>
          <p:spPr>
            <a:xfrm>
              <a:off x="103951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7" name="L3 cell 2-0">
              <a:extLst>
                <a:ext uri="{FF2B5EF4-FFF2-40B4-BE49-F238E27FC236}">
                  <a16:creationId xmlns:a16="http://schemas.microsoft.com/office/drawing/2014/main" id="{ACB7A77E-6E1C-47D1-F621-AF56F030E94D}"/>
                </a:ext>
              </a:extLst>
            </p:cNvPr>
            <p:cNvSpPr/>
            <p:nvPr/>
          </p:nvSpPr>
          <p:spPr>
            <a:xfrm>
              <a:off x="85948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8" name="L3 cell 2-1">
              <a:extLst>
                <a:ext uri="{FF2B5EF4-FFF2-40B4-BE49-F238E27FC236}">
                  <a16:creationId xmlns:a16="http://schemas.microsoft.com/office/drawing/2014/main" id="{E12EEEEA-1343-8A16-365F-7BAB8CB20558}"/>
                </a:ext>
              </a:extLst>
            </p:cNvPr>
            <p:cNvSpPr/>
            <p:nvPr/>
          </p:nvSpPr>
          <p:spPr>
            <a:xfrm>
              <a:off x="86806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9" name="L3 cell 2-2">
              <a:extLst>
                <a:ext uri="{FF2B5EF4-FFF2-40B4-BE49-F238E27FC236}">
                  <a16:creationId xmlns:a16="http://schemas.microsoft.com/office/drawing/2014/main" id="{61264FAC-E7B8-5B09-5350-30C252B75135}"/>
                </a:ext>
              </a:extLst>
            </p:cNvPr>
            <p:cNvSpPr/>
            <p:nvPr/>
          </p:nvSpPr>
          <p:spPr>
            <a:xfrm>
              <a:off x="87663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0" name="L3 cell 2-3">
              <a:extLst>
                <a:ext uri="{FF2B5EF4-FFF2-40B4-BE49-F238E27FC236}">
                  <a16:creationId xmlns:a16="http://schemas.microsoft.com/office/drawing/2014/main" id="{96D7AF6C-1185-2C64-64EC-4386E6DD1156}"/>
                </a:ext>
              </a:extLst>
            </p:cNvPr>
            <p:cNvSpPr/>
            <p:nvPr/>
          </p:nvSpPr>
          <p:spPr>
            <a:xfrm>
              <a:off x="88520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1" name="L3 cell 2-4">
              <a:extLst>
                <a:ext uri="{FF2B5EF4-FFF2-40B4-BE49-F238E27FC236}">
                  <a16:creationId xmlns:a16="http://schemas.microsoft.com/office/drawing/2014/main" id="{2DD2516C-4936-DA05-18E5-3A8C67E13379}"/>
                </a:ext>
              </a:extLst>
            </p:cNvPr>
            <p:cNvSpPr/>
            <p:nvPr/>
          </p:nvSpPr>
          <p:spPr>
            <a:xfrm>
              <a:off x="89377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2" name="L3 cell 2-5">
              <a:extLst>
                <a:ext uri="{FF2B5EF4-FFF2-40B4-BE49-F238E27FC236}">
                  <a16:creationId xmlns:a16="http://schemas.microsoft.com/office/drawing/2014/main" id="{5F2F17E4-7497-040F-097F-78E37F188B3B}"/>
                </a:ext>
              </a:extLst>
            </p:cNvPr>
            <p:cNvSpPr/>
            <p:nvPr/>
          </p:nvSpPr>
          <p:spPr>
            <a:xfrm>
              <a:off x="90235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3" name="L3 cell 2-6">
              <a:extLst>
                <a:ext uri="{FF2B5EF4-FFF2-40B4-BE49-F238E27FC236}">
                  <a16:creationId xmlns:a16="http://schemas.microsoft.com/office/drawing/2014/main" id="{7C128808-CDBF-F0D2-8179-471F57158112}"/>
                </a:ext>
              </a:extLst>
            </p:cNvPr>
            <p:cNvSpPr/>
            <p:nvPr/>
          </p:nvSpPr>
          <p:spPr>
            <a:xfrm>
              <a:off x="91092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4" name="L3 cell 2-7">
              <a:extLst>
                <a:ext uri="{FF2B5EF4-FFF2-40B4-BE49-F238E27FC236}">
                  <a16:creationId xmlns:a16="http://schemas.microsoft.com/office/drawing/2014/main" id="{AF5E6F83-09AC-81B3-B7C5-C54944B8A726}"/>
                </a:ext>
              </a:extLst>
            </p:cNvPr>
            <p:cNvSpPr/>
            <p:nvPr/>
          </p:nvSpPr>
          <p:spPr>
            <a:xfrm>
              <a:off x="91949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5" name="L3 cell 2-8">
              <a:extLst>
                <a:ext uri="{FF2B5EF4-FFF2-40B4-BE49-F238E27FC236}">
                  <a16:creationId xmlns:a16="http://schemas.microsoft.com/office/drawing/2014/main" id="{819B67E9-50AC-6433-8994-179417B18D41}"/>
                </a:ext>
              </a:extLst>
            </p:cNvPr>
            <p:cNvSpPr/>
            <p:nvPr/>
          </p:nvSpPr>
          <p:spPr>
            <a:xfrm>
              <a:off x="92806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6" name="L3 cell 2-9">
              <a:extLst>
                <a:ext uri="{FF2B5EF4-FFF2-40B4-BE49-F238E27FC236}">
                  <a16:creationId xmlns:a16="http://schemas.microsoft.com/office/drawing/2014/main" id="{68F54EC0-22F7-8859-37AC-1961A32A2BC5}"/>
                </a:ext>
              </a:extLst>
            </p:cNvPr>
            <p:cNvSpPr/>
            <p:nvPr/>
          </p:nvSpPr>
          <p:spPr>
            <a:xfrm>
              <a:off x="93664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7" name="L3 cell 2-10">
              <a:extLst>
                <a:ext uri="{FF2B5EF4-FFF2-40B4-BE49-F238E27FC236}">
                  <a16:creationId xmlns:a16="http://schemas.microsoft.com/office/drawing/2014/main" id="{476FFF03-A032-C1C4-EDF5-31F1428A2F4F}"/>
                </a:ext>
              </a:extLst>
            </p:cNvPr>
            <p:cNvSpPr/>
            <p:nvPr/>
          </p:nvSpPr>
          <p:spPr>
            <a:xfrm>
              <a:off x="94521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8" name="L3 cell 2-11">
              <a:extLst>
                <a:ext uri="{FF2B5EF4-FFF2-40B4-BE49-F238E27FC236}">
                  <a16:creationId xmlns:a16="http://schemas.microsoft.com/office/drawing/2014/main" id="{0EE6DEA4-9187-AD09-E639-686C5D61F537}"/>
                </a:ext>
              </a:extLst>
            </p:cNvPr>
            <p:cNvSpPr/>
            <p:nvPr/>
          </p:nvSpPr>
          <p:spPr>
            <a:xfrm>
              <a:off x="95378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9" name="L3 cell 2-12">
              <a:extLst>
                <a:ext uri="{FF2B5EF4-FFF2-40B4-BE49-F238E27FC236}">
                  <a16:creationId xmlns:a16="http://schemas.microsoft.com/office/drawing/2014/main" id="{D7B6C5BC-0836-D00E-3787-9E40A56AA40A}"/>
                </a:ext>
              </a:extLst>
            </p:cNvPr>
            <p:cNvSpPr/>
            <p:nvPr/>
          </p:nvSpPr>
          <p:spPr>
            <a:xfrm>
              <a:off x="96235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0" name="L3 cell 2-13">
              <a:extLst>
                <a:ext uri="{FF2B5EF4-FFF2-40B4-BE49-F238E27FC236}">
                  <a16:creationId xmlns:a16="http://schemas.microsoft.com/office/drawing/2014/main" id="{E434D8C6-0C1B-55C1-3633-F3DACDE603D1}"/>
                </a:ext>
              </a:extLst>
            </p:cNvPr>
            <p:cNvSpPr/>
            <p:nvPr/>
          </p:nvSpPr>
          <p:spPr>
            <a:xfrm>
              <a:off x="97093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1" name="L3 cell 2-14">
              <a:extLst>
                <a:ext uri="{FF2B5EF4-FFF2-40B4-BE49-F238E27FC236}">
                  <a16:creationId xmlns:a16="http://schemas.microsoft.com/office/drawing/2014/main" id="{B47D7205-BAB4-F2CD-92F9-4A251D7384D9}"/>
                </a:ext>
              </a:extLst>
            </p:cNvPr>
            <p:cNvSpPr/>
            <p:nvPr/>
          </p:nvSpPr>
          <p:spPr>
            <a:xfrm>
              <a:off x="97950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2" name="L3 cell 2-15">
              <a:extLst>
                <a:ext uri="{FF2B5EF4-FFF2-40B4-BE49-F238E27FC236}">
                  <a16:creationId xmlns:a16="http://schemas.microsoft.com/office/drawing/2014/main" id="{F4E3BC83-8692-625F-87DB-99332A022F8D}"/>
                </a:ext>
              </a:extLst>
            </p:cNvPr>
            <p:cNvSpPr/>
            <p:nvPr/>
          </p:nvSpPr>
          <p:spPr>
            <a:xfrm>
              <a:off x="98807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3" name="L3 cell 2-16">
              <a:extLst>
                <a:ext uri="{FF2B5EF4-FFF2-40B4-BE49-F238E27FC236}">
                  <a16:creationId xmlns:a16="http://schemas.microsoft.com/office/drawing/2014/main" id="{4EEB16CD-EC3B-4EB0-D966-FCCD5289F310}"/>
                </a:ext>
              </a:extLst>
            </p:cNvPr>
            <p:cNvSpPr/>
            <p:nvPr/>
          </p:nvSpPr>
          <p:spPr>
            <a:xfrm>
              <a:off x="99664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4" name="L3 cell 2-17">
              <a:extLst>
                <a:ext uri="{FF2B5EF4-FFF2-40B4-BE49-F238E27FC236}">
                  <a16:creationId xmlns:a16="http://schemas.microsoft.com/office/drawing/2014/main" id="{F1241069-3416-6B51-23F3-A30C51E1031E}"/>
                </a:ext>
              </a:extLst>
            </p:cNvPr>
            <p:cNvSpPr/>
            <p:nvPr/>
          </p:nvSpPr>
          <p:spPr>
            <a:xfrm>
              <a:off x="100522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5" name="L3 cell 2-18">
              <a:extLst>
                <a:ext uri="{FF2B5EF4-FFF2-40B4-BE49-F238E27FC236}">
                  <a16:creationId xmlns:a16="http://schemas.microsoft.com/office/drawing/2014/main" id="{4C16A119-E3FD-B94B-4B1D-7915EC076F68}"/>
                </a:ext>
              </a:extLst>
            </p:cNvPr>
            <p:cNvSpPr/>
            <p:nvPr/>
          </p:nvSpPr>
          <p:spPr>
            <a:xfrm>
              <a:off x="101379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6" name="L3 cell 2-19">
              <a:extLst>
                <a:ext uri="{FF2B5EF4-FFF2-40B4-BE49-F238E27FC236}">
                  <a16:creationId xmlns:a16="http://schemas.microsoft.com/office/drawing/2014/main" id="{4DC13A1C-88D1-FA75-497E-C739474F1539}"/>
                </a:ext>
              </a:extLst>
            </p:cNvPr>
            <p:cNvSpPr/>
            <p:nvPr/>
          </p:nvSpPr>
          <p:spPr>
            <a:xfrm>
              <a:off x="102236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7" name="L3 cell 2-20">
              <a:extLst>
                <a:ext uri="{FF2B5EF4-FFF2-40B4-BE49-F238E27FC236}">
                  <a16:creationId xmlns:a16="http://schemas.microsoft.com/office/drawing/2014/main" id="{12962D37-C16C-56A5-A37D-A7FAF047C291}"/>
                </a:ext>
              </a:extLst>
            </p:cNvPr>
            <p:cNvSpPr/>
            <p:nvPr/>
          </p:nvSpPr>
          <p:spPr>
            <a:xfrm>
              <a:off x="103093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8" name="L3 cell 2-21">
              <a:extLst>
                <a:ext uri="{FF2B5EF4-FFF2-40B4-BE49-F238E27FC236}">
                  <a16:creationId xmlns:a16="http://schemas.microsoft.com/office/drawing/2014/main" id="{85222407-56F2-5CE1-A276-03F5F134D7F7}"/>
                </a:ext>
              </a:extLst>
            </p:cNvPr>
            <p:cNvSpPr/>
            <p:nvPr/>
          </p:nvSpPr>
          <p:spPr>
            <a:xfrm>
              <a:off x="103951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9" name="L3 cell 3-0">
              <a:extLst>
                <a:ext uri="{FF2B5EF4-FFF2-40B4-BE49-F238E27FC236}">
                  <a16:creationId xmlns:a16="http://schemas.microsoft.com/office/drawing/2014/main" id="{E2970226-047B-9962-BFE6-170BC298B20B}"/>
                </a:ext>
              </a:extLst>
            </p:cNvPr>
            <p:cNvSpPr/>
            <p:nvPr/>
          </p:nvSpPr>
          <p:spPr>
            <a:xfrm>
              <a:off x="85948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0" name="L3 cell 3-1">
              <a:extLst>
                <a:ext uri="{FF2B5EF4-FFF2-40B4-BE49-F238E27FC236}">
                  <a16:creationId xmlns:a16="http://schemas.microsoft.com/office/drawing/2014/main" id="{218D6BC2-DDA4-4B80-2FFD-47492569338E}"/>
                </a:ext>
              </a:extLst>
            </p:cNvPr>
            <p:cNvSpPr/>
            <p:nvPr/>
          </p:nvSpPr>
          <p:spPr>
            <a:xfrm>
              <a:off x="86806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1" name="L3 cell 3-2">
              <a:extLst>
                <a:ext uri="{FF2B5EF4-FFF2-40B4-BE49-F238E27FC236}">
                  <a16:creationId xmlns:a16="http://schemas.microsoft.com/office/drawing/2014/main" id="{1BBF8993-6B04-9D3A-768D-AD448004EAB0}"/>
                </a:ext>
              </a:extLst>
            </p:cNvPr>
            <p:cNvSpPr/>
            <p:nvPr/>
          </p:nvSpPr>
          <p:spPr>
            <a:xfrm>
              <a:off x="87663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2" name="L3 cell 3-3">
              <a:extLst>
                <a:ext uri="{FF2B5EF4-FFF2-40B4-BE49-F238E27FC236}">
                  <a16:creationId xmlns:a16="http://schemas.microsoft.com/office/drawing/2014/main" id="{A0B2E1DA-6971-E55E-B5E2-8B34C17981A4}"/>
                </a:ext>
              </a:extLst>
            </p:cNvPr>
            <p:cNvSpPr/>
            <p:nvPr/>
          </p:nvSpPr>
          <p:spPr>
            <a:xfrm>
              <a:off x="88520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3" name="L3 cell 3-4">
              <a:extLst>
                <a:ext uri="{FF2B5EF4-FFF2-40B4-BE49-F238E27FC236}">
                  <a16:creationId xmlns:a16="http://schemas.microsoft.com/office/drawing/2014/main" id="{5E08AC40-CD06-DBDB-A605-54E5A68BA33F}"/>
                </a:ext>
              </a:extLst>
            </p:cNvPr>
            <p:cNvSpPr/>
            <p:nvPr/>
          </p:nvSpPr>
          <p:spPr>
            <a:xfrm>
              <a:off x="89377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4" name="L3 cell 3-5">
              <a:extLst>
                <a:ext uri="{FF2B5EF4-FFF2-40B4-BE49-F238E27FC236}">
                  <a16:creationId xmlns:a16="http://schemas.microsoft.com/office/drawing/2014/main" id="{A4A04F6C-BCAB-31BD-F765-C7A7DACCD124}"/>
                </a:ext>
              </a:extLst>
            </p:cNvPr>
            <p:cNvSpPr/>
            <p:nvPr/>
          </p:nvSpPr>
          <p:spPr>
            <a:xfrm>
              <a:off x="90235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5" name="L3 cell 3-6">
              <a:extLst>
                <a:ext uri="{FF2B5EF4-FFF2-40B4-BE49-F238E27FC236}">
                  <a16:creationId xmlns:a16="http://schemas.microsoft.com/office/drawing/2014/main" id="{441438AB-E770-34DF-3269-9E9B3F835B38}"/>
                </a:ext>
              </a:extLst>
            </p:cNvPr>
            <p:cNvSpPr/>
            <p:nvPr/>
          </p:nvSpPr>
          <p:spPr>
            <a:xfrm>
              <a:off x="91092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6" name="L3 cell 3-7">
              <a:extLst>
                <a:ext uri="{FF2B5EF4-FFF2-40B4-BE49-F238E27FC236}">
                  <a16:creationId xmlns:a16="http://schemas.microsoft.com/office/drawing/2014/main" id="{B72F0860-CC11-0875-4861-3B5FB19BAC66}"/>
                </a:ext>
              </a:extLst>
            </p:cNvPr>
            <p:cNvSpPr/>
            <p:nvPr/>
          </p:nvSpPr>
          <p:spPr>
            <a:xfrm>
              <a:off x="91949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7" name="L3 cell 3-8">
              <a:extLst>
                <a:ext uri="{FF2B5EF4-FFF2-40B4-BE49-F238E27FC236}">
                  <a16:creationId xmlns:a16="http://schemas.microsoft.com/office/drawing/2014/main" id="{546A081D-A78C-BFFC-E803-CB3E0B79A94C}"/>
                </a:ext>
              </a:extLst>
            </p:cNvPr>
            <p:cNvSpPr/>
            <p:nvPr/>
          </p:nvSpPr>
          <p:spPr>
            <a:xfrm>
              <a:off x="92806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8" name="L3 cell 3-9">
              <a:extLst>
                <a:ext uri="{FF2B5EF4-FFF2-40B4-BE49-F238E27FC236}">
                  <a16:creationId xmlns:a16="http://schemas.microsoft.com/office/drawing/2014/main" id="{C9200FAE-01F6-0D02-37D9-856645860976}"/>
                </a:ext>
              </a:extLst>
            </p:cNvPr>
            <p:cNvSpPr/>
            <p:nvPr/>
          </p:nvSpPr>
          <p:spPr>
            <a:xfrm>
              <a:off x="93664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9" name="L3 cell 3-10">
              <a:extLst>
                <a:ext uri="{FF2B5EF4-FFF2-40B4-BE49-F238E27FC236}">
                  <a16:creationId xmlns:a16="http://schemas.microsoft.com/office/drawing/2014/main" id="{B24A6290-0306-41BA-F999-CF326324B62D}"/>
                </a:ext>
              </a:extLst>
            </p:cNvPr>
            <p:cNvSpPr/>
            <p:nvPr/>
          </p:nvSpPr>
          <p:spPr>
            <a:xfrm>
              <a:off x="94521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0" name="L3 cell 3-11">
              <a:extLst>
                <a:ext uri="{FF2B5EF4-FFF2-40B4-BE49-F238E27FC236}">
                  <a16:creationId xmlns:a16="http://schemas.microsoft.com/office/drawing/2014/main" id="{1CA05C9D-9E63-C2D2-3862-29146F5C5486}"/>
                </a:ext>
              </a:extLst>
            </p:cNvPr>
            <p:cNvSpPr/>
            <p:nvPr/>
          </p:nvSpPr>
          <p:spPr>
            <a:xfrm>
              <a:off x="95378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1" name="L3 cell 3-12">
              <a:extLst>
                <a:ext uri="{FF2B5EF4-FFF2-40B4-BE49-F238E27FC236}">
                  <a16:creationId xmlns:a16="http://schemas.microsoft.com/office/drawing/2014/main" id="{E9864BE3-812C-4E8A-3EFC-21381F43DEDD}"/>
                </a:ext>
              </a:extLst>
            </p:cNvPr>
            <p:cNvSpPr/>
            <p:nvPr/>
          </p:nvSpPr>
          <p:spPr>
            <a:xfrm>
              <a:off x="96235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2" name="L3 cell 3-13">
              <a:extLst>
                <a:ext uri="{FF2B5EF4-FFF2-40B4-BE49-F238E27FC236}">
                  <a16:creationId xmlns:a16="http://schemas.microsoft.com/office/drawing/2014/main" id="{310C8DC5-5AE4-BF94-A532-BA1CE6D3B392}"/>
                </a:ext>
              </a:extLst>
            </p:cNvPr>
            <p:cNvSpPr/>
            <p:nvPr/>
          </p:nvSpPr>
          <p:spPr>
            <a:xfrm>
              <a:off x="97093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3" name="L3 cell 3-14">
              <a:extLst>
                <a:ext uri="{FF2B5EF4-FFF2-40B4-BE49-F238E27FC236}">
                  <a16:creationId xmlns:a16="http://schemas.microsoft.com/office/drawing/2014/main" id="{8D550745-FB4F-4CCF-C8EC-0ED004F3DAA3}"/>
                </a:ext>
              </a:extLst>
            </p:cNvPr>
            <p:cNvSpPr/>
            <p:nvPr/>
          </p:nvSpPr>
          <p:spPr>
            <a:xfrm>
              <a:off x="97950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4" name="L3 cell 3-15">
              <a:extLst>
                <a:ext uri="{FF2B5EF4-FFF2-40B4-BE49-F238E27FC236}">
                  <a16:creationId xmlns:a16="http://schemas.microsoft.com/office/drawing/2014/main" id="{1D2E9023-85C1-43D8-9821-B80906E91F95}"/>
                </a:ext>
              </a:extLst>
            </p:cNvPr>
            <p:cNvSpPr/>
            <p:nvPr/>
          </p:nvSpPr>
          <p:spPr>
            <a:xfrm>
              <a:off x="98807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5" name="L3 cell 3-16">
              <a:extLst>
                <a:ext uri="{FF2B5EF4-FFF2-40B4-BE49-F238E27FC236}">
                  <a16:creationId xmlns:a16="http://schemas.microsoft.com/office/drawing/2014/main" id="{DF0AFFE5-E2F2-D374-2AA2-F0C45A59106C}"/>
                </a:ext>
              </a:extLst>
            </p:cNvPr>
            <p:cNvSpPr/>
            <p:nvPr/>
          </p:nvSpPr>
          <p:spPr>
            <a:xfrm>
              <a:off x="99664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6" name="L3 cell 3-17">
              <a:extLst>
                <a:ext uri="{FF2B5EF4-FFF2-40B4-BE49-F238E27FC236}">
                  <a16:creationId xmlns:a16="http://schemas.microsoft.com/office/drawing/2014/main" id="{66CE1634-AD7C-D9E4-7B4F-EC179BC7013B}"/>
                </a:ext>
              </a:extLst>
            </p:cNvPr>
            <p:cNvSpPr/>
            <p:nvPr/>
          </p:nvSpPr>
          <p:spPr>
            <a:xfrm>
              <a:off x="100522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7" name="L3 cell 3-18">
              <a:extLst>
                <a:ext uri="{FF2B5EF4-FFF2-40B4-BE49-F238E27FC236}">
                  <a16:creationId xmlns:a16="http://schemas.microsoft.com/office/drawing/2014/main" id="{ECC55737-A813-EFA9-CF22-B6824F4AD970}"/>
                </a:ext>
              </a:extLst>
            </p:cNvPr>
            <p:cNvSpPr/>
            <p:nvPr/>
          </p:nvSpPr>
          <p:spPr>
            <a:xfrm>
              <a:off x="101379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8" name="L3 cell 3-19">
              <a:extLst>
                <a:ext uri="{FF2B5EF4-FFF2-40B4-BE49-F238E27FC236}">
                  <a16:creationId xmlns:a16="http://schemas.microsoft.com/office/drawing/2014/main" id="{09B917C2-214B-A5A0-78C8-3CC04AA2ADA5}"/>
                </a:ext>
              </a:extLst>
            </p:cNvPr>
            <p:cNvSpPr/>
            <p:nvPr/>
          </p:nvSpPr>
          <p:spPr>
            <a:xfrm>
              <a:off x="102236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9" name="L3 cell 3-20">
              <a:extLst>
                <a:ext uri="{FF2B5EF4-FFF2-40B4-BE49-F238E27FC236}">
                  <a16:creationId xmlns:a16="http://schemas.microsoft.com/office/drawing/2014/main" id="{2D7EA2C7-A40C-08D8-E64A-F9FF8AA806BC}"/>
                </a:ext>
              </a:extLst>
            </p:cNvPr>
            <p:cNvSpPr/>
            <p:nvPr/>
          </p:nvSpPr>
          <p:spPr>
            <a:xfrm>
              <a:off x="103093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0" name="L3 cell 3-21">
              <a:extLst>
                <a:ext uri="{FF2B5EF4-FFF2-40B4-BE49-F238E27FC236}">
                  <a16:creationId xmlns:a16="http://schemas.microsoft.com/office/drawing/2014/main" id="{100EC93F-7602-E3B7-7E53-7E27C2BE5FD5}"/>
                </a:ext>
              </a:extLst>
            </p:cNvPr>
            <p:cNvSpPr/>
            <p:nvPr/>
          </p:nvSpPr>
          <p:spPr>
            <a:xfrm>
              <a:off x="103951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1" name="L3 label">
              <a:extLst>
                <a:ext uri="{FF2B5EF4-FFF2-40B4-BE49-F238E27FC236}">
                  <a16:creationId xmlns:a16="http://schemas.microsoft.com/office/drawing/2014/main" id="{0930270A-18E5-A3BB-8A1D-FAC43511CDBB}"/>
                </a:ext>
              </a:extLst>
            </p:cNvPr>
            <p:cNvSpPr/>
            <p:nvPr/>
          </p:nvSpPr>
          <p:spPr>
            <a:xfrm>
              <a:off x="9027795" y="2418398"/>
              <a:ext cx="994410" cy="154305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chemeClr val="accent1">
                  <a:alpha val="5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SHARED L3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42FACBB2-70E0-DCF6-313F-D20B71C5E178}"/>
              </a:ext>
            </a:extLst>
          </p:cNvPr>
          <p:cNvGrpSpPr/>
          <p:nvPr/>
        </p:nvGrpSpPr>
        <p:grpSpPr>
          <a:xfrm>
            <a:off x="4762500" y="4229100"/>
            <a:ext cx="2457450" cy="1447800"/>
            <a:chOff x="8286750" y="5048250"/>
            <a:chExt cx="2457450" cy="1447800"/>
          </a:xfrm>
        </p:grpSpPr>
        <p:sp>
          <p:nvSpPr>
            <p:cNvPr id="222" name="Pipeline IF 1">
              <a:extLst>
                <a:ext uri="{FF2B5EF4-FFF2-40B4-BE49-F238E27FC236}">
                  <a16:creationId xmlns:a16="http://schemas.microsoft.com/office/drawing/2014/main" id="{9C286468-C05D-B02E-EA38-896FA475D3E9}"/>
                </a:ext>
              </a:extLst>
            </p:cNvPr>
            <p:cNvSpPr/>
            <p:nvPr/>
          </p:nvSpPr>
          <p:spPr>
            <a:xfrm>
              <a:off x="82867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3" name="Pipeline ID 1">
              <a:extLst>
                <a:ext uri="{FF2B5EF4-FFF2-40B4-BE49-F238E27FC236}">
                  <a16:creationId xmlns:a16="http://schemas.microsoft.com/office/drawing/2014/main" id="{3218934C-071D-C8BB-1D13-19969ED6DAC9}"/>
                </a:ext>
              </a:extLst>
            </p:cNvPr>
            <p:cNvSpPr/>
            <p:nvPr/>
          </p:nvSpPr>
          <p:spPr>
            <a:xfrm>
              <a:off x="853440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4" name="Pipeline EX 1">
              <a:extLst>
                <a:ext uri="{FF2B5EF4-FFF2-40B4-BE49-F238E27FC236}">
                  <a16:creationId xmlns:a16="http://schemas.microsoft.com/office/drawing/2014/main" id="{09D19DE9-4DAD-CC1D-D380-A6349E31EAC5}"/>
                </a:ext>
              </a:extLst>
            </p:cNvPr>
            <p:cNvSpPr/>
            <p:nvPr/>
          </p:nvSpPr>
          <p:spPr>
            <a:xfrm>
              <a:off x="87820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5" name="Pipeline MEM 1">
              <a:extLst>
                <a:ext uri="{FF2B5EF4-FFF2-40B4-BE49-F238E27FC236}">
                  <a16:creationId xmlns:a16="http://schemas.microsoft.com/office/drawing/2014/main" id="{1B58D4A7-91F6-1FF6-1D95-64FF8F1F154F}"/>
                </a:ext>
              </a:extLst>
            </p:cNvPr>
            <p:cNvSpPr/>
            <p:nvPr/>
          </p:nvSpPr>
          <p:spPr>
            <a:xfrm>
              <a:off x="902970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6" name="Pipeline WB 1">
              <a:extLst>
                <a:ext uri="{FF2B5EF4-FFF2-40B4-BE49-F238E27FC236}">
                  <a16:creationId xmlns:a16="http://schemas.microsoft.com/office/drawing/2014/main" id="{81A2220C-A28E-D00B-F8FE-09751AF6BEA6}"/>
                </a:ext>
              </a:extLst>
            </p:cNvPr>
            <p:cNvSpPr/>
            <p:nvPr/>
          </p:nvSpPr>
          <p:spPr>
            <a:xfrm>
              <a:off x="92773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7" name="Pipeline IF 2">
              <a:extLst>
                <a:ext uri="{FF2B5EF4-FFF2-40B4-BE49-F238E27FC236}">
                  <a16:creationId xmlns:a16="http://schemas.microsoft.com/office/drawing/2014/main" id="{DA76EC9B-32F7-B0FD-6E74-DC583F7907F1}"/>
                </a:ext>
              </a:extLst>
            </p:cNvPr>
            <p:cNvSpPr/>
            <p:nvPr/>
          </p:nvSpPr>
          <p:spPr>
            <a:xfrm>
              <a:off x="85344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8" name="Pipeline ID 2">
              <a:extLst>
                <a:ext uri="{FF2B5EF4-FFF2-40B4-BE49-F238E27FC236}">
                  <a16:creationId xmlns:a16="http://schemas.microsoft.com/office/drawing/2014/main" id="{68792BA6-0E93-840F-BC8E-8A72BC5886B1}"/>
                </a:ext>
              </a:extLst>
            </p:cNvPr>
            <p:cNvSpPr/>
            <p:nvPr/>
          </p:nvSpPr>
          <p:spPr>
            <a:xfrm>
              <a:off x="878205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9" name="Pipeline EX 2">
              <a:extLst>
                <a:ext uri="{FF2B5EF4-FFF2-40B4-BE49-F238E27FC236}">
                  <a16:creationId xmlns:a16="http://schemas.microsoft.com/office/drawing/2014/main" id="{485AAFE9-E332-F67C-382C-C31F45B4C07A}"/>
                </a:ext>
              </a:extLst>
            </p:cNvPr>
            <p:cNvSpPr/>
            <p:nvPr/>
          </p:nvSpPr>
          <p:spPr>
            <a:xfrm>
              <a:off x="90297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0" name="Pipeline MEM 2">
              <a:extLst>
                <a:ext uri="{FF2B5EF4-FFF2-40B4-BE49-F238E27FC236}">
                  <a16:creationId xmlns:a16="http://schemas.microsoft.com/office/drawing/2014/main" id="{1F9A85C0-6E7E-72C0-F305-57BCC45C014E}"/>
                </a:ext>
              </a:extLst>
            </p:cNvPr>
            <p:cNvSpPr/>
            <p:nvPr/>
          </p:nvSpPr>
          <p:spPr>
            <a:xfrm>
              <a:off x="927735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1" name="Pipeline WB 2">
              <a:extLst>
                <a:ext uri="{FF2B5EF4-FFF2-40B4-BE49-F238E27FC236}">
                  <a16:creationId xmlns:a16="http://schemas.microsoft.com/office/drawing/2014/main" id="{0095CBD9-3E23-A561-6D52-09C537992AC8}"/>
                </a:ext>
              </a:extLst>
            </p:cNvPr>
            <p:cNvSpPr/>
            <p:nvPr/>
          </p:nvSpPr>
          <p:spPr>
            <a:xfrm>
              <a:off x="95250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2" name="Pipeline IF 3">
              <a:extLst>
                <a:ext uri="{FF2B5EF4-FFF2-40B4-BE49-F238E27FC236}">
                  <a16:creationId xmlns:a16="http://schemas.microsoft.com/office/drawing/2014/main" id="{2C625CD6-739F-FBC6-22E2-4B85CC218D08}"/>
                </a:ext>
              </a:extLst>
            </p:cNvPr>
            <p:cNvSpPr/>
            <p:nvPr/>
          </p:nvSpPr>
          <p:spPr>
            <a:xfrm>
              <a:off x="878205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3" name="Pipeline ID 3">
              <a:extLst>
                <a:ext uri="{FF2B5EF4-FFF2-40B4-BE49-F238E27FC236}">
                  <a16:creationId xmlns:a16="http://schemas.microsoft.com/office/drawing/2014/main" id="{E1F64DEF-B2A8-DCB2-9D06-602DC2882798}"/>
                </a:ext>
              </a:extLst>
            </p:cNvPr>
            <p:cNvSpPr/>
            <p:nvPr/>
          </p:nvSpPr>
          <p:spPr>
            <a:xfrm>
              <a:off x="90297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4" name="Pipeline stall 3">
              <a:extLst>
                <a:ext uri="{FF2B5EF4-FFF2-40B4-BE49-F238E27FC236}">
                  <a16:creationId xmlns:a16="http://schemas.microsoft.com/office/drawing/2014/main" id="{82BB0EC3-C433-CF1A-C2F8-A7F9BB8F789D}"/>
                </a:ext>
              </a:extLst>
            </p:cNvPr>
            <p:cNvSpPr/>
            <p:nvPr/>
          </p:nvSpPr>
          <p:spPr>
            <a:xfrm>
              <a:off x="9277350" y="5657850"/>
              <a:ext cx="228600" cy="228600"/>
            </a:xfrm>
            <a:prstGeom prst="roundRect">
              <a:avLst>
                <a:gd name="adj" fmla="val 12500"/>
              </a:avLst>
            </a:prstGeom>
            <a:ln w="11430">
              <a:solidFill>
                <a:schemeClr val="accent1">
                  <a:alpha val="90000"/>
                </a:schemeClr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5" name="Pipeline EX 3">
              <a:extLst>
                <a:ext uri="{FF2B5EF4-FFF2-40B4-BE49-F238E27FC236}">
                  <a16:creationId xmlns:a16="http://schemas.microsoft.com/office/drawing/2014/main" id="{3953CB22-C749-98B0-C668-AFFEFF14F787}"/>
                </a:ext>
              </a:extLst>
            </p:cNvPr>
            <p:cNvSpPr/>
            <p:nvPr/>
          </p:nvSpPr>
          <p:spPr>
            <a:xfrm>
              <a:off x="95250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6" name="Pipeline MEM 3">
              <a:extLst>
                <a:ext uri="{FF2B5EF4-FFF2-40B4-BE49-F238E27FC236}">
                  <a16:creationId xmlns:a16="http://schemas.microsoft.com/office/drawing/2014/main" id="{E6331792-EF2B-3643-B79E-511119448CDC}"/>
                </a:ext>
              </a:extLst>
            </p:cNvPr>
            <p:cNvSpPr/>
            <p:nvPr/>
          </p:nvSpPr>
          <p:spPr>
            <a:xfrm>
              <a:off x="977265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7" name="Pipeline WB 3">
              <a:extLst>
                <a:ext uri="{FF2B5EF4-FFF2-40B4-BE49-F238E27FC236}">
                  <a16:creationId xmlns:a16="http://schemas.microsoft.com/office/drawing/2014/main" id="{0F896513-821A-5BFC-27BD-04B091026500}"/>
                </a:ext>
              </a:extLst>
            </p:cNvPr>
            <p:cNvSpPr/>
            <p:nvPr/>
          </p:nvSpPr>
          <p:spPr>
            <a:xfrm>
              <a:off x="100203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8" name="Pipeline IF 4">
              <a:extLst>
                <a:ext uri="{FF2B5EF4-FFF2-40B4-BE49-F238E27FC236}">
                  <a16:creationId xmlns:a16="http://schemas.microsoft.com/office/drawing/2014/main" id="{DBE94A94-3881-E6CB-730C-FEA98DD1E8FD}"/>
                </a:ext>
              </a:extLst>
            </p:cNvPr>
            <p:cNvSpPr/>
            <p:nvPr/>
          </p:nvSpPr>
          <p:spPr>
            <a:xfrm>
              <a:off x="92773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9" name="Pipeline ID 4">
              <a:extLst>
                <a:ext uri="{FF2B5EF4-FFF2-40B4-BE49-F238E27FC236}">
                  <a16:creationId xmlns:a16="http://schemas.microsoft.com/office/drawing/2014/main" id="{3B4C40AB-F835-107A-FF31-97B959D062ED}"/>
                </a:ext>
              </a:extLst>
            </p:cNvPr>
            <p:cNvSpPr/>
            <p:nvPr/>
          </p:nvSpPr>
          <p:spPr>
            <a:xfrm>
              <a:off x="952500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0" name="Pipeline EX 4">
              <a:extLst>
                <a:ext uri="{FF2B5EF4-FFF2-40B4-BE49-F238E27FC236}">
                  <a16:creationId xmlns:a16="http://schemas.microsoft.com/office/drawing/2014/main" id="{DCB23A78-27E8-703F-D165-2A7A3717709D}"/>
                </a:ext>
              </a:extLst>
            </p:cNvPr>
            <p:cNvSpPr/>
            <p:nvPr/>
          </p:nvSpPr>
          <p:spPr>
            <a:xfrm>
              <a:off x="97726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1" name="Pipeline MEM 4">
              <a:extLst>
                <a:ext uri="{FF2B5EF4-FFF2-40B4-BE49-F238E27FC236}">
                  <a16:creationId xmlns:a16="http://schemas.microsoft.com/office/drawing/2014/main" id="{A82FF32F-308B-5503-BC3F-32014DB91159}"/>
                </a:ext>
              </a:extLst>
            </p:cNvPr>
            <p:cNvSpPr/>
            <p:nvPr/>
          </p:nvSpPr>
          <p:spPr>
            <a:xfrm>
              <a:off x="1002030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2" name="Pipeline WB 4">
              <a:extLst>
                <a:ext uri="{FF2B5EF4-FFF2-40B4-BE49-F238E27FC236}">
                  <a16:creationId xmlns:a16="http://schemas.microsoft.com/office/drawing/2014/main" id="{8B5F0269-54FA-327F-B6B4-19F91BE167B2}"/>
                </a:ext>
              </a:extLst>
            </p:cNvPr>
            <p:cNvSpPr/>
            <p:nvPr/>
          </p:nvSpPr>
          <p:spPr>
            <a:xfrm>
              <a:off x="102679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3" name="Pipeline IF 5">
              <a:extLst>
                <a:ext uri="{FF2B5EF4-FFF2-40B4-BE49-F238E27FC236}">
                  <a16:creationId xmlns:a16="http://schemas.microsoft.com/office/drawing/2014/main" id="{94D3E845-7996-E8A5-FFD5-38CD4B0B3BB2}"/>
                </a:ext>
              </a:extLst>
            </p:cNvPr>
            <p:cNvSpPr/>
            <p:nvPr/>
          </p:nvSpPr>
          <p:spPr>
            <a:xfrm>
              <a:off x="95250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4" name="Pipeline ID 5">
              <a:extLst>
                <a:ext uri="{FF2B5EF4-FFF2-40B4-BE49-F238E27FC236}">
                  <a16:creationId xmlns:a16="http://schemas.microsoft.com/office/drawing/2014/main" id="{07E7332A-3466-69DB-89FE-42C59C9E5F3D}"/>
                </a:ext>
              </a:extLst>
            </p:cNvPr>
            <p:cNvSpPr/>
            <p:nvPr/>
          </p:nvSpPr>
          <p:spPr>
            <a:xfrm>
              <a:off x="977265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5" name="Pipeline EX 5">
              <a:extLst>
                <a:ext uri="{FF2B5EF4-FFF2-40B4-BE49-F238E27FC236}">
                  <a16:creationId xmlns:a16="http://schemas.microsoft.com/office/drawing/2014/main" id="{05D11FE7-B261-D002-17A1-C1026AEDE965}"/>
                </a:ext>
              </a:extLst>
            </p:cNvPr>
            <p:cNvSpPr/>
            <p:nvPr/>
          </p:nvSpPr>
          <p:spPr>
            <a:xfrm>
              <a:off x="100203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6" name="Pipeline MEM 5">
              <a:extLst>
                <a:ext uri="{FF2B5EF4-FFF2-40B4-BE49-F238E27FC236}">
                  <a16:creationId xmlns:a16="http://schemas.microsoft.com/office/drawing/2014/main" id="{27E4DDC6-7C77-99B1-2222-C9B67E399AFE}"/>
                </a:ext>
              </a:extLst>
            </p:cNvPr>
            <p:cNvSpPr/>
            <p:nvPr/>
          </p:nvSpPr>
          <p:spPr>
            <a:xfrm>
              <a:off x="1026795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7" name="Pipeline WB 5">
              <a:extLst>
                <a:ext uri="{FF2B5EF4-FFF2-40B4-BE49-F238E27FC236}">
                  <a16:creationId xmlns:a16="http://schemas.microsoft.com/office/drawing/2014/main" id="{74517D45-FC52-2B5A-3B28-67216C4BB67A}"/>
                </a:ext>
              </a:extLst>
            </p:cNvPr>
            <p:cNvSpPr/>
            <p:nvPr/>
          </p:nvSpPr>
          <p:spPr>
            <a:xfrm>
              <a:off x="105156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</p:grpSp>
      <p:sp>
        <p:nvSpPr>
          <p:cNvPr id="248" name="Logo strip">
            <a:extLst>
              <a:ext uri="{FF2B5EF4-FFF2-40B4-BE49-F238E27FC236}">
                <a16:creationId xmlns:a16="http://schemas.microsoft.com/office/drawing/2014/main" id="{527BCE78-1BD2-350B-55E1-EB3848D9B43D}"/>
              </a:ext>
            </a:extLst>
          </p:cNvPr>
          <p:cNvSpPr/>
          <p:nvPr/>
        </p:nvSpPr>
        <p:spPr>
          <a:xfrm>
            <a:off x="609600" y="533400"/>
            <a:ext cx="4343400" cy="685800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49" name="MEST logo" descr="MEST — National Microelectronics Security Training Center">
            <a:extLst>
              <a:ext uri="{FF2B5EF4-FFF2-40B4-BE49-F238E27FC236}">
                <a16:creationId xmlns:a16="http://schemas.microsoft.com/office/drawing/2014/main" id="{7669375A-6AA6-53B9-BFE7-FDB4087BC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647700"/>
            <a:ext cx="457200" cy="457200"/>
          </a:xfrm>
          <a:prstGeom prst="rect">
            <a:avLst/>
          </a:prstGeom>
        </p:spPr>
      </p:pic>
      <p:sp>
        <p:nvSpPr>
          <p:cNvPr id="250" name="Logo divider 1">
            <a:extLst>
              <a:ext uri="{FF2B5EF4-FFF2-40B4-BE49-F238E27FC236}">
                <a16:creationId xmlns:a16="http://schemas.microsoft.com/office/drawing/2014/main" id="{A8333224-3C91-D0BF-666D-301B4B2B3315}"/>
              </a:ext>
            </a:extLst>
          </p:cNvPr>
          <p:cNvSpPr/>
          <p:nvPr/>
        </p:nvSpPr>
        <p:spPr>
          <a:xfrm>
            <a:off x="1390650" y="723900"/>
            <a:ext cx="0" cy="30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1" name="FIU logo" descr="Florida International University">
            <a:extLst>
              <a:ext uri="{FF2B5EF4-FFF2-40B4-BE49-F238E27FC236}">
                <a16:creationId xmlns:a16="http://schemas.microsoft.com/office/drawing/2014/main" id="{7386B9C0-176C-E3A7-6606-504B8DB2A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75" y="723900"/>
            <a:ext cx="1604211" cy="304800"/>
          </a:xfrm>
          <a:prstGeom prst="rect">
            <a:avLst/>
          </a:prstGeom>
        </p:spPr>
      </p:pic>
      <p:sp>
        <p:nvSpPr>
          <p:cNvPr id="252" name="Logo divider 2">
            <a:extLst>
              <a:ext uri="{FF2B5EF4-FFF2-40B4-BE49-F238E27FC236}">
                <a16:creationId xmlns:a16="http://schemas.microsoft.com/office/drawing/2014/main" id="{2C03BA07-1610-CB0D-892B-DF2641BE1BE4}"/>
              </a:ext>
            </a:extLst>
          </p:cNvPr>
          <p:cNvSpPr/>
          <p:nvPr/>
        </p:nvSpPr>
        <p:spPr>
          <a:xfrm>
            <a:off x="3305175" y="723900"/>
            <a:ext cx="0" cy="30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3" name="SeRLoP logo" descr="SeRLoP Research">
            <a:extLst>
              <a:ext uri="{FF2B5EF4-FFF2-40B4-BE49-F238E27FC236}">
                <a16:creationId xmlns:a16="http://schemas.microsoft.com/office/drawing/2014/main" id="{D3BF176F-48AB-D149-02E6-A6CC15E24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795338"/>
            <a:ext cx="1295400" cy="161925"/>
          </a:xfrm>
          <a:prstGeom prst="rect">
            <a:avLst/>
          </a:prstGeom>
        </p:spPr>
      </p:pic>
      <p:sp>
        <p:nvSpPr>
          <p:cNvPr id="254" name="Kicker">
            <a:extLst>
              <a:ext uri="{FF2B5EF4-FFF2-40B4-BE49-F238E27FC236}">
                <a16:creationId xmlns:a16="http://schemas.microsoft.com/office/drawing/2014/main" id="{5CB330A3-1682-E824-2282-BC7C23AA4BB5}"/>
              </a:ext>
            </a:extLst>
          </p:cNvPr>
          <p:cNvSpPr txBox="1"/>
          <p:nvPr/>
        </p:nvSpPr>
        <p:spPr>
          <a:xfrm>
            <a:off x="60960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E2B04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NEXT-GEN COMPUTING &amp; HARDWARE SECURITY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5" name="Text 0">
            <a:extLst>
              <a:ext uri="{FF2B5EF4-FFF2-40B4-BE49-F238E27FC236}">
                <a16:creationId xmlns:a16="http://schemas.microsoft.com/office/drawing/2014/main" id="{4535F591-0C20-527C-E393-1C96ECAF0BEC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609600" y="1962150"/>
            <a:ext cx="6572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Subtitle">
            <a:extLst>
              <a:ext uri="{FF2B5EF4-FFF2-40B4-BE49-F238E27FC236}">
                <a16:creationId xmlns:a16="http://schemas.microsoft.com/office/drawing/2014/main" id="{0A6C0D71-8987-E252-C89D-621AAA262EFB}"/>
              </a:ext>
            </a:extLst>
          </p:cNvPr>
          <p:cNvSpPr txBox="1"/>
          <p:nvPr/>
        </p:nvSpPr>
        <p:spPr>
          <a:xfrm>
            <a:off x="609600" y="339090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D3DB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Hands-on gem5 simulation with AI-guided learning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7" name="Pill 1">
            <a:extLst>
              <a:ext uri="{FF2B5EF4-FFF2-40B4-BE49-F238E27FC236}">
                <a16:creationId xmlns:a16="http://schemas.microsoft.com/office/drawing/2014/main" id="{1B4C4922-4109-59D4-FFFC-3819D4C02C57}"/>
              </a:ext>
            </a:extLst>
          </p:cNvPr>
          <p:cNvSpPr/>
          <p:nvPr/>
        </p:nvSpPr>
        <p:spPr>
          <a:xfrm>
            <a:off x="609600" y="422910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8" name="Pill 1 icon" descr="preencoded.png">
            <a:extLst>
              <a:ext uri="{FF2B5EF4-FFF2-40B4-BE49-F238E27FC236}">
                <a16:creationId xmlns:a16="http://schemas.microsoft.com/office/drawing/2014/main" id="{233F1B32-DFEE-F890-710C-E7B02A7ADF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4362450"/>
            <a:ext cx="247650" cy="247650"/>
          </a:xfrm>
          <a:prstGeom prst="rect">
            <a:avLst/>
          </a:prstGeom>
        </p:spPr>
      </p:pic>
      <p:sp>
        <p:nvSpPr>
          <p:cNvPr id="259" name="Pill 1 text">
            <a:extLst>
              <a:ext uri="{FF2B5EF4-FFF2-40B4-BE49-F238E27FC236}">
                <a16:creationId xmlns:a16="http://schemas.microsoft.com/office/drawing/2014/main" id="{15E96EA1-4576-29D0-1493-E9F7E90EB449}"/>
              </a:ext>
            </a:extLst>
          </p:cNvPr>
          <p:cNvSpPr txBox="1"/>
          <p:nvPr/>
        </p:nvSpPr>
        <p:spPr>
          <a:xfrm>
            <a:off x="1143000" y="431482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Wednesday, Oct 28, 2026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60" name="Pill 2">
            <a:extLst>
              <a:ext uri="{FF2B5EF4-FFF2-40B4-BE49-F238E27FC236}">
                <a16:creationId xmlns:a16="http://schemas.microsoft.com/office/drawing/2014/main" id="{8F3BA972-9BE7-182A-8E09-CE8D6107821E}"/>
              </a:ext>
            </a:extLst>
          </p:cNvPr>
          <p:cNvSpPr/>
          <p:nvPr/>
        </p:nvSpPr>
        <p:spPr>
          <a:xfrm>
            <a:off x="609600" y="485775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61" name="Pill 2 icon" descr="preencoded.png">
            <a:extLst>
              <a:ext uri="{FF2B5EF4-FFF2-40B4-BE49-F238E27FC236}">
                <a16:creationId xmlns:a16="http://schemas.microsoft.com/office/drawing/2014/main" id="{24EE2305-6C34-01A8-2DCB-DA21144073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4991100"/>
            <a:ext cx="247650" cy="247650"/>
          </a:xfrm>
          <a:prstGeom prst="rect">
            <a:avLst/>
          </a:prstGeom>
        </p:spPr>
      </p:pic>
      <p:sp>
        <p:nvSpPr>
          <p:cNvPr id="262" name="Pill 2 text">
            <a:extLst>
              <a:ext uri="{FF2B5EF4-FFF2-40B4-BE49-F238E27FC236}">
                <a16:creationId xmlns:a16="http://schemas.microsoft.com/office/drawing/2014/main" id="{1C42E321-DB69-3902-B044-E63E22AB18D1}"/>
              </a:ext>
            </a:extLst>
          </p:cNvPr>
          <p:cNvSpPr txBox="1"/>
          <p:nvPr/>
        </p:nvSpPr>
        <p:spPr>
          <a:xfrm>
            <a:off x="1143000" y="494347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10 AM – 2 PM 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63" name="Pill 3">
            <a:extLst>
              <a:ext uri="{FF2B5EF4-FFF2-40B4-BE49-F238E27FC236}">
                <a16:creationId xmlns:a16="http://schemas.microsoft.com/office/drawing/2014/main" id="{46F5FCB1-7205-0D2D-FCB4-26FF9EF7CD1A}"/>
              </a:ext>
            </a:extLst>
          </p:cNvPr>
          <p:cNvSpPr/>
          <p:nvPr/>
        </p:nvSpPr>
        <p:spPr>
          <a:xfrm>
            <a:off x="609600" y="548640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64" name="Pill 3 icon" descr="preencoded.png">
            <a:extLst>
              <a:ext uri="{FF2B5EF4-FFF2-40B4-BE49-F238E27FC236}">
                <a16:creationId xmlns:a16="http://schemas.microsoft.com/office/drawing/2014/main" id="{8ABB769B-7E3D-AE8A-CBE0-731CAC2ADA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5619750"/>
            <a:ext cx="247650" cy="247650"/>
          </a:xfrm>
          <a:prstGeom prst="rect">
            <a:avLst/>
          </a:prstGeom>
        </p:spPr>
      </p:pic>
      <p:sp>
        <p:nvSpPr>
          <p:cNvPr id="265" name="Pill 3 text">
            <a:extLst>
              <a:ext uri="{FF2B5EF4-FFF2-40B4-BE49-F238E27FC236}">
                <a16:creationId xmlns:a16="http://schemas.microsoft.com/office/drawing/2014/main" id="{104919AA-774C-4EF6-0F02-642936D2721C}"/>
              </a:ext>
            </a:extLst>
          </p:cNvPr>
          <p:cNvSpPr txBox="1"/>
          <p:nvPr/>
        </p:nvSpPr>
        <p:spPr>
          <a:xfrm>
            <a:off x="1143000" y="557212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FIU EC3930 &amp; on Zoom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0457323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8C6BA-69CB-DB12-3C50-91FB4CE9E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6849E8-1A0E-709E-3319-C4B1D26821CF}"/>
              </a:ext>
            </a:extLst>
          </p:cNvPr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AA5C74A-812C-2F29-CA7A-F5C55A8131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8636000" y="0"/>
            <a:ext cx="3556000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02F4E6F7-28A0-8A37-270C-75035B67861D}"/>
              </a:ext>
            </a:extLst>
          </p:cNvPr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5" name="Image 1" descr="MEST — National Microelectronics Security Training Center logo">
            <a:extLst>
              <a:ext uri="{FF2B5EF4-FFF2-40B4-BE49-F238E27FC236}">
                <a16:creationId xmlns:a16="http://schemas.microsoft.com/office/drawing/2014/main" id="{7875A921-AFFB-4E2F-8EF1-D628A47F54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5" r="-45"/>
          <a:stretch/>
        </p:blipFill>
        <p:spPr>
          <a:xfrm>
            <a:off x="812800" y="609600"/>
            <a:ext cx="952500" cy="92075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C7C3F2C2-4F63-68A9-ACCD-A6D5797CE88E}"/>
              </a:ext>
            </a:extLst>
          </p:cNvPr>
          <p:cNvSpPr/>
          <p:nvPr/>
        </p:nvSpPr>
        <p:spPr>
          <a:xfrm>
            <a:off x="2019300" y="749300"/>
            <a:ext cx="12700" cy="635000"/>
          </a:xfrm>
          <a:prstGeom prst="rect">
            <a:avLst/>
          </a:prstGeom>
          <a:solidFill>
            <a:srgbClr val="D6D2C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7" name="Image 2" descr="Florida International University logo">
            <a:extLst>
              <a:ext uri="{FF2B5EF4-FFF2-40B4-BE49-F238E27FC236}">
                <a16:creationId xmlns:a16="http://schemas.microsoft.com/office/drawing/2014/main" id="{1C667C33-0D7E-5D39-E56F-D98A352AA9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3300" y="698500"/>
            <a:ext cx="996950" cy="74295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D3ABE00E-6554-B2F5-1572-0E824E89FA4E}"/>
              </a:ext>
            </a:extLst>
          </p:cNvPr>
          <p:cNvSpPr/>
          <p:nvPr/>
        </p:nvSpPr>
        <p:spPr>
          <a:xfrm>
            <a:off x="812800" y="2362200"/>
            <a:ext cx="73253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50" normalizeH="0" baseline="0" noProof="0" dirty="0">
                <a:ln>
                  <a:noFill/>
                </a:ln>
                <a:solidFill>
                  <a:srgbClr val="A87C2A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PART IV · COMPUTER ARCHITECTURE WITH GEM5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25CDCC6-D94D-8623-1B30-D0E272F9A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2692400"/>
            <a:ext cx="7586980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5460"/>
              </a:lnSpc>
            </a:pPr>
            <a:r>
              <a:rPr lang="en-US" b="1" dirty="0"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Microarchitectural Security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7A044734-3D96-F374-9E4A-5582B2B5CA32}"/>
              </a:ext>
            </a:extLst>
          </p:cNvPr>
          <p:cNvSpPr/>
          <p:nvPr/>
        </p:nvSpPr>
        <p:spPr>
          <a:xfrm>
            <a:off x="812799" y="4343399"/>
            <a:ext cx="6978261" cy="45719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7CB15D7-723A-C4B4-3DCD-C88BFB35CEC0}"/>
              </a:ext>
            </a:extLst>
          </p:cNvPr>
          <p:cNvSpPr/>
          <p:nvPr/>
        </p:nvSpPr>
        <p:spPr>
          <a:xfrm>
            <a:off x="812800" y="458470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PRESENTED BY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A6BFFD2-BA24-CC45-F948-957FE19F90EB}"/>
              </a:ext>
            </a:extLst>
          </p:cNvPr>
          <p:cNvSpPr/>
          <p:nvPr/>
        </p:nvSpPr>
        <p:spPr>
          <a:xfrm>
            <a:off x="812800" y="4838700"/>
            <a:ext cx="719455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1F3F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Sagor Chandro Bakchy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315D847-1A8C-3D5C-00DE-ED9A2E46A42D}"/>
              </a:ext>
            </a:extLst>
          </p:cNvPr>
          <p:cNvSpPr/>
          <p:nvPr/>
        </p:nvSpPr>
        <p:spPr>
          <a:xfrm>
            <a:off x="812800" y="5245100"/>
            <a:ext cx="71945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PhD Student, Florida International University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14" name="Image 3" descr="SeRLoP Research logo">
            <a:extLst>
              <a:ext uri="{FF2B5EF4-FFF2-40B4-BE49-F238E27FC236}">
                <a16:creationId xmlns:a16="http://schemas.microsoft.com/office/drawing/2014/main" id="{3F17F9EE-EFCF-1A7D-73C8-CD388C4ED4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11" r="-811"/>
          <a:stretch/>
        </p:blipFill>
        <p:spPr>
          <a:xfrm>
            <a:off x="812800" y="6235700"/>
            <a:ext cx="1555750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1458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1B1DF8-F81F-5177-A0D8-804A2A718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4D5EF29-13F3-907F-68BE-FFD71EA19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Helvetic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DF9B72-6227-5B0C-E1D5-4D61A4D08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4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Helvetica"/>
            </a:endParaRPr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01FF2136-6E48-A99B-DDF2-59EA0DDC4F48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002060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Helvetica"/>
              </a:rPr>
              <a:t>Outlines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EC1B0FD-2736-848C-C062-DB59AA506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5124" y="6506673"/>
            <a:ext cx="1986954" cy="29161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289D0C0-4D90-29FA-D046-897C991F4CB0}"/>
              </a:ext>
            </a:extLst>
          </p:cNvPr>
          <p:cNvGrpSpPr/>
          <p:nvPr/>
        </p:nvGrpSpPr>
        <p:grpSpPr>
          <a:xfrm>
            <a:off x="3691013" y="1538090"/>
            <a:ext cx="7944260" cy="3430493"/>
            <a:chOff x="502920" y="1298448"/>
            <a:chExt cx="10625328" cy="3430493"/>
          </a:xfrm>
        </p:grpSpPr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BD81778F-EEB8-D0C3-1604-F41DDAFCA4E2}"/>
                </a:ext>
              </a:extLst>
            </p:cNvPr>
            <p:cNvSpPr/>
            <p:nvPr/>
          </p:nvSpPr>
          <p:spPr>
            <a:xfrm>
              <a:off x="886968" y="1325880"/>
              <a:ext cx="10241280" cy="420624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50DE2491-3750-C8D4-3E40-92ACD2C8EC1A}"/>
                </a:ext>
              </a:extLst>
            </p:cNvPr>
            <p:cNvSpPr/>
            <p:nvPr/>
          </p:nvSpPr>
          <p:spPr>
            <a:xfrm>
              <a:off x="502920" y="1298448"/>
              <a:ext cx="475488" cy="475488"/>
            </a:xfrm>
            <a:prstGeom prst="ellipse">
              <a:avLst/>
            </a:prstGeom>
            <a:solidFill>
              <a:srgbClr val="E6DAEE"/>
            </a:solidFill>
            <a:ln w="9525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842AB7E7-AECC-E086-237C-FA726AECC24C}"/>
                </a:ext>
              </a:extLst>
            </p:cNvPr>
            <p:cNvSpPr txBox="1"/>
            <p:nvPr/>
          </p:nvSpPr>
          <p:spPr>
            <a:xfrm>
              <a:off x="502920" y="1298448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47039698-AD20-7235-7D56-71A67033DCC1}"/>
                </a:ext>
              </a:extLst>
            </p:cNvPr>
            <p:cNvSpPr txBox="1"/>
            <p:nvPr/>
          </p:nvSpPr>
          <p:spPr>
            <a:xfrm>
              <a:off x="1069848" y="1325880"/>
              <a:ext cx="10058400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What is attack and why microarchitecture leaks?</a:t>
              </a:r>
              <a:endParaRPr lang="en-US" sz="1500" dirty="0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2128E34F-A639-FADD-521F-929A2F068F8D}"/>
                </a:ext>
              </a:extLst>
            </p:cNvPr>
            <p:cNvSpPr/>
            <p:nvPr/>
          </p:nvSpPr>
          <p:spPr>
            <a:xfrm>
              <a:off x="1271016" y="2084832"/>
              <a:ext cx="9857232" cy="420624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00E0BEAD-A58F-FE60-1EBE-3013BB3D0B99}"/>
                </a:ext>
              </a:extLst>
            </p:cNvPr>
            <p:cNvSpPr/>
            <p:nvPr/>
          </p:nvSpPr>
          <p:spPr>
            <a:xfrm>
              <a:off x="886968" y="2057400"/>
              <a:ext cx="475488" cy="475488"/>
            </a:xfrm>
            <a:prstGeom prst="ellipse">
              <a:avLst/>
            </a:prstGeom>
            <a:solidFill>
              <a:srgbClr val="C5E1FB"/>
            </a:solidFill>
            <a:ln w="9525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8B702577-D160-A364-F10A-A20A2480A412}"/>
                </a:ext>
              </a:extLst>
            </p:cNvPr>
            <p:cNvSpPr txBox="1"/>
            <p:nvPr/>
          </p:nvSpPr>
          <p:spPr>
            <a:xfrm>
              <a:off x="886968" y="2057400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71629751-5B10-DF20-A894-23BB1B8C069D}"/>
                </a:ext>
              </a:extLst>
            </p:cNvPr>
            <p:cNvSpPr txBox="1"/>
            <p:nvPr/>
          </p:nvSpPr>
          <p:spPr>
            <a:xfrm>
              <a:off x="1453896" y="2084832"/>
              <a:ext cx="9674352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Cache-based side channels: </a:t>
              </a:r>
              <a:r>
                <a:rPr lang="en-US" sz="1500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Flush+Reload</a:t>
              </a: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, </a:t>
              </a:r>
              <a:r>
                <a:rPr lang="en-US" sz="1500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Flush+Flush</a:t>
              </a: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, </a:t>
              </a:r>
              <a:r>
                <a:rPr lang="en-US" sz="1500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Prime+Probe</a:t>
              </a: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, and </a:t>
              </a:r>
              <a:r>
                <a:rPr lang="en-US" sz="1500" dirty="0" err="1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Evict+Time</a:t>
              </a:r>
              <a:endParaRPr lang="en-US" sz="1500" dirty="0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E2455B9E-BF41-F984-CC91-45A6DB46FA0F}"/>
                </a:ext>
              </a:extLst>
            </p:cNvPr>
            <p:cNvSpPr/>
            <p:nvPr/>
          </p:nvSpPr>
          <p:spPr>
            <a:xfrm>
              <a:off x="1655064" y="2843784"/>
              <a:ext cx="9473184" cy="420624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87282BBD-A190-FB9D-7910-330165D51E86}"/>
                </a:ext>
              </a:extLst>
            </p:cNvPr>
            <p:cNvSpPr/>
            <p:nvPr/>
          </p:nvSpPr>
          <p:spPr>
            <a:xfrm>
              <a:off x="1271016" y="2816352"/>
              <a:ext cx="475488" cy="475488"/>
            </a:xfrm>
            <a:prstGeom prst="ellipse">
              <a:avLst/>
            </a:prstGeom>
            <a:solidFill>
              <a:srgbClr val="E6DAEE"/>
            </a:solidFill>
            <a:ln w="9525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F4B43133-3746-F57B-9049-5B9D7FEBBA1D}"/>
                </a:ext>
              </a:extLst>
            </p:cNvPr>
            <p:cNvSpPr txBox="1"/>
            <p:nvPr/>
          </p:nvSpPr>
          <p:spPr>
            <a:xfrm>
              <a:off x="1271016" y="2816352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8F0A1C39-C69D-BCCF-7DA8-0ADD896EBD9A}"/>
                </a:ext>
              </a:extLst>
            </p:cNvPr>
            <p:cNvSpPr txBox="1"/>
            <p:nvPr/>
          </p:nvSpPr>
          <p:spPr>
            <a:xfrm>
              <a:off x="1837944" y="2843784"/>
              <a:ext cx="9290304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Timing-based leakage in software</a:t>
              </a:r>
              <a:endParaRPr lang="en-US" sz="1500" dirty="0"/>
            </a:p>
          </p:txBody>
        </p:sp>
        <p:sp>
          <p:nvSpPr>
            <p:cNvPr id="16" name="Shape 17">
              <a:extLst>
                <a:ext uri="{FF2B5EF4-FFF2-40B4-BE49-F238E27FC236}">
                  <a16:creationId xmlns:a16="http://schemas.microsoft.com/office/drawing/2014/main" id="{710F3664-423E-0578-E125-2F94C0FDC750}"/>
                </a:ext>
              </a:extLst>
            </p:cNvPr>
            <p:cNvSpPr/>
            <p:nvPr/>
          </p:nvSpPr>
          <p:spPr>
            <a:xfrm>
              <a:off x="2245880" y="3521933"/>
              <a:ext cx="8882368" cy="420624"/>
            </a:xfrm>
            <a:prstGeom prst="rect">
              <a:avLst/>
            </a:prstGeom>
            <a:solidFill>
              <a:srgbClr val="E6DAEE"/>
            </a:solidFill>
            <a:ln w="9525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8">
              <a:extLst>
                <a:ext uri="{FF2B5EF4-FFF2-40B4-BE49-F238E27FC236}">
                  <a16:creationId xmlns:a16="http://schemas.microsoft.com/office/drawing/2014/main" id="{1166141F-6FAC-33C9-9B45-6B47C6569EB2}"/>
                </a:ext>
              </a:extLst>
            </p:cNvPr>
            <p:cNvSpPr/>
            <p:nvPr/>
          </p:nvSpPr>
          <p:spPr>
            <a:xfrm>
              <a:off x="1861831" y="3494501"/>
              <a:ext cx="475488" cy="475488"/>
            </a:xfrm>
            <a:prstGeom prst="ellipse">
              <a:avLst/>
            </a:prstGeom>
            <a:solidFill>
              <a:srgbClr val="E6DAEE"/>
            </a:solidFill>
            <a:ln w="9525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9">
              <a:extLst>
                <a:ext uri="{FF2B5EF4-FFF2-40B4-BE49-F238E27FC236}">
                  <a16:creationId xmlns:a16="http://schemas.microsoft.com/office/drawing/2014/main" id="{7745782E-F97D-AD8C-1D45-FBC8E0E713AB}"/>
                </a:ext>
              </a:extLst>
            </p:cNvPr>
            <p:cNvSpPr txBox="1"/>
            <p:nvPr/>
          </p:nvSpPr>
          <p:spPr>
            <a:xfrm>
              <a:off x="1861831" y="3494501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/>
                <a:t>4</a:t>
              </a:r>
            </a:p>
          </p:txBody>
        </p:sp>
        <p:sp>
          <p:nvSpPr>
            <p:cNvPr id="19" name="Text 20">
              <a:extLst>
                <a:ext uri="{FF2B5EF4-FFF2-40B4-BE49-F238E27FC236}">
                  <a16:creationId xmlns:a16="http://schemas.microsoft.com/office/drawing/2014/main" id="{4BD55993-2B5A-E911-D989-C11615A75DCF}"/>
                </a:ext>
              </a:extLst>
            </p:cNvPr>
            <p:cNvSpPr txBox="1"/>
            <p:nvPr/>
          </p:nvSpPr>
          <p:spPr>
            <a:xfrm>
              <a:off x="2428759" y="3521933"/>
              <a:ext cx="7701125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Secure microarchitectural design principles</a:t>
              </a:r>
              <a:endParaRPr lang="en-US" sz="1500" dirty="0"/>
            </a:p>
          </p:txBody>
        </p:sp>
        <p:sp>
          <p:nvSpPr>
            <p:cNvPr id="20" name="Shape 21">
              <a:extLst>
                <a:ext uri="{FF2B5EF4-FFF2-40B4-BE49-F238E27FC236}">
                  <a16:creationId xmlns:a16="http://schemas.microsoft.com/office/drawing/2014/main" id="{1B27B607-81FC-2FFA-7B99-5BEC40D8C987}"/>
                </a:ext>
              </a:extLst>
            </p:cNvPr>
            <p:cNvSpPr/>
            <p:nvPr/>
          </p:nvSpPr>
          <p:spPr>
            <a:xfrm>
              <a:off x="2629928" y="4280885"/>
              <a:ext cx="8498320" cy="420624"/>
            </a:xfrm>
            <a:prstGeom prst="rect">
              <a:avLst/>
            </a:prstGeom>
            <a:solidFill>
              <a:srgbClr val="C5E1FB"/>
            </a:solidFill>
            <a:ln w="9525">
              <a:solidFill>
                <a:srgbClr val="4040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22">
              <a:extLst>
                <a:ext uri="{FF2B5EF4-FFF2-40B4-BE49-F238E27FC236}">
                  <a16:creationId xmlns:a16="http://schemas.microsoft.com/office/drawing/2014/main" id="{9B613257-732E-CE36-3739-B48301573811}"/>
                </a:ext>
              </a:extLst>
            </p:cNvPr>
            <p:cNvSpPr/>
            <p:nvPr/>
          </p:nvSpPr>
          <p:spPr>
            <a:xfrm>
              <a:off x="2245879" y="4253453"/>
              <a:ext cx="475488" cy="475488"/>
            </a:xfrm>
            <a:prstGeom prst="ellipse">
              <a:avLst/>
            </a:prstGeom>
            <a:solidFill>
              <a:srgbClr val="C5E1FB"/>
            </a:solidFill>
            <a:ln w="9525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3">
              <a:extLst>
                <a:ext uri="{FF2B5EF4-FFF2-40B4-BE49-F238E27FC236}">
                  <a16:creationId xmlns:a16="http://schemas.microsoft.com/office/drawing/2014/main" id="{B1188050-309F-0D4D-1647-838003E8BF08}"/>
                </a:ext>
              </a:extLst>
            </p:cNvPr>
            <p:cNvSpPr txBox="1"/>
            <p:nvPr/>
          </p:nvSpPr>
          <p:spPr>
            <a:xfrm>
              <a:off x="2245879" y="4253453"/>
              <a:ext cx="475488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000000"/>
                  </a:solidFill>
                  <a:latin typeface="Times New Roman" pitchFamily="34" charset="0"/>
                  <a:cs typeface="Times New Roman" pitchFamily="34" charset="-120"/>
                </a:rPr>
                <a:t>5</a:t>
              </a:r>
              <a:endParaRPr lang="en-US" sz="1600" dirty="0"/>
            </a:p>
          </p:txBody>
        </p:sp>
        <p:sp>
          <p:nvSpPr>
            <p:cNvPr id="23" name="Text 24">
              <a:extLst>
                <a:ext uri="{FF2B5EF4-FFF2-40B4-BE49-F238E27FC236}">
                  <a16:creationId xmlns:a16="http://schemas.microsoft.com/office/drawing/2014/main" id="{40D36BEA-F162-1F9A-8C39-B1E63252B279}"/>
                </a:ext>
              </a:extLst>
            </p:cNvPr>
            <p:cNvSpPr txBox="1"/>
            <p:nvPr/>
          </p:nvSpPr>
          <p:spPr>
            <a:xfrm>
              <a:off x="2812807" y="4280885"/>
              <a:ext cx="7317076" cy="4206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Practical evaluation in gem5</a:t>
              </a:r>
              <a:endParaRPr lang="en-US" sz="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8718390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B21F5-AE6E-C053-A64B-1320FD132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F7140-D425-B5DF-338D-EB545D725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87" y="158446"/>
            <a:ext cx="10634662" cy="680850"/>
          </a:xfrm>
        </p:spPr>
        <p:txBody>
          <a:bodyPr>
            <a:noAutofit/>
          </a:bodyPr>
          <a:lstStyle/>
          <a:p>
            <a:r>
              <a:rPr lang="en-US" sz="3000" b="0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What is Side-Channel Attacks?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8D823BE-1C23-D5B0-6D69-245A0AB99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6544" y="6567394"/>
            <a:ext cx="81753" cy="194797"/>
          </a:xfrm>
        </p:spPr>
        <p:txBody>
          <a:bodyPr/>
          <a:lstStyle/>
          <a:p>
            <a:pPr marL="0" marR="0" lvl="0" indent="0" algn="ctr" defTabSz="41075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3333A4-2EF1-4B79-B68C-AB20E66B4822}" type="slidenum">
              <a:rPr kumimoji="0" lang="en-US" sz="1266" b="0" i="0" u="none" strike="noStrike" kern="0" cap="none" spc="0" normalizeH="0" baseline="0" noProof="0" smtClean="0">
                <a:ln>
                  <a:noFill/>
                </a:ln>
                <a:solidFill>
                  <a:srgbClr val="003893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Gill Sans"/>
              </a:rPr>
              <a:pPr marL="0" marR="0" lvl="0" indent="0" algn="ctr" defTabSz="41075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266" b="0" i="0" u="none" strike="noStrike" kern="0" cap="none" spc="0" normalizeH="0" baseline="0" noProof="0">
              <a:ln>
                <a:noFill/>
              </a:ln>
              <a:solidFill>
                <a:srgbClr val="003893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Gill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FE28EA-134B-F7E1-7CC0-23DC45CBB18D}"/>
              </a:ext>
            </a:extLst>
          </p:cNvPr>
          <p:cNvSpPr txBox="1"/>
          <p:nvPr/>
        </p:nvSpPr>
        <p:spPr>
          <a:xfrm>
            <a:off x="2616071" y="1618589"/>
            <a:ext cx="6657976" cy="206210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What is Side-Channel Attacks?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Modern processors use caches, branch predictors, and speculative execution to improve performance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These optimizations create side channels that leak information through hardware behavior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Attacks such as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Prime+Probe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Flush+Reload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exploit these channels to infer sensitive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5730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8BFFD-9BB8-0576-B498-BC03FDD35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B243-0ED4-60CF-132D-43D56ED0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Microarchitecture Leaks?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53076-894F-672D-3B19-34920254146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95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21D278B0-C18D-D5BC-C59A-578589897C72}"/>
              </a:ext>
            </a:extLst>
          </p:cNvPr>
          <p:cNvSpPr/>
          <p:nvPr/>
        </p:nvSpPr>
        <p:spPr>
          <a:xfrm>
            <a:off x="502920" y="1188720"/>
            <a:ext cx="5532120" cy="384048"/>
          </a:xfrm>
          <a:prstGeom prst="rect">
            <a:avLst/>
          </a:prstGeom>
          <a:solidFill>
            <a:srgbClr val="A5A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79370BB3-B814-31F8-D244-2C0F2AD09C09}"/>
              </a:ext>
            </a:extLst>
          </p:cNvPr>
          <p:cNvSpPr txBox="1"/>
          <p:nvPr/>
        </p:nvSpPr>
        <p:spPr>
          <a:xfrm>
            <a:off x="612648" y="1188720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traces microarchitecture keeps behind?</a:t>
            </a:r>
            <a:endParaRPr lang="en-US" sz="1400" dirty="0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1EE4ED7A-65CC-563F-305C-FC76740AC7D1}"/>
              </a:ext>
            </a:extLst>
          </p:cNvPr>
          <p:cNvSpPr/>
          <p:nvPr/>
        </p:nvSpPr>
        <p:spPr>
          <a:xfrm>
            <a:off x="502920" y="1572768"/>
            <a:ext cx="5532120" cy="20391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EDA0C669-6C9B-5D18-70B1-77EF110433DD}"/>
              </a:ext>
            </a:extLst>
          </p:cNvPr>
          <p:cNvSpPr txBox="1"/>
          <p:nvPr/>
        </p:nvSpPr>
        <p:spPr>
          <a:xfrm>
            <a:off x="649224" y="1664208"/>
            <a:ext cx="523951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instruction set specifies what a program computes and what architectural state it leaves behind.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says nothing what traces the computation leaves in caches, predictors and buffers.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Those traces were treated as an invisible implementation detail.</a:t>
            </a:r>
            <a:endParaRPr lang="en-US" sz="128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3AE84D2E-6F50-589C-8379-B1C3C55B8B80}"/>
              </a:ext>
            </a:extLst>
          </p:cNvPr>
          <p:cNvSpPr/>
          <p:nvPr/>
        </p:nvSpPr>
        <p:spPr>
          <a:xfrm>
            <a:off x="6199632" y="1188720"/>
            <a:ext cx="5532120" cy="384048"/>
          </a:xfrm>
          <a:prstGeom prst="rect">
            <a:avLst/>
          </a:prstGeom>
          <a:solidFill>
            <a:srgbClr val="9DC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BF323C65-F5AF-750A-EF4E-7A76108C28DE}"/>
              </a:ext>
            </a:extLst>
          </p:cNvPr>
          <p:cNvSpPr txBox="1"/>
          <p:nvPr/>
        </p:nvSpPr>
        <p:spPr>
          <a:xfrm>
            <a:off x="6309360" y="1188720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Causes of side channels</a:t>
            </a:r>
            <a:endParaRPr lang="en-US" sz="1400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17A547D4-2302-5D95-8ED5-94136C92BD41}"/>
              </a:ext>
            </a:extLst>
          </p:cNvPr>
          <p:cNvSpPr/>
          <p:nvPr/>
        </p:nvSpPr>
        <p:spPr>
          <a:xfrm>
            <a:off x="6199632" y="1572768"/>
            <a:ext cx="5532120" cy="20391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7D8141E1-5DEE-615C-2BB4-BC24F311C8FB}"/>
              </a:ext>
            </a:extLst>
          </p:cNvPr>
          <p:cNvSpPr txBox="1"/>
          <p:nvPr/>
        </p:nvSpPr>
        <p:spPr>
          <a:xfrm>
            <a:off x="6345936" y="1664208"/>
            <a:ext cx="523951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 resource shared between two security domains.</a:t>
            </a:r>
            <a:endParaRPr lang="en-US" sz="128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State in that resource that depends on what the victim did.</a:t>
            </a:r>
            <a:endParaRPr lang="en-US" sz="128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A way for the attacker to observe that state, usually by timing its own accesses.</a:t>
            </a:r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7093CB37-CAA5-240D-3FFE-D274914BE7AC}"/>
              </a:ext>
            </a:extLst>
          </p:cNvPr>
          <p:cNvSpPr/>
          <p:nvPr/>
        </p:nvSpPr>
        <p:spPr>
          <a:xfrm>
            <a:off x="502920" y="3245560"/>
            <a:ext cx="11228832" cy="384048"/>
          </a:xfrm>
          <a:prstGeom prst="rect">
            <a:avLst/>
          </a:prstGeom>
          <a:solidFill>
            <a:srgbClr val="9CC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B4BA8BC2-8D28-855D-A361-D6D5474D9CB5}"/>
              </a:ext>
            </a:extLst>
          </p:cNvPr>
          <p:cNvSpPr txBox="1"/>
          <p:nvPr/>
        </p:nvSpPr>
        <p:spPr>
          <a:xfrm>
            <a:off x="612648" y="3245560"/>
            <a:ext cx="11009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information side channel my leak?</a:t>
            </a:r>
            <a:endParaRPr lang="en-US" sz="1400" dirty="0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78DE855C-67A4-B7BC-E2CD-69F7603770C5}"/>
              </a:ext>
            </a:extLst>
          </p:cNvPr>
          <p:cNvSpPr/>
          <p:nvPr/>
        </p:nvSpPr>
        <p:spPr>
          <a:xfrm>
            <a:off x="502920" y="4270248"/>
            <a:ext cx="11228832" cy="194767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74FBDCD2-9931-3E16-5B91-C8A9E87B4009}"/>
              </a:ext>
            </a:extLst>
          </p:cNvPr>
          <p:cNvSpPr txBox="1"/>
          <p:nvPr/>
        </p:nvSpPr>
        <p:spPr>
          <a:xfrm>
            <a:off x="685800" y="3739709"/>
            <a:ext cx="1093622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Caches retain which lines a program touched.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hit/miss latency gap makes that retention measurable.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Branch predictors retain which way a branch executed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And more.</a:t>
            </a:r>
            <a:endParaRPr lang="en-US" sz="1280" dirty="0"/>
          </a:p>
        </p:txBody>
      </p:sp>
    </p:spTree>
    <p:extLst>
      <p:ext uri="{BB962C8B-B14F-4D97-AF65-F5344CB8AC3E}">
        <p14:creationId xmlns:p14="http://schemas.microsoft.com/office/powerpoint/2010/main" val="362504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C885-1D53-3BDD-76A4-42E72D332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41288-356F-1D3D-AA97-680160891FE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96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03CC5D2-00D4-202E-756B-6AA7D9BA4412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Attacks, and From Where?</a:t>
            </a:r>
            <a:endParaRPr lang="en-US" sz="30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44113AC6-E55B-872E-370B-6BFE14F0EB3D}"/>
              </a:ext>
            </a:extLst>
          </p:cNvPr>
          <p:cNvSpPr txBox="1"/>
          <p:nvPr/>
        </p:nvSpPr>
        <p:spPr>
          <a:xfrm>
            <a:off x="612648" y="1207008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Attacker positions</a:t>
            </a:r>
            <a:endParaRPr lang="en-US" sz="14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AB25B500-291E-38E3-F8AC-18CC641998AF}"/>
              </a:ext>
            </a:extLst>
          </p:cNvPr>
          <p:cNvSpPr/>
          <p:nvPr/>
        </p:nvSpPr>
        <p:spPr>
          <a:xfrm>
            <a:off x="502920" y="1618488"/>
            <a:ext cx="3520440" cy="338328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34F51B6F-18BA-9E2A-75A2-D7CC5F185914}"/>
              </a:ext>
            </a:extLst>
          </p:cNvPr>
          <p:cNvSpPr txBox="1"/>
          <p:nvPr/>
        </p:nvSpPr>
        <p:spPr>
          <a:xfrm>
            <a:off x="649224" y="1709928"/>
            <a:ext cx="322783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Co-resident process on the same machine.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on the same physical core, sharing L1, L2 cache.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different virtual machine on the same cloud host.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remote client timing network responses.</a:t>
            </a:r>
            <a:endParaRPr lang="en-US" sz="115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A193BBDC-D03E-3C08-012C-76B7A955A152}"/>
              </a:ext>
            </a:extLst>
          </p:cNvPr>
          <p:cNvSpPr txBox="1"/>
          <p:nvPr/>
        </p:nvSpPr>
        <p:spPr>
          <a:xfrm>
            <a:off x="4407408" y="1207008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attacker needs</a:t>
            </a:r>
            <a:endParaRPr lang="en-US" sz="1400" dirty="0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DCDF56B6-A20C-9793-BF93-2CE30A60C0C6}"/>
              </a:ext>
            </a:extLst>
          </p:cNvPr>
          <p:cNvSpPr/>
          <p:nvPr/>
        </p:nvSpPr>
        <p:spPr>
          <a:xfrm>
            <a:off x="4297680" y="1618488"/>
            <a:ext cx="3520440" cy="338328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085066C9-B36D-4F8C-7FEA-02818D35A599}"/>
              </a:ext>
            </a:extLst>
          </p:cNvPr>
          <p:cNvSpPr txBox="1"/>
          <p:nvPr/>
        </p:nvSpPr>
        <p:spPr>
          <a:xfrm>
            <a:off x="4443984" y="1709928"/>
            <a:ext cx="322783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shared microarchitectural resource with the victim.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victim that does work whose address pattern or duration depends on a secret.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ability to run the victim repeatedly, to average away noise.</a:t>
            </a:r>
            <a:endParaRPr lang="en-US" sz="1150" dirty="0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605B6CB3-C98E-76F4-D85C-95B558529E58}"/>
              </a:ext>
            </a:extLst>
          </p:cNvPr>
          <p:cNvSpPr txBox="1"/>
          <p:nvPr/>
        </p:nvSpPr>
        <p:spPr>
          <a:xfrm>
            <a:off x="8202168" y="1207008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attacker does NOT need</a:t>
            </a:r>
            <a:endParaRPr lang="en-US" sz="1400" dirty="0"/>
          </a:p>
        </p:txBody>
      </p:sp>
      <p:sp>
        <p:nvSpPr>
          <p:cNvPr id="56" name="Shape 11">
            <a:extLst>
              <a:ext uri="{FF2B5EF4-FFF2-40B4-BE49-F238E27FC236}">
                <a16:creationId xmlns:a16="http://schemas.microsoft.com/office/drawing/2014/main" id="{B54CCD87-C04D-DFC0-715F-C147D004C638}"/>
              </a:ext>
            </a:extLst>
          </p:cNvPr>
          <p:cNvSpPr/>
          <p:nvPr/>
        </p:nvSpPr>
        <p:spPr>
          <a:xfrm>
            <a:off x="8092440" y="1618488"/>
            <a:ext cx="3520440" cy="338328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12">
            <a:extLst>
              <a:ext uri="{FF2B5EF4-FFF2-40B4-BE49-F238E27FC236}">
                <a16:creationId xmlns:a16="http://schemas.microsoft.com/office/drawing/2014/main" id="{D82F693D-060C-2CD4-26CD-B5F4285DFAAC}"/>
              </a:ext>
            </a:extLst>
          </p:cNvPr>
          <p:cNvSpPr txBox="1"/>
          <p:nvPr/>
        </p:nvSpPr>
        <p:spPr>
          <a:xfrm>
            <a:off x="8238744" y="1709928"/>
            <a:ext cx="322783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software vulnerability.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write to victim memory. Observation alone is enough for confidentiality loss.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precisely why these attacks are hard to fix, there is no bug to patch in the victim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64623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33D24-1613-F4DC-CF60-D32DEFE6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80D45-DD7F-19A2-3587-C95F13A947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97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C268BA1-4634-0918-DA86-08419C619CCD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Cache Side-channel  Leakage</a:t>
            </a:r>
            <a:endParaRPr lang="en-US" sz="30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F58642F3-9BC3-92FC-7CC3-6B27177C024F}"/>
              </a:ext>
            </a:extLst>
          </p:cNvPr>
          <p:cNvSpPr/>
          <p:nvPr/>
        </p:nvSpPr>
        <p:spPr>
          <a:xfrm>
            <a:off x="502920" y="1188720"/>
            <a:ext cx="5394960" cy="384048"/>
          </a:xfrm>
          <a:prstGeom prst="rect">
            <a:avLst/>
          </a:prstGeom>
          <a:solidFill>
            <a:srgbClr val="A5A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66E00BE-4A0F-86FD-87CB-D7742F230D8E}"/>
              </a:ext>
            </a:extLst>
          </p:cNvPr>
          <p:cNvSpPr txBox="1"/>
          <p:nvPr/>
        </p:nvSpPr>
        <p:spPr>
          <a:xfrm>
            <a:off x="612648" y="1188720"/>
            <a:ext cx="5175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 cache leaks?</a:t>
            </a:r>
            <a:endParaRPr lang="en-US" sz="14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EC59935-3897-7DB5-3F07-C8FC8FE1B637}"/>
              </a:ext>
            </a:extLst>
          </p:cNvPr>
          <p:cNvSpPr/>
          <p:nvPr/>
        </p:nvSpPr>
        <p:spPr>
          <a:xfrm>
            <a:off x="502920" y="1572768"/>
            <a:ext cx="5394960" cy="213055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A2FF83B-CBA4-3BA3-C109-9BE53F6486E3}"/>
              </a:ext>
            </a:extLst>
          </p:cNvPr>
          <p:cNvSpPr txBox="1"/>
          <p:nvPr/>
        </p:nvSpPr>
        <p:spPr>
          <a:xfrm>
            <a:off x="649224" y="1664208"/>
            <a:ext cx="510235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L1 hit and a DRAM access differ by roughly two orders of magnitude.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difference was the entire motivation for building a hierarchy. 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Did any instruction touch this address recently?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 across many lines and you recover an access pattern, not just one bit.</a:t>
            </a:r>
            <a:endParaRPr lang="en-US" sz="128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516B6507-2E2B-2A1E-B413-E5D900BD5581}"/>
              </a:ext>
            </a:extLst>
          </p:cNvPr>
          <p:cNvSpPr/>
          <p:nvPr/>
        </p:nvSpPr>
        <p:spPr>
          <a:xfrm>
            <a:off x="2474455" y="3502153"/>
            <a:ext cx="7768044" cy="440804"/>
          </a:xfrm>
          <a:prstGeom prst="rect">
            <a:avLst/>
          </a:prstGeom>
          <a:solidFill>
            <a:srgbClr val="9DC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8A3B600D-E74B-508B-0679-402458190C6B}"/>
              </a:ext>
            </a:extLst>
          </p:cNvPr>
          <p:cNvSpPr txBox="1"/>
          <p:nvPr/>
        </p:nvSpPr>
        <p:spPr>
          <a:xfrm>
            <a:off x="2584183" y="3502153"/>
            <a:ext cx="7452056" cy="440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the cache access pattern is the secret</a:t>
            </a:r>
            <a:endParaRPr lang="en-US" sz="1400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77B561B1-4E51-C61D-DB31-93B893B59FAC}"/>
              </a:ext>
            </a:extLst>
          </p:cNvPr>
          <p:cNvSpPr/>
          <p:nvPr/>
        </p:nvSpPr>
        <p:spPr>
          <a:xfrm>
            <a:off x="2474455" y="3886201"/>
            <a:ext cx="7768044" cy="213055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D583BDDA-9705-FB5F-AFFE-3827B9367321}"/>
              </a:ext>
            </a:extLst>
          </p:cNvPr>
          <p:cNvSpPr txBox="1"/>
          <p:nvPr/>
        </p:nvSpPr>
        <p:spPr>
          <a:xfrm>
            <a:off x="2620759" y="3977640"/>
            <a:ext cx="7621740" cy="1920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Square-and-multiply modular exponentiation touches different code and data depending on each exponent bit.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lookup table indexed by secret data has this property, in any language.</a:t>
            </a:r>
            <a:endParaRPr lang="en-US" sz="1280" dirty="0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EBF1EEFB-6BC7-AF36-6083-C55649756D92}"/>
              </a:ext>
            </a:extLst>
          </p:cNvPr>
          <p:cNvSpPr/>
          <p:nvPr/>
        </p:nvSpPr>
        <p:spPr>
          <a:xfrm>
            <a:off x="6126480" y="1220296"/>
            <a:ext cx="5605272" cy="365760"/>
          </a:xfrm>
          <a:prstGeom prst="rect">
            <a:avLst/>
          </a:prstGeom>
          <a:solidFill>
            <a:srgbClr val="9CC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BC1B2798-5B7A-3A05-B871-B86465EB2EEF}"/>
              </a:ext>
            </a:extLst>
          </p:cNvPr>
          <p:cNvSpPr txBox="1"/>
          <p:nvPr/>
        </p:nvSpPr>
        <p:spPr>
          <a:xfrm>
            <a:off x="6236208" y="1220296"/>
            <a:ext cx="5385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the clock for finding access pattern</a:t>
            </a:r>
            <a:endParaRPr lang="en-US" sz="1400" dirty="0"/>
          </a:p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EA01F10B-060A-C3C8-965F-54C0EFD6D94C}"/>
              </a:ext>
            </a:extLst>
          </p:cNvPr>
          <p:cNvSpPr/>
          <p:nvPr/>
        </p:nvSpPr>
        <p:spPr>
          <a:xfrm>
            <a:off x="6126480" y="1586056"/>
            <a:ext cx="5605272" cy="14173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0C66B7C2-0D0C-F301-214B-07EA6E34F360}"/>
              </a:ext>
            </a:extLst>
          </p:cNvPr>
          <p:cNvSpPr txBox="1"/>
          <p:nvPr/>
        </p:nvSpPr>
        <p:spPr>
          <a:xfrm>
            <a:off x="6272784" y="1677496"/>
            <a:ext cx="53126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 stamp counter (</a:t>
            </a:r>
            <a:r>
              <a:rPr lang="en-US" sz="123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rdtsc</a:t>
            </a: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r>
              <a:rPr lang="en-US" sz="123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rdtscp</a:t>
            </a: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on  x86 give cycle-resolution timing from unprivileged code.</a:t>
            </a:r>
            <a:endParaRPr lang="en-US" sz="12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Browsers coarsened their timers, but attackers rebuilt a fine clock from a counting thread.</a:t>
            </a:r>
            <a:endParaRPr lang="en-US" sz="1230" dirty="0"/>
          </a:p>
        </p:txBody>
      </p:sp>
    </p:spTree>
    <p:extLst>
      <p:ext uri="{BB962C8B-B14F-4D97-AF65-F5344CB8AC3E}">
        <p14:creationId xmlns:p14="http://schemas.microsoft.com/office/powerpoint/2010/main" val="1255663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F7BDF-0AB2-FF80-526E-421FD708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D23EA-740F-598A-B30E-B9C0BFB59C0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98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B605052-7994-350D-E66C-053E8A85A011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Cache Attack 1: Flush + Reload</a:t>
            </a:r>
            <a:endParaRPr lang="en-US" sz="30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B5CFD6C6-1268-6396-EBBA-8959CE515657}"/>
              </a:ext>
            </a:extLst>
          </p:cNvPr>
          <p:cNvSpPr/>
          <p:nvPr/>
        </p:nvSpPr>
        <p:spPr>
          <a:xfrm>
            <a:off x="594360" y="1207008"/>
            <a:ext cx="2606040" cy="1024128"/>
          </a:xfrm>
          <a:prstGeom prst="roundRect">
            <a:avLst>
              <a:gd name="adj" fmla="val 13333"/>
            </a:avLst>
          </a:prstGeom>
          <a:solidFill>
            <a:srgbClr val="C5E1FB"/>
          </a:solidFill>
          <a:ln w="11430">
            <a:solidFill>
              <a:srgbClr val="404040"/>
            </a:solidFill>
            <a:prstDash val="solid"/>
          </a:ln>
        </p:spPr>
        <p:txBody>
          <a:bodyPr/>
          <a:lstStyle/>
          <a:p>
            <a:pPr marL="342900" marR="0" lvl="0" indent="-34290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Flush</a:t>
            </a: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Attacker evicts the target</a:t>
            </a:r>
            <a:endParaRPr kumimoji="0" lang="en-US" sz="11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line from the whole</a:t>
            </a:r>
            <a:endParaRPr kumimoji="0" lang="en-US" sz="11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hierarchy with clflush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05CE171-3EBE-965A-B36F-C2F1172B7CE3}"/>
              </a:ext>
            </a:extLst>
          </p:cNvPr>
          <p:cNvSpPr/>
          <p:nvPr/>
        </p:nvSpPr>
        <p:spPr>
          <a:xfrm>
            <a:off x="3227832" y="1399032"/>
            <a:ext cx="146304" cy="164592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80480340-B930-EED2-F775-14E2A38FA257}"/>
              </a:ext>
            </a:extLst>
          </p:cNvPr>
          <p:cNvSpPr/>
          <p:nvPr/>
        </p:nvSpPr>
        <p:spPr>
          <a:xfrm>
            <a:off x="3401568" y="1207007"/>
            <a:ext cx="2606040" cy="1024127"/>
          </a:xfrm>
          <a:prstGeom prst="roundRect">
            <a:avLst>
              <a:gd name="adj" fmla="val 13333"/>
            </a:avLst>
          </a:prstGeom>
          <a:solidFill>
            <a:srgbClr val="DCEFE3"/>
          </a:solidFill>
          <a:ln w="11430">
            <a:solidFill>
              <a:srgbClr val="404040"/>
            </a:solidFill>
            <a:prstDash val="solid"/>
          </a:ln>
        </p:spPr>
        <p:txBody>
          <a:bodyPr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2. Wait</a:t>
            </a: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Victim runs and may or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may not access that line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during the window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6BDF2C87-7C9A-7DBA-23A6-D22A31914C68}"/>
              </a:ext>
            </a:extLst>
          </p:cNvPr>
          <p:cNvSpPr/>
          <p:nvPr/>
        </p:nvSpPr>
        <p:spPr>
          <a:xfrm>
            <a:off x="6035040" y="1399032"/>
            <a:ext cx="146304" cy="164592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938A568E-569F-7736-662C-30288F3EAE3D}"/>
              </a:ext>
            </a:extLst>
          </p:cNvPr>
          <p:cNvSpPr/>
          <p:nvPr/>
        </p:nvSpPr>
        <p:spPr>
          <a:xfrm>
            <a:off x="6208776" y="1207008"/>
            <a:ext cx="2606040" cy="1024126"/>
          </a:xfrm>
          <a:prstGeom prst="roundRect">
            <a:avLst>
              <a:gd name="adj" fmla="val 13333"/>
            </a:avLst>
          </a:prstGeom>
          <a:solidFill>
            <a:srgbClr val="FCE4D6"/>
          </a:solidFill>
          <a:ln w="11430">
            <a:solidFill>
              <a:srgbClr val="404040"/>
            </a:solidFill>
            <a:prstDash val="solid"/>
          </a:ln>
        </p:spPr>
        <p:txBody>
          <a:bodyPr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3. Reload</a:t>
            </a: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Attacker reads the line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and times the access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with </a:t>
            </a:r>
            <a:r>
              <a:rPr kumimoji="0" lang="en-US" sz="11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rdtscp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3046E507-FA4D-A947-CE04-DF2B15996615}"/>
              </a:ext>
            </a:extLst>
          </p:cNvPr>
          <p:cNvSpPr/>
          <p:nvPr/>
        </p:nvSpPr>
        <p:spPr>
          <a:xfrm>
            <a:off x="8842248" y="1399032"/>
            <a:ext cx="146304" cy="164592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B53667BC-B04F-01BE-6F8F-B281BE291D4A}"/>
              </a:ext>
            </a:extLst>
          </p:cNvPr>
          <p:cNvSpPr/>
          <p:nvPr/>
        </p:nvSpPr>
        <p:spPr>
          <a:xfrm>
            <a:off x="9015984" y="1207007"/>
            <a:ext cx="2606040" cy="1024125"/>
          </a:xfrm>
          <a:prstGeom prst="roundRect">
            <a:avLst>
              <a:gd name="adj" fmla="val 13333"/>
            </a:avLst>
          </a:prstGeom>
          <a:solidFill>
            <a:srgbClr val="E6DAEE"/>
          </a:solidFill>
          <a:ln w="11430">
            <a:solidFill>
              <a:srgbClr val="404040"/>
            </a:solidFill>
            <a:prstDash val="solid"/>
          </a:ln>
        </p:spPr>
        <p:txBody>
          <a:bodyPr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4. Threshold</a:t>
            </a: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Fast means the victim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touched it, slow means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it did not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EF278766-8F4F-906B-2D9B-438F7CCDAD2C}"/>
              </a:ext>
            </a:extLst>
          </p:cNvPr>
          <p:cNvSpPr/>
          <p:nvPr/>
        </p:nvSpPr>
        <p:spPr>
          <a:xfrm>
            <a:off x="3721981" y="2384995"/>
            <a:ext cx="5532120" cy="150587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0D53CFCE-AE91-1A19-9D95-9AA8F5EF93B9}"/>
              </a:ext>
            </a:extLst>
          </p:cNvPr>
          <p:cNvSpPr txBox="1"/>
          <p:nvPr/>
        </p:nvSpPr>
        <p:spPr>
          <a:xfrm>
            <a:off x="3849997" y="2476435"/>
            <a:ext cx="5276088" cy="1311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400" b="1" dirty="0">
                <a:solidFill>
                  <a:srgbClr val="1F1F1F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Example code snippet:</a:t>
            </a:r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 err="1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clflush</a:t>
            </a: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(addr);            // step 1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victim_runs();            // step 2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 = </a:t>
            </a:r>
            <a:r>
              <a:rPr lang="en-US" sz="1100" b="1" dirty="0" err="1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rdtscp</a:t>
            </a: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 err="1">
                <a:solidFill>
                  <a:srgbClr val="1F1F1F"/>
                </a:solidFill>
                <a:latin typeface="Courier New" pitchFamily="34" charset="0"/>
                <a:cs typeface="Courier New" pitchFamily="34" charset="-120"/>
              </a:rPr>
              <a:t>lfence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= *addr;            // step 3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= rdtscp() - t0;       // step 4</a:t>
            </a:r>
            <a:endParaRPr lang="en-US" sz="1100" dirty="0"/>
          </a:p>
        </p:txBody>
      </p:sp>
      <p:sp>
        <p:nvSpPr>
          <p:cNvPr id="55" name="Shape 20">
            <a:extLst>
              <a:ext uri="{FF2B5EF4-FFF2-40B4-BE49-F238E27FC236}">
                <a16:creationId xmlns:a16="http://schemas.microsoft.com/office/drawing/2014/main" id="{DDF4753B-ECA6-1042-D9AC-2B3EA1C05B89}"/>
              </a:ext>
            </a:extLst>
          </p:cNvPr>
          <p:cNvSpPr/>
          <p:nvPr/>
        </p:nvSpPr>
        <p:spPr>
          <a:xfrm>
            <a:off x="6199632" y="2938207"/>
            <a:ext cx="5532120" cy="105156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22">
            <a:extLst>
              <a:ext uri="{FF2B5EF4-FFF2-40B4-BE49-F238E27FC236}">
                <a16:creationId xmlns:a16="http://schemas.microsoft.com/office/drawing/2014/main" id="{C68BBB85-381F-64F9-7C2B-F67D3050FD9C}"/>
              </a:ext>
            </a:extLst>
          </p:cNvPr>
          <p:cNvSpPr/>
          <p:nvPr/>
        </p:nvSpPr>
        <p:spPr>
          <a:xfrm>
            <a:off x="502920" y="4081207"/>
            <a:ext cx="11228832" cy="384048"/>
          </a:xfrm>
          <a:prstGeom prst="rect">
            <a:avLst/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E11B5EEC-252B-3CAF-A9EA-7B1D4C2613FB}"/>
              </a:ext>
            </a:extLst>
          </p:cNvPr>
          <p:cNvSpPr txBox="1"/>
          <p:nvPr/>
        </p:nvSpPr>
        <p:spPr>
          <a:xfrm>
            <a:off x="612648" y="4081207"/>
            <a:ext cx="11009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systems accidentally grant it</a:t>
            </a:r>
            <a:endParaRPr lang="en-US" sz="1400" dirty="0"/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2002FD9D-1CCB-F160-0B7F-E1E7EB6B534A}"/>
              </a:ext>
            </a:extLst>
          </p:cNvPr>
          <p:cNvSpPr/>
          <p:nvPr/>
        </p:nvSpPr>
        <p:spPr>
          <a:xfrm>
            <a:off x="502920" y="4465255"/>
            <a:ext cx="11228832" cy="144475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9017EA15-DC38-30AC-7728-FB2A69B05D78}"/>
              </a:ext>
            </a:extLst>
          </p:cNvPr>
          <p:cNvSpPr txBox="1"/>
          <p:nvPr/>
        </p:nvSpPr>
        <p:spPr>
          <a:xfrm>
            <a:off x="882489" y="4556695"/>
            <a:ext cx="109362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attacker must share the physical page with the victim, because clflush needs an address that maps to the victim's line.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Page deduplication and shared libraries give the attacker a shared page; disabling deduplication across tenants removes most of it.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Flush+Flush</a:t>
            </a: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 stealthier variant.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times clflush itself, which is faster on an </a:t>
            </a:r>
            <a:r>
              <a:rPr lang="en-US" sz="118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uncached</a:t>
            </a: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line.</a:t>
            </a:r>
            <a:endParaRPr lang="en-US" sz="1180" dirty="0"/>
          </a:p>
        </p:txBody>
      </p:sp>
    </p:spTree>
    <p:extLst>
      <p:ext uri="{BB962C8B-B14F-4D97-AF65-F5344CB8AC3E}">
        <p14:creationId xmlns:p14="http://schemas.microsoft.com/office/powerpoint/2010/main" val="271614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651A5-9B39-4210-05B7-C8C57004E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508D8-DEEF-5315-DF54-74CF4A2393B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99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1C93B82-6C64-E35D-77BB-E0C0D712A7E2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Cache Attack 2: Flush + Flush</a:t>
            </a:r>
            <a:endParaRPr lang="en-US" sz="30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18B4F875-D66B-452E-0503-30C7FCBA5327}"/>
              </a:ext>
            </a:extLst>
          </p:cNvPr>
          <p:cNvSpPr txBox="1"/>
          <p:nvPr/>
        </p:nvSpPr>
        <p:spPr>
          <a:xfrm>
            <a:off x="502920" y="10789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setup as Flush+Reload, but the attacker never touches memory in the measurement step.</a:t>
            </a:r>
            <a:endParaRPr lang="en-US" sz="14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A3DE84E2-1454-FABD-DF71-A5B55D333AF1}"/>
              </a:ext>
            </a:extLst>
          </p:cNvPr>
          <p:cNvSpPr/>
          <p:nvPr/>
        </p:nvSpPr>
        <p:spPr>
          <a:xfrm>
            <a:off x="594360" y="1417320"/>
            <a:ext cx="2606040" cy="960120"/>
          </a:xfrm>
          <a:prstGeom prst="roundRect">
            <a:avLst>
              <a:gd name="adj" fmla="val 13793"/>
            </a:avLst>
          </a:prstGeom>
          <a:solidFill>
            <a:srgbClr val="C5E1FB"/>
          </a:solidFill>
          <a:ln w="11430">
            <a:solidFill>
              <a:srgbClr val="404040"/>
            </a:solidFill>
            <a:prstDash val="solid"/>
          </a:ln>
        </p:spPr>
        <p:txBody>
          <a:bodyPr/>
          <a:lstStyle/>
          <a:p>
            <a:pPr marL="342900" marR="0" lvl="0" indent="-34290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Flush</a:t>
            </a: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clflush</a:t>
            </a: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 the target line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out of the hierarchy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R="0" lvl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B16D18A1-87A3-6764-828A-E1B4ECBBA830}"/>
              </a:ext>
            </a:extLst>
          </p:cNvPr>
          <p:cNvSpPr/>
          <p:nvPr/>
        </p:nvSpPr>
        <p:spPr>
          <a:xfrm>
            <a:off x="3227832" y="1600200"/>
            <a:ext cx="146304" cy="164592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2537EE26-174F-6D28-F6B7-B1C3108D2A05}"/>
              </a:ext>
            </a:extLst>
          </p:cNvPr>
          <p:cNvSpPr/>
          <p:nvPr/>
        </p:nvSpPr>
        <p:spPr>
          <a:xfrm>
            <a:off x="3401568" y="1417320"/>
            <a:ext cx="2606040" cy="960120"/>
          </a:xfrm>
          <a:prstGeom prst="roundRect">
            <a:avLst>
              <a:gd name="adj" fmla="val 13793"/>
            </a:avLst>
          </a:prstGeom>
          <a:solidFill>
            <a:srgbClr val="DCEFE3"/>
          </a:solidFill>
          <a:ln w="11430">
            <a:solidFill>
              <a:srgbClr val="404040"/>
            </a:solidFill>
            <a:prstDash val="solid"/>
          </a:ln>
        </p:spPr>
        <p:txBody>
          <a:bodyPr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2. Wait</a:t>
            </a: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Victim runs and may or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may not access the line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C088EED0-72FE-DA71-AC24-3AAF1DDA2308}"/>
              </a:ext>
            </a:extLst>
          </p:cNvPr>
          <p:cNvSpPr/>
          <p:nvPr/>
        </p:nvSpPr>
        <p:spPr>
          <a:xfrm>
            <a:off x="6035040" y="1600200"/>
            <a:ext cx="146304" cy="164592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77965F45-5723-FC37-CCD8-B63FA4AC7D81}"/>
              </a:ext>
            </a:extLst>
          </p:cNvPr>
          <p:cNvSpPr/>
          <p:nvPr/>
        </p:nvSpPr>
        <p:spPr>
          <a:xfrm>
            <a:off x="6208776" y="1417320"/>
            <a:ext cx="2606040" cy="960120"/>
          </a:xfrm>
          <a:prstGeom prst="roundRect">
            <a:avLst>
              <a:gd name="adj" fmla="val 13793"/>
            </a:avLst>
          </a:prstGeom>
          <a:solidFill>
            <a:srgbClr val="FCE4D6"/>
          </a:solidFill>
          <a:ln w="11430">
            <a:solidFill>
              <a:srgbClr val="404040"/>
            </a:solidFill>
            <a:prstDash val="solid"/>
          </a:ln>
        </p:spPr>
        <p:txBody>
          <a:bodyPr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3. Flush again</a:t>
            </a: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clflush</a:t>
            </a: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 the same line and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time the instruction itself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19A0B638-5460-6B63-CA95-DD99105FD156}"/>
              </a:ext>
            </a:extLst>
          </p:cNvPr>
          <p:cNvSpPr/>
          <p:nvPr/>
        </p:nvSpPr>
        <p:spPr>
          <a:xfrm>
            <a:off x="8842248" y="1600200"/>
            <a:ext cx="146304" cy="164592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D0435770-A658-EAD9-4137-DB45D64B5FEC}"/>
              </a:ext>
            </a:extLst>
          </p:cNvPr>
          <p:cNvSpPr/>
          <p:nvPr/>
        </p:nvSpPr>
        <p:spPr>
          <a:xfrm>
            <a:off x="9015984" y="1417320"/>
            <a:ext cx="2606040" cy="960120"/>
          </a:xfrm>
          <a:prstGeom prst="roundRect">
            <a:avLst>
              <a:gd name="adj" fmla="val 13793"/>
            </a:avLst>
          </a:prstGeom>
          <a:solidFill>
            <a:srgbClr val="E6DAEE"/>
          </a:solidFill>
          <a:ln w="11430">
            <a:solidFill>
              <a:srgbClr val="404040"/>
            </a:solidFill>
            <a:prstDash val="solid"/>
          </a:ln>
        </p:spPr>
        <p:txBody>
          <a:bodyPr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4. Decide</a:t>
            </a: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A slow </a:t>
            </a:r>
            <a:r>
              <a:rPr kumimoji="0" lang="en-US" sz="11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clflush</a:t>
            </a: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 means the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line was present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F446A0FF-A831-492E-8848-45AA3726FD96}"/>
              </a:ext>
            </a:extLst>
          </p:cNvPr>
          <p:cNvSpPr/>
          <p:nvPr/>
        </p:nvSpPr>
        <p:spPr>
          <a:xfrm>
            <a:off x="3099816" y="2670048"/>
            <a:ext cx="5532120" cy="12344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E8B339B8-45BD-ACE1-E4F9-75AC5D334A4A}"/>
              </a:ext>
            </a:extLst>
          </p:cNvPr>
          <p:cNvSpPr txBox="1"/>
          <p:nvPr/>
        </p:nvSpPr>
        <p:spPr>
          <a:xfrm>
            <a:off x="3227832" y="2761488"/>
            <a:ext cx="5276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clflush(addr);            // step 1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victim_runs();            // step 2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 = rdtscp();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clflush(addr);            // step 3, no load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 = rdtscp() - t0;       // step 4</a:t>
            </a:r>
            <a:endParaRPr lang="en-US" sz="1100" dirty="0"/>
          </a:p>
        </p:txBody>
      </p:sp>
      <p:sp>
        <p:nvSpPr>
          <p:cNvPr id="71" name="Shape 22">
            <a:extLst>
              <a:ext uri="{FF2B5EF4-FFF2-40B4-BE49-F238E27FC236}">
                <a16:creationId xmlns:a16="http://schemas.microsoft.com/office/drawing/2014/main" id="{29A14175-9FCF-58DE-E1ED-65D8984FEA39}"/>
              </a:ext>
            </a:extLst>
          </p:cNvPr>
          <p:cNvSpPr/>
          <p:nvPr/>
        </p:nvSpPr>
        <p:spPr>
          <a:xfrm>
            <a:off x="259081" y="4617813"/>
            <a:ext cx="5532120" cy="8961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24">
            <a:extLst>
              <a:ext uri="{FF2B5EF4-FFF2-40B4-BE49-F238E27FC236}">
                <a16:creationId xmlns:a16="http://schemas.microsoft.com/office/drawing/2014/main" id="{A668A303-E15C-4EBD-A4A9-4AD10958EA69}"/>
              </a:ext>
            </a:extLst>
          </p:cNvPr>
          <p:cNvSpPr/>
          <p:nvPr/>
        </p:nvSpPr>
        <p:spPr>
          <a:xfrm>
            <a:off x="460249" y="4219489"/>
            <a:ext cx="5532120" cy="365760"/>
          </a:xfrm>
          <a:prstGeom prst="rect">
            <a:avLst/>
          </a:prstGeom>
          <a:solidFill>
            <a:srgbClr val="9CC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25">
            <a:extLst>
              <a:ext uri="{FF2B5EF4-FFF2-40B4-BE49-F238E27FC236}">
                <a16:creationId xmlns:a16="http://schemas.microsoft.com/office/drawing/2014/main" id="{156F8814-8A28-B6A8-2E4F-0ED350B2B7C5}"/>
              </a:ext>
            </a:extLst>
          </p:cNvPr>
          <p:cNvSpPr txBox="1"/>
          <p:nvPr/>
        </p:nvSpPr>
        <p:spPr>
          <a:xfrm>
            <a:off x="569977" y="4219489"/>
            <a:ext cx="5312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give up the reload?</a:t>
            </a:r>
            <a:endParaRPr lang="en-US" sz="1400" dirty="0"/>
          </a:p>
        </p:txBody>
      </p:sp>
      <p:sp>
        <p:nvSpPr>
          <p:cNvPr id="82" name="Shape 26">
            <a:extLst>
              <a:ext uri="{FF2B5EF4-FFF2-40B4-BE49-F238E27FC236}">
                <a16:creationId xmlns:a16="http://schemas.microsoft.com/office/drawing/2014/main" id="{4C17A543-E283-9046-1D0F-C1470E08B9A4}"/>
              </a:ext>
            </a:extLst>
          </p:cNvPr>
          <p:cNvSpPr/>
          <p:nvPr/>
        </p:nvSpPr>
        <p:spPr>
          <a:xfrm>
            <a:off x="460249" y="4585249"/>
            <a:ext cx="5532120" cy="13533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27">
            <a:extLst>
              <a:ext uri="{FF2B5EF4-FFF2-40B4-BE49-F238E27FC236}">
                <a16:creationId xmlns:a16="http://schemas.microsoft.com/office/drawing/2014/main" id="{BDF9F251-CC3D-791F-A765-114061223C78}"/>
              </a:ext>
            </a:extLst>
          </p:cNvPr>
          <p:cNvSpPr txBox="1"/>
          <p:nvPr/>
        </p:nvSpPr>
        <p:spPr>
          <a:xfrm>
            <a:off x="606553" y="4676689"/>
            <a:ext cx="52395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usual way to catch a cache attack is a performance counter watching for an abnormal cache behavior.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Flush+Reload generates a miss on every probe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Flush+Flush issues no memory access in the measurement step, so it slips past miss-rate monitoring and is faster too.</a:t>
            </a:r>
            <a:endParaRPr lang="en-US" sz="1130" dirty="0"/>
          </a:p>
        </p:txBody>
      </p:sp>
      <p:sp>
        <p:nvSpPr>
          <p:cNvPr id="87" name="Shape 28">
            <a:extLst>
              <a:ext uri="{FF2B5EF4-FFF2-40B4-BE49-F238E27FC236}">
                <a16:creationId xmlns:a16="http://schemas.microsoft.com/office/drawing/2014/main" id="{72DF6445-2F98-E41E-D9C5-334E70017D70}"/>
              </a:ext>
            </a:extLst>
          </p:cNvPr>
          <p:cNvSpPr/>
          <p:nvPr/>
        </p:nvSpPr>
        <p:spPr>
          <a:xfrm>
            <a:off x="6249924" y="4224528"/>
            <a:ext cx="5532120" cy="365760"/>
          </a:xfrm>
          <a:prstGeom prst="rect">
            <a:avLst/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29">
            <a:extLst>
              <a:ext uri="{FF2B5EF4-FFF2-40B4-BE49-F238E27FC236}">
                <a16:creationId xmlns:a16="http://schemas.microsoft.com/office/drawing/2014/main" id="{AD9759B5-DFA9-87FA-0133-403CA12E25E3}"/>
              </a:ext>
            </a:extLst>
          </p:cNvPr>
          <p:cNvSpPr txBox="1"/>
          <p:nvPr/>
        </p:nvSpPr>
        <p:spPr>
          <a:xfrm>
            <a:off x="6359652" y="4224528"/>
            <a:ext cx="5312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costs the attacker</a:t>
            </a:r>
            <a:endParaRPr lang="en-US" sz="1400" dirty="0"/>
          </a:p>
        </p:txBody>
      </p:sp>
      <p:sp>
        <p:nvSpPr>
          <p:cNvPr id="92" name="Shape 30">
            <a:extLst>
              <a:ext uri="{FF2B5EF4-FFF2-40B4-BE49-F238E27FC236}">
                <a16:creationId xmlns:a16="http://schemas.microsoft.com/office/drawing/2014/main" id="{AF5C980F-4249-F7D0-F5F5-480B08B4E439}"/>
              </a:ext>
            </a:extLst>
          </p:cNvPr>
          <p:cNvSpPr/>
          <p:nvPr/>
        </p:nvSpPr>
        <p:spPr>
          <a:xfrm>
            <a:off x="6249924" y="4590288"/>
            <a:ext cx="5532120" cy="126187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31">
            <a:extLst>
              <a:ext uri="{FF2B5EF4-FFF2-40B4-BE49-F238E27FC236}">
                <a16:creationId xmlns:a16="http://schemas.microsoft.com/office/drawing/2014/main" id="{E9BF0490-ADE2-80C5-31C8-7EE1FF025541}"/>
              </a:ext>
            </a:extLst>
          </p:cNvPr>
          <p:cNvSpPr txBox="1"/>
          <p:nvPr/>
        </p:nvSpPr>
        <p:spPr>
          <a:xfrm>
            <a:off x="6396228" y="4681728"/>
            <a:ext cx="52395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cycle  gap between a cached and an uncached clflush is far smaller than the hit/miss gap.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That demands careful per-machine calibration and makes it more sensitive to noise.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needs the shared read-only page, so removing page deduplication defeats it just as it defeats Flush+Reload.</a:t>
            </a:r>
            <a:endParaRPr lang="en-US" sz="1130" dirty="0"/>
          </a:p>
        </p:txBody>
      </p:sp>
    </p:spTree>
    <p:extLst>
      <p:ext uri="{BB962C8B-B14F-4D97-AF65-F5344CB8AC3E}">
        <p14:creationId xmlns:p14="http://schemas.microsoft.com/office/powerpoint/2010/main" val="82455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0863F-0B3B-A09D-BA1B-F445FFD50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96CE4-14EE-FCDE-71C4-D36672CCB80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100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CD44381-4F59-6EEF-BDE8-3708D438215F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Cache Attack 3: Prime + Probe</a:t>
            </a:r>
            <a:endParaRPr lang="en-US" sz="30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D68A805-28BA-BB5B-42EA-832942AD3F2F}"/>
              </a:ext>
            </a:extLst>
          </p:cNvPr>
          <p:cNvSpPr txBox="1"/>
          <p:nvPr/>
        </p:nvSpPr>
        <p:spPr>
          <a:xfrm>
            <a:off x="3191256" y="10378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cache set, four ways</a:t>
            </a:r>
            <a:endParaRPr lang="en-US" sz="13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154B43A-8919-9A2D-B813-94492FF9E9AF}"/>
              </a:ext>
            </a:extLst>
          </p:cNvPr>
          <p:cNvSpPr txBox="1"/>
          <p:nvPr/>
        </p:nvSpPr>
        <p:spPr>
          <a:xfrm>
            <a:off x="3191256" y="13761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Prime</a:t>
            </a:r>
            <a:endParaRPr lang="en-US" sz="13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70908D7F-ADED-85AD-C62E-C08B343EEF1D}"/>
              </a:ext>
            </a:extLst>
          </p:cNvPr>
          <p:cNvSpPr/>
          <p:nvPr/>
        </p:nvSpPr>
        <p:spPr>
          <a:xfrm>
            <a:off x="4242816" y="1376172"/>
            <a:ext cx="1024128" cy="457200"/>
          </a:xfrm>
          <a:prstGeom prst="rect">
            <a:avLst/>
          </a:prstGeom>
          <a:solidFill>
            <a:srgbClr val="C5E1FB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29CC2DF0-C696-FF21-E7B2-F18CD3940666}"/>
              </a:ext>
            </a:extLst>
          </p:cNvPr>
          <p:cNvSpPr txBox="1"/>
          <p:nvPr/>
        </p:nvSpPr>
        <p:spPr>
          <a:xfrm>
            <a:off x="4242816" y="137617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11B14373-37D9-2888-7417-80E568EC6ADD}"/>
              </a:ext>
            </a:extLst>
          </p:cNvPr>
          <p:cNvSpPr/>
          <p:nvPr/>
        </p:nvSpPr>
        <p:spPr>
          <a:xfrm>
            <a:off x="5266944" y="1376172"/>
            <a:ext cx="1024128" cy="457200"/>
          </a:xfrm>
          <a:prstGeom prst="rect">
            <a:avLst/>
          </a:prstGeom>
          <a:solidFill>
            <a:srgbClr val="C5E1FB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0D415509-B703-5AB9-8D5F-F0BF4C745FF0}"/>
              </a:ext>
            </a:extLst>
          </p:cNvPr>
          <p:cNvSpPr txBox="1"/>
          <p:nvPr/>
        </p:nvSpPr>
        <p:spPr>
          <a:xfrm>
            <a:off x="5266944" y="137617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E4896680-4A44-A536-F9DA-74C75842EDAC}"/>
              </a:ext>
            </a:extLst>
          </p:cNvPr>
          <p:cNvSpPr/>
          <p:nvPr/>
        </p:nvSpPr>
        <p:spPr>
          <a:xfrm>
            <a:off x="6291072" y="1376172"/>
            <a:ext cx="1024128" cy="457200"/>
          </a:xfrm>
          <a:prstGeom prst="rect">
            <a:avLst/>
          </a:prstGeom>
          <a:solidFill>
            <a:srgbClr val="C5E1FB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68BB59B4-4F4F-FABE-E0FE-30426FC10611}"/>
              </a:ext>
            </a:extLst>
          </p:cNvPr>
          <p:cNvSpPr txBox="1"/>
          <p:nvPr/>
        </p:nvSpPr>
        <p:spPr>
          <a:xfrm>
            <a:off x="6291072" y="137617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5BBFDD48-56BB-71B7-8787-209072916525}"/>
              </a:ext>
            </a:extLst>
          </p:cNvPr>
          <p:cNvSpPr/>
          <p:nvPr/>
        </p:nvSpPr>
        <p:spPr>
          <a:xfrm>
            <a:off x="7315200" y="1376172"/>
            <a:ext cx="1024128" cy="457200"/>
          </a:xfrm>
          <a:prstGeom prst="rect">
            <a:avLst/>
          </a:prstGeom>
          <a:solidFill>
            <a:srgbClr val="C5E1FB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8A2B8F47-73A6-CEDE-C46D-4CA3108C97FE}"/>
              </a:ext>
            </a:extLst>
          </p:cNvPr>
          <p:cNvSpPr txBox="1"/>
          <p:nvPr/>
        </p:nvSpPr>
        <p:spPr>
          <a:xfrm>
            <a:off x="7315200" y="137617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5AE5EB91-2532-1BEF-797C-876878945733}"/>
              </a:ext>
            </a:extLst>
          </p:cNvPr>
          <p:cNvSpPr txBox="1"/>
          <p:nvPr/>
        </p:nvSpPr>
        <p:spPr>
          <a:xfrm>
            <a:off x="4242816" y="18516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attacker fills every way with its own lines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4EED1994-A86F-8386-45AB-2FAE1485A7E0}"/>
              </a:ext>
            </a:extLst>
          </p:cNvPr>
          <p:cNvSpPr txBox="1"/>
          <p:nvPr/>
        </p:nvSpPr>
        <p:spPr>
          <a:xfrm>
            <a:off x="3191256" y="222656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Victim</a:t>
            </a:r>
            <a:endParaRPr lang="en-US" sz="130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A8658442-7BC5-C573-0005-D18ADB2A2411}"/>
              </a:ext>
            </a:extLst>
          </p:cNvPr>
          <p:cNvSpPr/>
          <p:nvPr/>
        </p:nvSpPr>
        <p:spPr>
          <a:xfrm>
            <a:off x="4242816" y="2226564"/>
            <a:ext cx="1024128" cy="457200"/>
          </a:xfrm>
          <a:prstGeom prst="rect">
            <a:avLst/>
          </a:prstGeom>
          <a:solidFill>
            <a:srgbClr val="C5E1FB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68274467-F96D-BD3A-6BCE-AE2A87B2EB17}"/>
              </a:ext>
            </a:extLst>
          </p:cNvPr>
          <p:cNvSpPr txBox="1"/>
          <p:nvPr/>
        </p:nvSpPr>
        <p:spPr>
          <a:xfrm>
            <a:off x="4242816" y="222656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00" dirty="0"/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EA3AF8E2-AB44-BD67-0FBA-6AB801F8D0E8}"/>
              </a:ext>
            </a:extLst>
          </p:cNvPr>
          <p:cNvSpPr/>
          <p:nvPr/>
        </p:nvSpPr>
        <p:spPr>
          <a:xfrm>
            <a:off x="5266944" y="2226564"/>
            <a:ext cx="1024128" cy="457200"/>
          </a:xfrm>
          <a:prstGeom prst="rect">
            <a:avLst/>
          </a:prstGeom>
          <a:solidFill>
            <a:srgbClr val="F8CBAD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31019246-F0CE-BD18-B1CA-0CBD6460E7A7}"/>
              </a:ext>
            </a:extLst>
          </p:cNvPr>
          <p:cNvSpPr txBox="1"/>
          <p:nvPr/>
        </p:nvSpPr>
        <p:spPr>
          <a:xfrm>
            <a:off x="5266944" y="222656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100" dirty="0"/>
          </a:p>
        </p:txBody>
      </p:sp>
      <p:sp>
        <p:nvSpPr>
          <p:cNvPr id="58" name="Shape 17">
            <a:extLst>
              <a:ext uri="{FF2B5EF4-FFF2-40B4-BE49-F238E27FC236}">
                <a16:creationId xmlns:a16="http://schemas.microsoft.com/office/drawing/2014/main" id="{BF5C0B53-D450-805F-F810-9CE6EA5EAD6A}"/>
              </a:ext>
            </a:extLst>
          </p:cNvPr>
          <p:cNvSpPr/>
          <p:nvPr/>
        </p:nvSpPr>
        <p:spPr>
          <a:xfrm>
            <a:off x="6291072" y="2226564"/>
            <a:ext cx="1024128" cy="457200"/>
          </a:xfrm>
          <a:prstGeom prst="rect">
            <a:avLst/>
          </a:prstGeom>
          <a:solidFill>
            <a:srgbClr val="C5E1FB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9F355DD8-EBFF-4625-2A89-916529E04096}"/>
              </a:ext>
            </a:extLst>
          </p:cNvPr>
          <p:cNvSpPr txBox="1"/>
          <p:nvPr/>
        </p:nvSpPr>
        <p:spPr>
          <a:xfrm>
            <a:off x="6291072" y="222656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00" dirty="0"/>
          </a:p>
        </p:txBody>
      </p:sp>
      <p:sp>
        <p:nvSpPr>
          <p:cNvPr id="66" name="Shape 19">
            <a:extLst>
              <a:ext uri="{FF2B5EF4-FFF2-40B4-BE49-F238E27FC236}">
                <a16:creationId xmlns:a16="http://schemas.microsoft.com/office/drawing/2014/main" id="{A45C0A6D-220B-9A09-2A34-94A871EA26F1}"/>
              </a:ext>
            </a:extLst>
          </p:cNvPr>
          <p:cNvSpPr/>
          <p:nvPr/>
        </p:nvSpPr>
        <p:spPr>
          <a:xfrm>
            <a:off x="7315200" y="2226564"/>
            <a:ext cx="1024128" cy="457200"/>
          </a:xfrm>
          <a:prstGeom prst="rect">
            <a:avLst/>
          </a:prstGeom>
          <a:solidFill>
            <a:srgbClr val="C5E1FB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20">
            <a:extLst>
              <a:ext uri="{FF2B5EF4-FFF2-40B4-BE49-F238E27FC236}">
                <a16:creationId xmlns:a16="http://schemas.microsoft.com/office/drawing/2014/main" id="{18059312-3C25-8B9D-658C-DDC6914AE699}"/>
              </a:ext>
            </a:extLst>
          </p:cNvPr>
          <p:cNvSpPr txBox="1"/>
          <p:nvPr/>
        </p:nvSpPr>
        <p:spPr>
          <a:xfrm>
            <a:off x="7315200" y="2226564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100" dirty="0"/>
          </a:p>
        </p:txBody>
      </p:sp>
      <p:sp>
        <p:nvSpPr>
          <p:cNvPr id="70" name="Text 21">
            <a:extLst>
              <a:ext uri="{FF2B5EF4-FFF2-40B4-BE49-F238E27FC236}">
                <a16:creationId xmlns:a16="http://schemas.microsoft.com/office/drawing/2014/main" id="{96BE8356-8FF2-BFB3-1C7D-73B4C6873AF4}"/>
              </a:ext>
            </a:extLst>
          </p:cNvPr>
          <p:cNvSpPr txBox="1"/>
          <p:nvPr/>
        </p:nvSpPr>
        <p:spPr>
          <a:xfrm>
            <a:off x="4242816" y="27020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victim access maps to this set and evicts one line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2" name="Text 22">
            <a:extLst>
              <a:ext uri="{FF2B5EF4-FFF2-40B4-BE49-F238E27FC236}">
                <a16:creationId xmlns:a16="http://schemas.microsoft.com/office/drawing/2014/main" id="{9A96A105-53AB-1D0A-6E7E-085F5D3B1820}"/>
              </a:ext>
            </a:extLst>
          </p:cNvPr>
          <p:cNvSpPr txBox="1"/>
          <p:nvPr/>
        </p:nvSpPr>
        <p:spPr>
          <a:xfrm>
            <a:off x="3191256" y="30769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Probe</a:t>
            </a:r>
            <a:endParaRPr lang="en-US" sz="1300" dirty="0"/>
          </a:p>
        </p:txBody>
      </p:sp>
      <p:sp>
        <p:nvSpPr>
          <p:cNvPr id="74" name="Shape 23">
            <a:extLst>
              <a:ext uri="{FF2B5EF4-FFF2-40B4-BE49-F238E27FC236}">
                <a16:creationId xmlns:a16="http://schemas.microsoft.com/office/drawing/2014/main" id="{D89EDF67-598E-7C08-45AB-A27C3A17D128}"/>
              </a:ext>
            </a:extLst>
          </p:cNvPr>
          <p:cNvSpPr/>
          <p:nvPr/>
        </p:nvSpPr>
        <p:spPr>
          <a:xfrm>
            <a:off x="4242816" y="3076956"/>
            <a:ext cx="1024128" cy="457200"/>
          </a:xfrm>
          <a:prstGeom prst="rect">
            <a:avLst/>
          </a:prstGeom>
          <a:solidFill>
            <a:srgbClr val="DCEFE3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723274B9-1B6A-9B1F-ED20-1231C21F5E9B}"/>
              </a:ext>
            </a:extLst>
          </p:cNvPr>
          <p:cNvSpPr txBox="1"/>
          <p:nvPr/>
        </p:nvSpPr>
        <p:spPr>
          <a:xfrm>
            <a:off x="4242816" y="3076956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</a:t>
            </a:r>
            <a:endParaRPr lang="en-US" sz="1100" dirty="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D932D54D-EFCA-7BA3-F3F4-A907437D1EC3}"/>
              </a:ext>
            </a:extLst>
          </p:cNvPr>
          <p:cNvSpPr/>
          <p:nvPr/>
        </p:nvSpPr>
        <p:spPr>
          <a:xfrm>
            <a:off x="5266944" y="3076956"/>
            <a:ext cx="1024128" cy="457200"/>
          </a:xfrm>
          <a:prstGeom prst="rect">
            <a:avLst/>
          </a:prstGeom>
          <a:solidFill>
            <a:srgbClr val="F8CBAD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26">
            <a:extLst>
              <a:ext uri="{FF2B5EF4-FFF2-40B4-BE49-F238E27FC236}">
                <a16:creationId xmlns:a16="http://schemas.microsoft.com/office/drawing/2014/main" id="{9796BD96-89F9-3927-E4AE-AFC4877A9C2F}"/>
              </a:ext>
            </a:extLst>
          </p:cNvPr>
          <p:cNvSpPr txBox="1"/>
          <p:nvPr/>
        </p:nvSpPr>
        <p:spPr>
          <a:xfrm>
            <a:off x="5266944" y="3076956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SLOW</a:t>
            </a:r>
            <a:endParaRPr lang="en-US" sz="1100" dirty="0"/>
          </a:p>
        </p:txBody>
      </p:sp>
      <p:sp>
        <p:nvSpPr>
          <p:cNvPr id="82" name="Shape 27">
            <a:extLst>
              <a:ext uri="{FF2B5EF4-FFF2-40B4-BE49-F238E27FC236}">
                <a16:creationId xmlns:a16="http://schemas.microsoft.com/office/drawing/2014/main" id="{880BE99A-0812-165B-CDA3-17A258861C2F}"/>
              </a:ext>
            </a:extLst>
          </p:cNvPr>
          <p:cNvSpPr/>
          <p:nvPr/>
        </p:nvSpPr>
        <p:spPr>
          <a:xfrm>
            <a:off x="6291072" y="3076956"/>
            <a:ext cx="1024128" cy="457200"/>
          </a:xfrm>
          <a:prstGeom prst="rect">
            <a:avLst/>
          </a:prstGeom>
          <a:solidFill>
            <a:srgbClr val="DCEFE3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28">
            <a:extLst>
              <a:ext uri="{FF2B5EF4-FFF2-40B4-BE49-F238E27FC236}">
                <a16:creationId xmlns:a16="http://schemas.microsoft.com/office/drawing/2014/main" id="{1372D0E8-6DBF-A54D-D8C0-92DB7AEE2255}"/>
              </a:ext>
            </a:extLst>
          </p:cNvPr>
          <p:cNvSpPr txBox="1"/>
          <p:nvPr/>
        </p:nvSpPr>
        <p:spPr>
          <a:xfrm>
            <a:off x="6291072" y="3076956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</a:t>
            </a:r>
            <a:endParaRPr lang="en-US" sz="1100" dirty="0"/>
          </a:p>
        </p:txBody>
      </p:sp>
      <p:sp>
        <p:nvSpPr>
          <p:cNvPr id="86" name="Shape 29">
            <a:extLst>
              <a:ext uri="{FF2B5EF4-FFF2-40B4-BE49-F238E27FC236}">
                <a16:creationId xmlns:a16="http://schemas.microsoft.com/office/drawing/2014/main" id="{D0C4DD26-9757-1EC9-AE60-701D8B70E116}"/>
              </a:ext>
            </a:extLst>
          </p:cNvPr>
          <p:cNvSpPr/>
          <p:nvPr/>
        </p:nvSpPr>
        <p:spPr>
          <a:xfrm>
            <a:off x="7315200" y="3076956"/>
            <a:ext cx="1024128" cy="457200"/>
          </a:xfrm>
          <a:prstGeom prst="rect">
            <a:avLst/>
          </a:prstGeom>
          <a:solidFill>
            <a:srgbClr val="DCEFE3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30">
            <a:extLst>
              <a:ext uri="{FF2B5EF4-FFF2-40B4-BE49-F238E27FC236}">
                <a16:creationId xmlns:a16="http://schemas.microsoft.com/office/drawing/2014/main" id="{A6BDACA9-596C-4EE7-C98F-142759DE3FD7}"/>
              </a:ext>
            </a:extLst>
          </p:cNvPr>
          <p:cNvSpPr txBox="1"/>
          <p:nvPr/>
        </p:nvSpPr>
        <p:spPr>
          <a:xfrm>
            <a:off x="7315200" y="3076956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</a:t>
            </a:r>
            <a:endParaRPr lang="en-US" sz="1100" dirty="0"/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1481BE67-2BAC-FF77-4389-816E4513CF1B}"/>
              </a:ext>
            </a:extLst>
          </p:cNvPr>
          <p:cNvSpPr txBox="1"/>
          <p:nvPr/>
        </p:nvSpPr>
        <p:spPr>
          <a:xfrm>
            <a:off x="4242816" y="35524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attacker re-reads; one access is slow, so the set was touched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2" name="Shape 32">
            <a:extLst>
              <a:ext uri="{FF2B5EF4-FFF2-40B4-BE49-F238E27FC236}">
                <a16:creationId xmlns:a16="http://schemas.microsoft.com/office/drawing/2014/main" id="{3FCA2DC0-2A82-F7B4-3A10-9BDC96641DB6}"/>
              </a:ext>
            </a:extLst>
          </p:cNvPr>
          <p:cNvSpPr/>
          <p:nvPr/>
        </p:nvSpPr>
        <p:spPr>
          <a:xfrm>
            <a:off x="460248" y="4288536"/>
            <a:ext cx="5532120" cy="384048"/>
          </a:xfrm>
          <a:prstGeom prst="rect">
            <a:avLst/>
          </a:prstGeom>
          <a:solidFill>
            <a:srgbClr val="A5A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33">
            <a:extLst>
              <a:ext uri="{FF2B5EF4-FFF2-40B4-BE49-F238E27FC236}">
                <a16:creationId xmlns:a16="http://schemas.microsoft.com/office/drawing/2014/main" id="{7234091D-32AD-1D64-50D9-DC1C587EEC29}"/>
              </a:ext>
            </a:extLst>
          </p:cNvPr>
          <p:cNvSpPr txBox="1"/>
          <p:nvPr/>
        </p:nvSpPr>
        <p:spPr>
          <a:xfrm>
            <a:off x="569976" y="4288536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Importance of the attack</a:t>
            </a:r>
            <a:endParaRPr lang="en-US" sz="1400" dirty="0"/>
          </a:p>
        </p:txBody>
      </p:sp>
      <p:sp>
        <p:nvSpPr>
          <p:cNvPr id="96" name="Shape 34">
            <a:extLst>
              <a:ext uri="{FF2B5EF4-FFF2-40B4-BE49-F238E27FC236}">
                <a16:creationId xmlns:a16="http://schemas.microsoft.com/office/drawing/2014/main" id="{A08913F5-995D-6652-4B8F-5A43C4A4BACD}"/>
              </a:ext>
            </a:extLst>
          </p:cNvPr>
          <p:cNvSpPr/>
          <p:nvPr/>
        </p:nvSpPr>
        <p:spPr>
          <a:xfrm>
            <a:off x="460248" y="4672584"/>
            <a:ext cx="5532120" cy="208483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35">
            <a:extLst>
              <a:ext uri="{FF2B5EF4-FFF2-40B4-BE49-F238E27FC236}">
                <a16:creationId xmlns:a16="http://schemas.microsoft.com/office/drawing/2014/main" id="{36D500DC-8CDE-8EBA-1BDF-0E44F039C66C}"/>
              </a:ext>
            </a:extLst>
          </p:cNvPr>
          <p:cNvSpPr txBox="1"/>
          <p:nvPr/>
        </p:nvSpPr>
        <p:spPr>
          <a:xfrm>
            <a:off x="606552" y="4764024"/>
            <a:ext cx="523951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needs no shared memory at all. The attacker uses only its own allocations.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realistic cross-tenant attack in a cloud, where page sharing has been disabled.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an inclusive last-level cache it works across cores.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Evicting from the LLC forces eviction from the victim's private levels too.</a:t>
            </a:r>
            <a:endParaRPr lang="en-US" sz="1250" dirty="0"/>
          </a:p>
        </p:txBody>
      </p:sp>
      <p:sp>
        <p:nvSpPr>
          <p:cNvPr id="100" name="Shape 36">
            <a:extLst>
              <a:ext uri="{FF2B5EF4-FFF2-40B4-BE49-F238E27FC236}">
                <a16:creationId xmlns:a16="http://schemas.microsoft.com/office/drawing/2014/main" id="{1D5246A7-BAE0-ED8E-7226-329973E282F8}"/>
              </a:ext>
            </a:extLst>
          </p:cNvPr>
          <p:cNvSpPr/>
          <p:nvPr/>
        </p:nvSpPr>
        <p:spPr>
          <a:xfrm>
            <a:off x="6266688" y="4266329"/>
            <a:ext cx="5532120" cy="384048"/>
          </a:xfrm>
          <a:prstGeom prst="rect">
            <a:avLst/>
          </a:prstGeom>
          <a:solidFill>
            <a:srgbClr val="9DC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37">
            <a:extLst>
              <a:ext uri="{FF2B5EF4-FFF2-40B4-BE49-F238E27FC236}">
                <a16:creationId xmlns:a16="http://schemas.microsoft.com/office/drawing/2014/main" id="{6952A770-3197-985F-0388-0A2BC3140624}"/>
              </a:ext>
            </a:extLst>
          </p:cNvPr>
          <p:cNvSpPr txBox="1"/>
          <p:nvPr/>
        </p:nvSpPr>
        <p:spPr>
          <a:xfrm>
            <a:off x="6376416" y="4266329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Difficulties</a:t>
            </a:r>
            <a:endParaRPr lang="en-US" sz="1400" dirty="0"/>
          </a:p>
        </p:txBody>
      </p:sp>
      <p:sp>
        <p:nvSpPr>
          <p:cNvPr id="104" name="Shape 38">
            <a:extLst>
              <a:ext uri="{FF2B5EF4-FFF2-40B4-BE49-F238E27FC236}">
                <a16:creationId xmlns:a16="http://schemas.microsoft.com/office/drawing/2014/main" id="{ECD0F68D-CA4D-7BCF-6F42-2E0D06E42699}"/>
              </a:ext>
            </a:extLst>
          </p:cNvPr>
          <p:cNvSpPr/>
          <p:nvPr/>
        </p:nvSpPr>
        <p:spPr>
          <a:xfrm>
            <a:off x="6266688" y="4650377"/>
            <a:ext cx="5532120" cy="199339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39">
            <a:extLst>
              <a:ext uri="{FF2B5EF4-FFF2-40B4-BE49-F238E27FC236}">
                <a16:creationId xmlns:a16="http://schemas.microsoft.com/office/drawing/2014/main" id="{6873FD61-5939-4CC4-6995-60599906F5E3}"/>
              </a:ext>
            </a:extLst>
          </p:cNvPr>
          <p:cNvSpPr txBox="1"/>
          <p:nvPr/>
        </p:nvSpPr>
        <p:spPr>
          <a:xfrm>
            <a:off x="6412992" y="4741817"/>
            <a:ext cx="523951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attacker must first build an eviction set. 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set index depends on physical addresses the attacker cannot see.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produces noise and needs more repetitions to average out.</a:t>
            </a:r>
            <a:endParaRPr lang="en-US" sz="1250" dirty="0"/>
          </a:p>
        </p:txBody>
      </p:sp>
      <p:sp>
        <p:nvSpPr>
          <p:cNvPr id="112" name="Shape 42">
            <a:extLst>
              <a:ext uri="{FF2B5EF4-FFF2-40B4-BE49-F238E27FC236}">
                <a16:creationId xmlns:a16="http://schemas.microsoft.com/office/drawing/2014/main" id="{E75CD9FF-53B0-71D5-3F5D-887134E678A5}"/>
              </a:ext>
            </a:extLst>
          </p:cNvPr>
          <p:cNvSpPr/>
          <p:nvPr/>
        </p:nvSpPr>
        <p:spPr>
          <a:xfrm>
            <a:off x="502920" y="4572000"/>
            <a:ext cx="5532120" cy="1645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A891D-1EF4-F166-3167-C7C5E2F77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AEF22-C42F-5F5F-567B-EDD433E64C3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101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F0DB1A5-DB72-A9AB-BD99-B221DFE294FF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Cache Attack 4: Evict + Time</a:t>
            </a:r>
            <a:endParaRPr lang="en-US" sz="30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E55B5208-AB86-F41B-1BE7-D46046BCD059}"/>
              </a:ext>
            </a:extLst>
          </p:cNvPr>
          <p:cNvSpPr txBox="1"/>
          <p:nvPr/>
        </p:nvSpPr>
        <p:spPr>
          <a:xfrm>
            <a:off x="502920" y="10789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one technique that times the victim instead of the attacker.</a:t>
            </a:r>
            <a:endParaRPr lang="en-US" sz="14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461C4FB2-CABD-C593-854C-4878EB7AB685}"/>
              </a:ext>
            </a:extLst>
          </p:cNvPr>
          <p:cNvSpPr/>
          <p:nvPr/>
        </p:nvSpPr>
        <p:spPr>
          <a:xfrm>
            <a:off x="594360" y="1417320"/>
            <a:ext cx="2606040" cy="896112"/>
          </a:xfrm>
          <a:prstGeom prst="roundRect">
            <a:avLst>
              <a:gd name="adj" fmla="val 13793"/>
            </a:avLst>
          </a:prstGeom>
          <a:solidFill>
            <a:srgbClr val="C5E1FB"/>
          </a:solidFill>
          <a:ln w="11430">
            <a:solidFill>
              <a:srgbClr val="404040"/>
            </a:solidFill>
            <a:prstDash val="solid"/>
          </a:ln>
        </p:spPr>
        <p:txBody>
          <a:bodyPr/>
          <a:lstStyle/>
          <a:p>
            <a:pPr marL="342900" marR="0" lvl="0" indent="-34290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Measure</a:t>
            </a: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Trigger the victim and time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its whole run: the baseline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R="0" lvl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89E0AE93-19BA-AAA6-C70E-0162041CF3FD}"/>
              </a:ext>
            </a:extLst>
          </p:cNvPr>
          <p:cNvSpPr/>
          <p:nvPr/>
        </p:nvSpPr>
        <p:spPr>
          <a:xfrm>
            <a:off x="3227832" y="1600200"/>
            <a:ext cx="146304" cy="164592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21DCF2C7-E24F-40FD-113D-677D8C1FDE8E}"/>
              </a:ext>
            </a:extLst>
          </p:cNvPr>
          <p:cNvSpPr/>
          <p:nvPr/>
        </p:nvSpPr>
        <p:spPr>
          <a:xfrm>
            <a:off x="3401568" y="1417320"/>
            <a:ext cx="2606040" cy="896112"/>
          </a:xfrm>
          <a:prstGeom prst="roundRect">
            <a:avLst>
              <a:gd name="adj" fmla="val 13793"/>
            </a:avLst>
          </a:prstGeom>
          <a:solidFill>
            <a:srgbClr val="DCEFE3"/>
          </a:solidFill>
          <a:ln w="11430">
            <a:solidFill>
              <a:srgbClr val="404040"/>
            </a:solidFill>
            <a:prstDash val="solid"/>
          </a:ln>
        </p:spPr>
        <p:txBody>
          <a:bodyPr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2. Evict</a:t>
            </a: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Fill one chosen cache set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with attacker lines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B9F4A3A1-C63A-1C84-15AA-2251D56DB4DB}"/>
              </a:ext>
            </a:extLst>
          </p:cNvPr>
          <p:cNvSpPr/>
          <p:nvPr/>
        </p:nvSpPr>
        <p:spPr>
          <a:xfrm>
            <a:off x="6035040" y="1600200"/>
            <a:ext cx="146304" cy="164592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B2F05D0D-726A-102A-011B-6854DBC1F98F}"/>
              </a:ext>
            </a:extLst>
          </p:cNvPr>
          <p:cNvSpPr/>
          <p:nvPr/>
        </p:nvSpPr>
        <p:spPr>
          <a:xfrm>
            <a:off x="6208776" y="1417320"/>
            <a:ext cx="2606040" cy="896112"/>
          </a:xfrm>
          <a:prstGeom prst="roundRect">
            <a:avLst>
              <a:gd name="adj" fmla="val 13793"/>
            </a:avLst>
          </a:prstGeom>
          <a:solidFill>
            <a:srgbClr val="FCE4D6"/>
          </a:solidFill>
          <a:ln w="11430">
            <a:solidFill>
              <a:srgbClr val="404040"/>
            </a:solidFill>
            <a:prstDash val="solid"/>
          </a:ln>
        </p:spPr>
        <p:txBody>
          <a:bodyPr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3. Re-run</a:t>
            </a: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Trigger the victim again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and time it once more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5B1DDEDF-8AA0-9A63-70E2-C6DB73EEAF01}"/>
              </a:ext>
            </a:extLst>
          </p:cNvPr>
          <p:cNvSpPr/>
          <p:nvPr/>
        </p:nvSpPr>
        <p:spPr>
          <a:xfrm>
            <a:off x="8842248" y="1600200"/>
            <a:ext cx="146304" cy="164592"/>
          </a:xfrm>
          <a:prstGeom prst="rightArrow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565CAE9D-AA72-F3F7-6CAD-8180120D9DA1}"/>
              </a:ext>
            </a:extLst>
          </p:cNvPr>
          <p:cNvSpPr/>
          <p:nvPr/>
        </p:nvSpPr>
        <p:spPr>
          <a:xfrm>
            <a:off x="9015984" y="1417320"/>
            <a:ext cx="2606040" cy="896112"/>
          </a:xfrm>
          <a:prstGeom prst="roundRect">
            <a:avLst>
              <a:gd name="adj" fmla="val 13793"/>
            </a:avLst>
          </a:prstGeom>
          <a:solidFill>
            <a:srgbClr val="E6DAEE"/>
          </a:solidFill>
          <a:ln w="11430">
            <a:solidFill>
              <a:srgbClr val="404040"/>
            </a:solidFill>
            <a:prstDash val="solid"/>
          </a:ln>
        </p:spPr>
        <p:txBody>
          <a:bodyPr/>
          <a:lstStyle/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4. Compare</a:t>
            </a: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Slower than baseline means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the victim uses that set</a:t>
            </a:r>
            <a:endParaRPr kumimoji="0" lang="en-US" sz="11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0" marR="0" lvl="0" indent="0" algn="ctr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89" name="Shape 27">
            <a:extLst>
              <a:ext uri="{FF2B5EF4-FFF2-40B4-BE49-F238E27FC236}">
                <a16:creationId xmlns:a16="http://schemas.microsoft.com/office/drawing/2014/main" id="{C2DFFC27-1458-8D2D-DE2F-5517DC11F89E}"/>
              </a:ext>
            </a:extLst>
          </p:cNvPr>
          <p:cNvSpPr/>
          <p:nvPr/>
        </p:nvSpPr>
        <p:spPr>
          <a:xfrm>
            <a:off x="594360" y="3182112"/>
            <a:ext cx="5532120" cy="150876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29">
            <a:extLst>
              <a:ext uri="{FF2B5EF4-FFF2-40B4-BE49-F238E27FC236}">
                <a16:creationId xmlns:a16="http://schemas.microsoft.com/office/drawing/2014/main" id="{06EB46DB-8520-DE00-D14D-A7CD74420FA2}"/>
              </a:ext>
            </a:extLst>
          </p:cNvPr>
          <p:cNvSpPr/>
          <p:nvPr/>
        </p:nvSpPr>
        <p:spPr>
          <a:xfrm>
            <a:off x="612648" y="3064360"/>
            <a:ext cx="5532120" cy="365760"/>
          </a:xfrm>
          <a:prstGeom prst="rect">
            <a:avLst/>
          </a:prstGeom>
          <a:solidFill>
            <a:srgbClr val="A5A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30">
            <a:extLst>
              <a:ext uri="{FF2B5EF4-FFF2-40B4-BE49-F238E27FC236}">
                <a16:creationId xmlns:a16="http://schemas.microsoft.com/office/drawing/2014/main" id="{74F3BB97-A8E7-8A23-A40C-F9469FABD412}"/>
              </a:ext>
            </a:extLst>
          </p:cNvPr>
          <p:cNvSpPr txBox="1"/>
          <p:nvPr/>
        </p:nvSpPr>
        <p:spPr>
          <a:xfrm>
            <a:off x="722376" y="3064360"/>
            <a:ext cx="5312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05" name="Shape 31">
            <a:extLst>
              <a:ext uri="{FF2B5EF4-FFF2-40B4-BE49-F238E27FC236}">
                <a16:creationId xmlns:a16="http://schemas.microsoft.com/office/drawing/2014/main" id="{AA4393FA-C9C9-1F3F-4C32-070B16E0F2DB}"/>
              </a:ext>
            </a:extLst>
          </p:cNvPr>
          <p:cNvSpPr/>
          <p:nvPr/>
        </p:nvSpPr>
        <p:spPr>
          <a:xfrm>
            <a:off x="6199632" y="3154680"/>
            <a:ext cx="5532120" cy="13533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32">
            <a:extLst>
              <a:ext uri="{FF2B5EF4-FFF2-40B4-BE49-F238E27FC236}">
                <a16:creationId xmlns:a16="http://schemas.microsoft.com/office/drawing/2014/main" id="{6F9D1917-8B44-4AA2-A886-26D922519096}"/>
              </a:ext>
            </a:extLst>
          </p:cNvPr>
          <p:cNvSpPr txBox="1"/>
          <p:nvPr/>
        </p:nvSpPr>
        <p:spPr>
          <a:xfrm>
            <a:off x="758952" y="3521560"/>
            <a:ext cx="52395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reveals only that the victim used the evicted set at some point, not when and not how often.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Noise is high, so many repetitions are needed before the difference separates from ordinary jitter.</a:t>
            </a:r>
            <a:endParaRPr lang="en-US" sz="1130" dirty="0"/>
          </a:p>
        </p:txBody>
      </p:sp>
      <p:sp>
        <p:nvSpPr>
          <p:cNvPr id="113" name="Shape 33">
            <a:extLst>
              <a:ext uri="{FF2B5EF4-FFF2-40B4-BE49-F238E27FC236}">
                <a16:creationId xmlns:a16="http://schemas.microsoft.com/office/drawing/2014/main" id="{B7C6338F-02EB-394C-E98B-978B1B73AD77}"/>
              </a:ext>
            </a:extLst>
          </p:cNvPr>
          <p:cNvSpPr/>
          <p:nvPr/>
        </p:nvSpPr>
        <p:spPr>
          <a:xfrm>
            <a:off x="6291072" y="3063240"/>
            <a:ext cx="5532120" cy="365760"/>
          </a:xfrm>
          <a:prstGeom prst="rect">
            <a:avLst/>
          </a:prstGeom>
          <a:solidFill>
            <a:srgbClr val="9DC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Text 34">
            <a:extLst>
              <a:ext uri="{FF2B5EF4-FFF2-40B4-BE49-F238E27FC236}">
                <a16:creationId xmlns:a16="http://schemas.microsoft.com/office/drawing/2014/main" id="{C80B74B6-64FE-D017-6848-BAB38A97AA17}"/>
              </a:ext>
            </a:extLst>
          </p:cNvPr>
          <p:cNvSpPr txBox="1"/>
          <p:nvPr/>
        </p:nvSpPr>
        <p:spPr>
          <a:xfrm>
            <a:off x="6400800" y="3063240"/>
            <a:ext cx="5312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still matters</a:t>
            </a:r>
            <a:endParaRPr lang="en-US" sz="1400" dirty="0"/>
          </a:p>
        </p:txBody>
      </p:sp>
      <p:sp>
        <p:nvSpPr>
          <p:cNvPr id="118" name="Shape 35">
            <a:extLst>
              <a:ext uri="{FF2B5EF4-FFF2-40B4-BE49-F238E27FC236}">
                <a16:creationId xmlns:a16="http://schemas.microsoft.com/office/drawing/2014/main" id="{8C315927-A2B9-B68C-1B8D-EB0A02CD35E9}"/>
              </a:ext>
            </a:extLst>
          </p:cNvPr>
          <p:cNvSpPr/>
          <p:nvPr/>
        </p:nvSpPr>
        <p:spPr>
          <a:xfrm>
            <a:off x="6291072" y="3429000"/>
            <a:ext cx="5532120" cy="126187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36">
            <a:extLst>
              <a:ext uri="{FF2B5EF4-FFF2-40B4-BE49-F238E27FC236}">
                <a16:creationId xmlns:a16="http://schemas.microsoft.com/office/drawing/2014/main" id="{449553D8-8AC8-BE2F-4D1C-2188F026812A}"/>
              </a:ext>
            </a:extLst>
          </p:cNvPr>
          <p:cNvSpPr txBox="1"/>
          <p:nvPr/>
        </p:nvSpPr>
        <p:spPr>
          <a:xfrm>
            <a:off x="6437376" y="3520440"/>
            <a:ext cx="52395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marR="0" lvl="0" indent="-342900" defTabSz="32145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8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No </a:t>
            </a:r>
            <a:r>
              <a:rPr kumimoji="0" lang="en-US" sz="118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clflush</a:t>
            </a:r>
            <a:r>
              <a:rPr kumimoji="0" lang="en-US" sz="118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 and no shared memory, so it works where </a:t>
            </a:r>
            <a:r>
              <a:rPr kumimoji="0" lang="en-US" sz="118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Flush+Reload</a:t>
            </a:r>
            <a:r>
              <a:rPr kumimoji="0" lang="en-US" sz="118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Times New Roman" pitchFamily="34" charset="-122"/>
                <a:cs typeface="Times New Roman" pitchFamily="34" charset="-120"/>
                <a:sym typeface="Helvetica"/>
              </a:rPr>
              <a:t> cannot.</a:t>
            </a:r>
            <a:endParaRPr kumimoji="0" lang="en-US" sz="118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also works when clflush is unavailable and eviction sets are hard to build.</a:t>
            </a:r>
            <a:endParaRPr lang="en-US" sz="11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natural model for remote timing attacks, where all the attacker sees is how long a request took.</a:t>
            </a:r>
            <a:endParaRPr lang="en-US" sz="1130" dirty="0"/>
          </a:p>
        </p:txBody>
      </p:sp>
    </p:spTree>
    <p:extLst>
      <p:ext uri="{BB962C8B-B14F-4D97-AF65-F5344CB8AC3E}">
        <p14:creationId xmlns:p14="http://schemas.microsoft.com/office/powerpoint/2010/main" val="154300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70F9C-563A-C219-5B0F-957AE8E1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79DE4-9861-CBB2-9239-20784DB9862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201400" y="5479920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102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80B6308-8B29-6A10-D37F-B642922DEF2A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Timing-Based Leakage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81BD9AE-DA3A-012C-00E8-492A094F873D}"/>
              </a:ext>
            </a:extLst>
          </p:cNvPr>
          <p:cNvSpPr/>
          <p:nvPr/>
        </p:nvSpPr>
        <p:spPr>
          <a:xfrm>
            <a:off x="502920" y="3399751"/>
            <a:ext cx="5532120" cy="384048"/>
          </a:xfrm>
          <a:prstGeom prst="rect">
            <a:avLst/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0AD23C4-D791-9DC5-B557-8AB0A645B5C4}"/>
              </a:ext>
            </a:extLst>
          </p:cNvPr>
          <p:cNvSpPr txBox="1"/>
          <p:nvPr/>
        </p:nvSpPr>
        <p:spPr>
          <a:xfrm>
            <a:off x="612648" y="3399751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leaks time?</a:t>
            </a:r>
            <a:endParaRPr lang="en-US" sz="14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10CB899D-8667-0903-2666-8C09FFF46630}"/>
              </a:ext>
            </a:extLst>
          </p:cNvPr>
          <p:cNvSpPr txBox="1"/>
          <p:nvPr/>
        </p:nvSpPr>
        <p:spPr>
          <a:xfrm>
            <a:off x="649224" y="3875239"/>
            <a:ext cx="538581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Indexing a table with a secret: Two paths differ in length, and they also leave different branch-predictor state.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cache footprint reveals the index.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comparison that stops at the first mismatch leaks how many bytes matched.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integer division, and on some designs floating point, take time that depends on operand values.</a:t>
            </a:r>
            <a:endParaRPr lang="en-US" sz="125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0AADA274-3BBE-D6E4-8746-CFD6A98E3109}"/>
              </a:ext>
            </a:extLst>
          </p:cNvPr>
          <p:cNvSpPr/>
          <p:nvPr/>
        </p:nvSpPr>
        <p:spPr>
          <a:xfrm>
            <a:off x="6199632" y="3399751"/>
            <a:ext cx="5532120" cy="384048"/>
          </a:xfrm>
          <a:prstGeom prst="rect">
            <a:avLst/>
          </a:prstGeom>
          <a:solidFill>
            <a:srgbClr val="9DC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35C20380-6039-081C-1A75-3D10D6C060E4}"/>
              </a:ext>
            </a:extLst>
          </p:cNvPr>
          <p:cNvSpPr txBox="1"/>
          <p:nvPr/>
        </p:nvSpPr>
        <p:spPr>
          <a:xfrm>
            <a:off x="6309360" y="3399751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 in practice?</a:t>
            </a:r>
            <a:endParaRPr lang="en-US" sz="14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5D7CD143-547F-03E3-7233-AEEEABA045E6}"/>
              </a:ext>
            </a:extLst>
          </p:cNvPr>
          <p:cNvSpPr/>
          <p:nvPr/>
        </p:nvSpPr>
        <p:spPr>
          <a:xfrm>
            <a:off x="6199632" y="1595159"/>
            <a:ext cx="5532120" cy="20391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0C3F25F-2C7C-89D2-F63A-6A89DEBDA3E8}"/>
              </a:ext>
            </a:extLst>
          </p:cNvPr>
          <p:cNvSpPr txBox="1"/>
          <p:nvPr/>
        </p:nvSpPr>
        <p:spPr>
          <a:xfrm>
            <a:off x="6345936" y="3875239"/>
            <a:ext cx="523951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Padding-oracle and MAC-comparison timing bugs recur in real protocol implementations to this day.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Averaging defeats noise, so a small bias is still a break given enough queries.</a:t>
            </a:r>
            <a:endParaRPr lang="en-US" sz="12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5B9D9988-35CB-CDB4-8EB7-B43CAF303E97}"/>
              </a:ext>
            </a:extLst>
          </p:cNvPr>
          <p:cNvSpPr/>
          <p:nvPr/>
        </p:nvSpPr>
        <p:spPr>
          <a:xfrm>
            <a:off x="3390902" y="1035089"/>
            <a:ext cx="5532120" cy="21031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1AFA6B3B-3176-46C2-27D1-8C5121503E94}"/>
              </a:ext>
            </a:extLst>
          </p:cNvPr>
          <p:cNvSpPr txBox="1"/>
          <p:nvPr/>
        </p:nvSpPr>
        <p:spPr>
          <a:xfrm>
            <a:off x="3518918" y="1126529"/>
            <a:ext cx="52760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leaks how many bytes matched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16; i++)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(tag[i] != expected[i])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FAIL;      // early exit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OK;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square-and-multiply leaks exponent bits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(bit) r = (r * base) % m;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19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6E59F-8B0B-6A61-17AA-6F400EF9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C2930-9F5B-F02F-C1B5-AEE6B01CC2B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103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C22B04-A41D-11F3-8DA5-CDCE6130FB28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Spectre Attack</a:t>
            </a:r>
            <a:endParaRPr lang="en-US" sz="30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1C5C8B14-B155-A81B-814D-FC1B9F99DEBE}"/>
              </a:ext>
            </a:extLst>
          </p:cNvPr>
          <p:cNvSpPr/>
          <p:nvPr/>
        </p:nvSpPr>
        <p:spPr>
          <a:xfrm>
            <a:off x="304800" y="3361820"/>
            <a:ext cx="5532120" cy="384048"/>
          </a:xfrm>
          <a:prstGeom prst="rect">
            <a:avLst/>
          </a:prstGeom>
          <a:solidFill>
            <a:srgbClr val="A5A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F599E37B-13BD-A246-1937-6A13BEA08C1B}"/>
              </a:ext>
            </a:extLst>
          </p:cNvPr>
          <p:cNvSpPr txBox="1"/>
          <p:nvPr/>
        </p:nvSpPr>
        <p:spPr>
          <a:xfrm>
            <a:off x="414528" y="3361820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this attack occurs?</a:t>
            </a:r>
            <a:endParaRPr lang="en-US" sz="14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83705E2F-2026-46E7-5F15-FE51B56846F4}"/>
              </a:ext>
            </a:extLst>
          </p:cNvPr>
          <p:cNvSpPr/>
          <p:nvPr/>
        </p:nvSpPr>
        <p:spPr>
          <a:xfrm>
            <a:off x="304800" y="3745868"/>
            <a:ext cx="5532120" cy="15819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D864F6A6-2701-6BC9-F7F4-9E3E0410653A}"/>
              </a:ext>
            </a:extLst>
          </p:cNvPr>
          <p:cNvSpPr txBox="1"/>
          <p:nvPr/>
        </p:nvSpPr>
        <p:spPr>
          <a:xfrm>
            <a:off x="451104" y="3837308"/>
            <a:ext cx="52395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mis predicted branch is squashed and architectural state is rolled back.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Lines fetched during the wrong path stay in the cache.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squashed instruction can transmit, even though it officially never executed.</a:t>
            </a:r>
            <a:endParaRPr lang="en-US" sz="125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8BA2B85D-583F-E6DD-9394-DF33C4100A2E}"/>
              </a:ext>
            </a:extLst>
          </p:cNvPr>
          <p:cNvSpPr/>
          <p:nvPr/>
        </p:nvSpPr>
        <p:spPr>
          <a:xfrm>
            <a:off x="3363468" y="1209014"/>
            <a:ext cx="553212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B0B0C2A6-FB4B-46E7-A353-7ADE8917E683}"/>
              </a:ext>
            </a:extLst>
          </p:cNvPr>
          <p:cNvSpPr txBox="1"/>
          <p:nvPr/>
        </p:nvSpPr>
        <p:spPr>
          <a:xfrm>
            <a:off x="3491484" y="1300454"/>
            <a:ext cx="52760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&lt; array1_size) {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trained to predict taken;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attacker then supplies out-of-range x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 = array1[x];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junk   = array2[secret * 512];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C9B8AECB-864B-851F-5761-01094965EF83}"/>
              </a:ext>
            </a:extLst>
          </p:cNvPr>
          <p:cNvSpPr/>
          <p:nvPr/>
        </p:nvSpPr>
        <p:spPr>
          <a:xfrm>
            <a:off x="6001512" y="3361820"/>
            <a:ext cx="5532120" cy="384048"/>
          </a:xfrm>
          <a:prstGeom prst="rect">
            <a:avLst/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AC56EEC8-FE39-DB85-C5AD-DCDCFF12801B}"/>
              </a:ext>
            </a:extLst>
          </p:cNvPr>
          <p:cNvSpPr txBox="1"/>
          <p:nvPr/>
        </p:nvSpPr>
        <p:spPr>
          <a:xfrm>
            <a:off x="6111240" y="3361820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Steps of a Spectre v1 attack</a:t>
            </a:r>
            <a:endParaRPr lang="en-US" sz="1400" dirty="0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0672671A-08CF-2428-7493-D2C32FAFB3B9}"/>
              </a:ext>
            </a:extLst>
          </p:cNvPr>
          <p:cNvSpPr/>
          <p:nvPr/>
        </p:nvSpPr>
        <p:spPr>
          <a:xfrm>
            <a:off x="6001512" y="3745868"/>
            <a:ext cx="5532120" cy="240487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67B690E3-8E2B-8443-9B53-C9F3E5AFDA20}"/>
              </a:ext>
            </a:extLst>
          </p:cNvPr>
          <p:cNvSpPr txBox="1"/>
          <p:nvPr/>
        </p:nvSpPr>
        <p:spPr>
          <a:xfrm>
            <a:off x="6147816" y="3837308"/>
            <a:ext cx="5239512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Train the branch predictor with many in-range values.</a:t>
            </a:r>
            <a:endParaRPr lang="en-US" sz="123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Supply an out-of-range x; the core speculatively reads a secret byte. 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The second load indexes array2 by that byte, pulling one line into the cache.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The attacker recovers the secret with Flush+Reload over the candidate lines.</a:t>
            </a:r>
            <a:endParaRPr lang="en-US" sz="1230" dirty="0"/>
          </a:p>
        </p:txBody>
      </p:sp>
    </p:spTree>
    <p:extLst>
      <p:ext uri="{BB962C8B-B14F-4D97-AF65-F5344CB8AC3E}">
        <p14:creationId xmlns:p14="http://schemas.microsoft.com/office/powerpoint/2010/main" val="81724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FF0EC-DF21-B62B-003A-6E304F394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EFEE3-E555-AA2F-CC22-B5A2E84D632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104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E9BFD4F-DBD6-BA35-E9FC-A9753B87D245}"/>
              </a:ext>
            </a:extLst>
          </p:cNvPr>
          <p:cNvSpPr txBox="1"/>
          <p:nvPr/>
        </p:nvSpPr>
        <p:spPr>
          <a:xfrm>
            <a:off x="183813" y="914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Meltdown Attack</a:t>
            </a:r>
            <a:endParaRPr lang="en-US" sz="30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8B86E07-C5A6-239E-3DBC-53A50A85707B}"/>
              </a:ext>
            </a:extLst>
          </p:cNvPr>
          <p:cNvSpPr/>
          <p:nvPr/>
        </p:nvSpPr>
        <p:spPr>
          <a:xfrm>
            <a:off x="502920" y="1188720"/>
            <a:ext cx="5532120" cy="384048"/>
          </a:xfrm>
          <a:prstGeom prst="rect">
            <a:avLst/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CA1ABE5D-4C09-0A99-50B8-5730B7A00CF5}"/>
              </a:ext>
            </a:extLst>
          </p:cNvPr>
          <p:cNvSpPr txBox="1"/>
          <p:nvPr/>
        </p:nvSpPr>
        <p:spPr>
          <a:xfrm>
            <a:off x="612648" y="1188720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it occurs?</a:t>
            </a:r>
            <a:endParaRPr lang="en-US" sz="14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8D28AE6E-D0EB-4385-3FA2-F52B28CA6AEC}"/>
              </a:ext>
            </a:extLst>
          </p:cNvPr>
          <p:cNvSpPr/>
          <p:nvPr/>
        </p:nvSpPr>
        <p:spPr>
          <a:xfrm>
            <a:off x="502920" y="1572768"/>
            <a:ext cx="5532120" cy="217627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AA3BF8F-1160-CA6F-7808-A6278C4B2DB8}"/>
              </a:ext>
            </a:extLst>
          </p:cNvPr>
          <p:cNvSpPr txBox="1"/>
          <p:nvPr/>
        </p:nvSpPr>
        <p:spPr>
          <a:xfrm>
            <a:off x="649224" y="1664208"/>
            <a:ext cx="523951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out-of-order core issues a load and continues with dependent work before the fault.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affected designs the loaded value reaches dependent instructions.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dependent instruction encodes the value into the cache.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fault eventually retires and the process sees an exception, but the secret is already in the cache.</a:t>
            </a:r>
            <a:endParaRPr lang="en-US" sz="125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F37377AF-8397-4652-76DA-8EDEAF855957}"/>
              </a:ext>
            </a:extLst>
          </p:cNvPr>
          <p:cNvSpPr/>
          <p:nvPr/>
        </p:nvSpPr>
        <p:spPr>
          <a:xfrm>
            <a:off x="6199632" y="1572768"/>
            <a:ext cx="5532120" cy="217627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BD5A1E22-9E3F-43A4-0371-32A66FCC6F72}"/>
              </a:ext>
            </a:extLst>
          </p:cNvPr>
          <p:cNvSpPr/>
          <p:nvPr/>
        </p:nvSpPr>
        <p:spPr>
          <a:xfrm>
            <a:off x="6275832" y="1207008"/>
            <a:ext cx="5532120" cy="384048"/>
          </a:xfrm>
          <a:prstGeom prst="rect">
            <a:avLst/>
          </a:prstGeom>
          <a:solidFill>
            <a:srgbClr val="9CC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72DE3A67-E1A0-6C12-D8C9-5B7CC0CBAE6D}"/>
              </a:ext>
            </a:extLst>
          </p:cNvPr>
          <p:cNvSpPr txBox="1"/>
          <p:nvPr/>
        </p:nvSpPr>
        <p:spPr>
          <a:xfrm>
            <a:off x="6385560" y="1207008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it was fixed</a:t>
            </a:r>
            <a:endParaRPr lang="en-US" sz="140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C59F58ED-F8AC-1C0B-35A4-DA17D9A3CAC6}"/>
              </a:ext>
            </a:extLst>
          </p:cNvPr>
          <p:cNvSpPr/>
          <p:nvPr/>
        </p:nvSpPr>
        <p:spPr>
          <a:xfrm>
            <a:off x="502920" y="4407408"/>
            <a:ext cx="5532120" cy="18105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6B977964-6113-1273-7BFD-2D806B32DE95}"/>
              </a:ext>
            </a:extLst>
          </p:cNvPr>
          <p:cNvSpPr txBox="1"/>
          <p:nvPr/>
        </p:nvSpPr>
        <p:spPr>
          <a:xfrm>
            <a:off x="6422136" y="1682496"/>
            <a:ext cx="5239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Software: kernel page-table isolation so that the address is simply not there to load.</a:t>
            </a:r>
            <a:endParaRPr lang="en-US" sz="12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cost is an extra page-table switch on every system call.</a:t>
            </a:r>
            <a:endParaRPr lang="en-US" sz="12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Hardware: later designs check permissions before the value is forwarded.</a:t>
            </a:r>
            <a:endParaRPr lang="en-US" sz="123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46E2B945-E6CF-BDB5-4F47-035CA3AC4A07}"/>
              </a:ext>
            </a:extLst>
          </p:cNvPr>
          <p:cNvSpPr/>
          <p:nvPr/>
        </p:nvSpPr>
        <p:spPr>
          <a:xfrm>
            <a:off x="3086100" y="3547873"/>
            <a:ext cx="5532120" cy="384048"/>
          </a:xfrm>
          <a:prstGeom prst="rect">
            <a:avLst/>
          </a:prstGeom>
          <a:solidFill>
            <a:srgbClr val="A5A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AD55FCA7-6449-4AC9-833D-AB03F474B297}"/>
              </a:ext>
            </a:extLst>
          </p:cNvPr>
          <p:cNvSpPr txBox="1"/>
          <p:nvPr/>
        </p:nvSpPr>
        <p:spPr>
          <a:xfrm>
            <a:off x="3195828" y="3547873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factors</a:t>
            </a:r>
            <a:endParaRPr lang="en-US" sz="1400" dirty="0"/>
          </a:p>
        </p:txBody>
      </p:sp>
      <p:sp>
        <p:nvSpPr>
          <p:cNvPr id="48" name="Shape 15">
            <a:extLst>
              <a:ext uri="{FF2B5EF4-FFF2-40B4-BE49-F238E27FC236}">
                <a16:creationId xmlns:a16="http://schemas.microsoft.com/office/drawing/2014/main" id="{30137747-9A94-88A9-4B3A-F363D3C36E43}"/>
              </a:ext>
            </a:extLst>
          </p:cNvPr>
          <p:cNvSpPr/>
          <p:nvPr/>
        </p:nvSpPr>
        <p:spPr>
          <a:xfrm>
            <a:off x="3086100" y="3931921"/>
            <a:ext cx="5532120" cy="18105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BBF1467D-24E8-0961-1F1B-1AC3B889ECE4}"/>
              </a:ext>
            </a:extLst>
          </p:cNvPr>
          <p:cNvSpPr txBox="1"/>
          <p:nvPr/>
        </p:nvSpPr>
        <p:spPr>
          <a:xfrm>
            <a:off x="3232404" y="4023361"/>
            <a:ext cx="523951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Meltdown use delayed fault handling to cross a privilege boundary.</a:t>
            </a:r>
            <a:endParaRPr lang="en-US" sz="123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Unlike Spectre, it needs no predictor training and no gadget in the victim.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Meltdown largely disappeared from new hardware.</a:t>
            </a:r>
            <a:endParaRPr lang="en-US" sz="1230" dirty="0"/>
          </a:p>
        </p:txBody>
      </p:sp>
    </p:spTree>
    <p:extLst>
      <p:ext uri="{BB962C8B-B14F-4D97-AF65-F5344CB8AC3E}">
        <p14:creationId xmlns:p14="http://schemas.microsoft.com/office/powerpoint/2010/main" val="181525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4AB75-3D62-09C8-138D-C2549F75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10CBA-89AE-A7F5-D2C7-18645E7328A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105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1F1E7E3A-5FB3-2C95-1529-DF64EE1FE737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Microarchitectural Design Principles</a:t>
            </a:r>
            <a:endParaRPr lang="en-US" sz="30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8505AB8-ED09-9F0B-1C5B-5E73BF76D762}"/>
              </a:ext>
            </a:extLst>
          </p:cNvPr>
          <p:cNvSpPr/>
          <p:nvPr/>
        </p:nvSpPr>
        <p:spPr>
          <a:xfrm>
            <a:off x="502920" y="1207008"/>
            <a:ext cx="2615184" cy="411480"/>
          </a:xfrm>
          <a:prstGeom prst="rect">
            <a:avLst/>
          </a:prstGeom>
          <a:solidFill>
            <a:srgbClr val="9CC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D0AC162-62A4-117F-A22B-B9FCED2C7794}"/>
              </a:ext>
            </a:extLst>
          </p:cNvPr>
          <p:cNvSpPr txBox="1"/>
          <p:nvPr/>
        </p:nvSpPr>
        <p:spPr>
          <a:xfrm>
            <a:off x="612648" y="120700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Isolate</a:t>
            </a:r>
            <a:endParaRPr lang="en-US" sz="14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78EDC890-A0A3-F418-D605-69DBEEA699EB}"/>
              </a:ext>
            </a:extLst>
          </p:cNvPr>
          <p:cNvSpPr/>
          <p:nvPr/>
        </p:nvSpPr>
        <p:spPr>
          <a:xfrm>
            <a:off x="502920" y="1618488"/>
            <a:ext cx="2615184" cy="333756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0B719F40-E220-321C-603B-B6ACB3994666}"/>
              </a:ext>
            </a:extLst>
          </p:cNvPr>
          <p:cNvSpPr txBox="1"/>
          <p:nvPr/>
        </p:nvSpPr>
        <p:spPr>
          <a:xfrm>
            <a:off x="649224" y="1709928"/>
            <a:ext cx="232257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Treat any resource shared across a trust boundary as a channel.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each domain its own partition or flush the resource.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not share a physical core between trust domains.</a:t>
            </a:r>
            <a:endParaRPr lang="en-US" sz="110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B72668B2-6DAA-AA61-80C6-F1384A4FDA67}"/>
              </a:ext>
            </a:extLst>
          </p:cNvPr>
          <p:cNvSpPr/>
          <p:nvPr/>
        </p:nvSpPr>
        <p:spPr>
          <a:xfrm>
            <a:off x="3346704" y="1207008"/>
            <a:ext cx="2615184" cy="411480"/>
          </a:xfrm>
          <a:prstGeom prst="rect">
            <a:avLst/>
          </a:prstGeom>
          <a:solidFill>
            <a:srgbClr val="9DC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DAE5D274-ED4C-27CF-E89C-3E2CABBFD8AA}"/>
              </a:ext>
            </a:extLst>
          </p:cNvPr>
          <p:cNvSpPr txBox="1"/>
          <p:nvPr/>
        </p:nvSpPr>
        <p:spPr>
          <a:xfrm>
            <a:off x="3456432" y="120700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Randomize</a:t>
            </a:r>
            <a:endParaRPr lang="en-US" sz="14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7F1CFD0F-EB4F-A7EA-7E99-E4C1D1D633C5}"/>
              </a:ext>
            </a:extLst>
          </p:cNvPr>
          <p:cNvSpPr/>
          <p:nvPr/>
        </p:nvSpPr>
        <p:spPr>
          <a:xfrm>
            <a:off x="3346704" y="1618488"/>
            <a:ext cx="2615184" cy="333756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D07D0C6-0E0F-61BC-B105-CA0E2833729C}"/>
              </a:ext>
            </a:extLst>
          </p:cNvPr>
          <p:cNvSpPr txBox="1"/>
          <p:nvPr/>
        </p:nvSpPr>
        <p:spPr>
          <a:xfrm>
            <a:off x="3493008" y="1709928"/>
            <a:ext cx="232257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Break the attacker's ability to map addresses to cache locations.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Randomized cache indexing, randomized replacement.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Raises attacker cost rather than removing the channel.</a:t>
            </a:r>
            <a:endParaRPr lang="en-US" sz="110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E8C2B063-7F14-5849-5C2E-CA50B0484E0E}"/>
              </a:ext>
            </a:extLst>
          </p:cNvPr>
          <p:cNvSpPr/>
          <p:nvPr/>
        </p:nvSpPr>
        <p:spPr>
          <a:xfrm>
            <a:off x="6190488" y="1207008"/>
            <a:ext cx="2615184" cy="411480"/>
          </a:xfrm>
          <a:prstGeom prst="rect">
            <a:avLst/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B2DFFECA-8CD1-0126-EC7A-7974913F1A32}"/>
              </a:ext>
            </a:extLst>
          </p:cNvPr>
          <p:cNvSpPr txBox="1"/>
          <p:nvPr/>
        </p:nvSpPr>
        <p:spPr>
          <a:xfrm>
            <a:off x="6300216" y="120700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Make secrets oblivious</a:t>
            </a:r>
            <a:endParaRPr lang="en-US" sz="1400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234D492A-E81B-813D-5476-FF5E645B6C43}"/>
              </a:ext>
            </a:extLst>
          </p:cNvPr>
          <p:cNvSpPr/>
          <p:nvPr/>
        </p:nvSpPr>
        <p:spPr>
          <a:xfrm>
            <a:off x="6190488" y="1618488"/>
            <a:ext cx="2615184" cy="333756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C7F7785C-C695-562B-9255-160FFD4D30AA}"/>
              </a:ext>
            </a:extLst>
          </p:cNvPr>
          <p:cNvSpPr txBox="1"/>
          <p:nvPr/>
        </p:nvSpPr>
        <p:spPr>
          <a:xfrm>
            <a:off x="6336792" y="1709928"/>
            <a:ext cx="232257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Execution time and address pattern must not depend on secret values.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Applies in software as constant-time coding.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hardware as data-independent timing modes.</a:t>
            </a:r>
            <a:endParaRPr lang="en-US" sz="1100" dirty="0"/>
          </a:p>
          <a:p>
            <a:pPr>
              <a:spcAft>
                <a:spcPts val="700"/>
              </a:spcAft>
              <a:buSzPct val="100000"/>
            </a:pPr>
            <a:endParaRPr lang="en-US" sz="110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90321DA4-237A-95AF-A6A2-603481F520C4}"/>
              </a:ext>
            </a:extLst>
          </p:cNvPr>
          <p:cNvSpPr/>
          <p:nvPr/>
        </p:nvSpPr>
        <p:spPr>
          <a:xfrm>
            <a:off x="9034272" y="1207008"/>
            <a:ext cx="2615184" cy="411480"/>
          </a:xfrm>
          <a:prstGeom prst="rect">
            <a:avLst/>
          </a:prstGeom>
          <a:solidFill>
            <a:srgbClr val="A5A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465682F1-1D83-A756-6E66-16079DA8579A}"/>
              </a:ext>
            </a:extLst>
          </p:cNvPr>
          <p:cNvSpPr txBox="1"/>
          <p:nvPr/>
        </p:nvSpPr>
        <p:spPr>
          <a:xfrm>
            <a:off x="9144000" y="120700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 speculation</a:t>
            </a:r>
            <a:endParaRPr lang="en-US" sz="1400" dirty="0"/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AB5F2277-A36A-F6E0-E32F-11153022D21E}"/>
              </a:ext>
            </a:extLst>
          </p:cNvPr>
          <p:cNvSpPr/>
          <p:nvPr/>
        </p:nvSpPr>
        <p:spPr>
          <a:xfrm>
            <a:off x="9034272" y="1618488"/>
            <a:ext cx="2615184" cy="333756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0BB9F039-90A8-EE11-390A-5A5528C4BC75}"/>
              </a:ext>
            </a:extLst>
          </p:cNvPr>
          <p:cNvSpPr txBox="1"/>
          <p:nvPr/>
        </p:nvSpPr>
        <p:spPr>
          <a:xfrm>
            <a:off x="9180576" y="1709928"/>
            <a:ext cx="232257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not let speculative execution cross a security boundary. 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Fences, index masking, tagged or flushed predictor state.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that delays the visible effects of speculative loads.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fences only where needed; fencing everything destroys pipeline performance.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6064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8F98C-E0BE-78E3-0994-4053AB35D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D0EE4-E5C2-7EEC-E554-53B0A1A60A3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106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4BD8975-C74B-F2E3-BFAF-82C5700B13D8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Defense: Partitioning and Flushing</a:t>
            </a:r>
            <a:endParaRPr lang="en-US" sz="30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277508A-452D-24A2-4D18-D6469405A00C}"/>
              </a:ext>
            </a:extLst>
          </p:cNvPr>
          <p:cNvSpPr/>
          <p:nvPr/>
        </p:nvSpPr>
        <p:spPr>
          <a:xfrm>
            <a:off x="502920" y="1188720"/>
            <a:ext cx="5532120" cy="384048"/>
          </a:xfrm>
          <a:prstGeom prst="rect">
            <a:avLst/>
          </a:prstGeom>
          <a:solidFill>
            <a:srgbClr val="9CC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D956AAC-7A90-7599-8C0B-38F8472F8D7E}"/>
              </a:ext>
            </a:extLst>
          </p:cNvPr>
          <p:cNvSpPr txBox="1"/>
          <p:nvPr/>
        </p:nvSpPr>
        <p:spPr>
          <a:xfrm>
            <a:off x="612648" y="1188720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Mechanisms</a:t>
            </a:r>
            <a:endParaRPr lang="en-US" sz="14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73C9524D-89C4-91D9-4D38-727D0824145D}"/>
              </a:ext>
            </a:extLst>
          </p:cNvPr>
          <p:cNvSpPr/>
          <p:nvPr/>
        </p:nvSpPr>
        <p:spPr>
          <a:xfrm>
            <a:off x="502920" y="1609344"/>
            <a:ext cx="5532120" cy="22677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BDF59E7-24EB-82E4-2926-E038A7B469A9}"/>
              </a:ext>
            </a:extLst>
          </p:cNvPr>
          <p:cNvSpPr txBox="1"/>
          <p:nvPr/>
        </p:nvSpPr>
        <p:spPr>
          <a:xfrm>
            <a:off x="649224" y="1664208"/>
            <a:ext cx="52395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 disjoint cache ways to each domain.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 locking: pin sensitive lines so another domain cannot evict them.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Flush on switch: clear the cache whenever the machine changes trust.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Tagging: extend predictor entries with a domain.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Scheduling: never co-schedule two trust domains on sibling hyperthreads.</a:t>
            </a:r>
            <a:endParaRPr lang="en-US" sz="125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747384DC-1DC2-1B7C-1A2D-1E5CF2DCD306}"/>
              </a:ext>
            </a:extLst>
          </p:cNvPr>
          <p:cNvSpPr/>
          <p:nvPr/>
        </p:nvSpPr>
        <p:spPr>
          <a:xfrm>
            <a:off x="6199632" y="1188720"/>
            <a:ext cx="5532120" cy="384048"/>
          </a:xfrm>
          <a:prstGeom prst="rect">
            <a:avLst/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F80E8ABE-A0A0-8ABF-8F57-3BB7F8128114}"/>
              </a:ext>
            </a:extLst>
          </p:cNvPr>
          <p:cNvSpPr txBox="1"/>
          <p:nvPr/>
        </p:nvSpPr>
        <p:spPr>
          <a:xfrm>
            <a:off x="6309360" y="1188720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costs</a:t>
            </a:r>
            <a:endParaRPr lang="en-US" sz="14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F689797-9D53-A154-493D-FC4563714FC8}"/>
              </a:ext>
            </a:extLst>
          </p:cNvPr>
          <p:cNvSpPr/>
          <p:nvPr/>
        </p:nvSpPr>
        <p:spPr>
          <a:xfrm>
            <a:off x="6199632" y="1572768"/>
            <a:ext cx="5532120" cy="226771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B8E57E66-0BE7-75A5-9BF9-DD15F978CCC1}"/>
              </a:ext>
            </a:extLst>
          </p:cNvPr>
          <p:cNvSpPr txBox="1"/>
          <p:nvPr/>
        </p:nvSpPr>
        <p:spPr>
          <a:xfrm>
            <a:off x="6345936" y="1664208"/>
            <a:ext cx="52395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Partitioning reduces the effective capacity available to each domain.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Flushing throws away warm state.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Disabling SMT can cost a substantial fraction of throughput.</a:t>
            </a:r>
            <a:endParaRPr lang="en-US" sz="125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337611E5-DE24-AE28-F3B4-A1D72EF7BEC6}"/>
              </a:ext>
            </a:extLst>
          </p:cNvPr>
          <p:cNvSpPr/>
          <p:nvPr/>
        </p:nvSpPr>
        <p:spPr>
          <a:xfrm>
            <a:off x="481584" y="3493008"/>
            <a:ext cx="11228832" cy="384048"/>
          </a:xfrm>
          <a:prstGeom prst="rect">
            <a:avLst/>
          </a:prstGeom>
          <a:solidFill>
            <a:srgbClr val="9DC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D8699BD2-A755-4F13-9BFD-F47BD6507896}"/>
              </a:ext>
            </a:extLst>
          </p:cNvPr>
          <p:cNvSpPr txBox="1"/>
          <p:nvPr/>
        </p:nvSpPr>
        <p:spPr>
          <a:xfrm>
            <a:off x="591312" y="3493008"/>
            <a:ext cx="11009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Strengths and limits</a:t>
            </a:r>
            <a:endParaRPr lang="en-US" sz="140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E6BD317E-C2DA-4721-AE77-7DC2F16153AE}"/>
              </a:ext>
            </a:extLst>
          </p:cNvPr>
          <p:cNvSpPr/>
          <p:nvPr/>
        </p:nvSpPr>
        <p:spPr>
          <a:xfrm>
            <a:off x="481584" y="3877056"/>
            <a:ext cx="11228832" cy="171907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D8404D59-6031-09E0-F2A9-7BD4EC6C5C38}"/>
              </a:ext>
            </a:extLst>
          </p:cNvPr>
          <p:cNvSpPr txBox="1"/>
          <p:nvPr/>
        </p:nvSpPr>
        <p:spPr>
          <a:xfrm>
            <a:off x="627888" y="3968496"/>
            <a:ext cx="1093622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Partitioning gives a deterministic security argument.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two domains never share a resource, there is no channel through that resource.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probabilistic reasoning required.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Partitioning the cache leaves the TLB, the predictors and the ports wide open, which is exactly how later attacks were found.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Coverage must therefore be argued resource by resource.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02824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0BEE-018E-646E-5A6E-0643ED14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852E8-EC77-495C-5F01-5DFDAAB73F0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107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13BBCE24-5CA5-EE0D-1FC3-8EF5E3C8995A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Defense: Randomization</a:t>
            </a:r>
            <a:endParaRPr lang="en-US" sz="30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C87F290A-8895-C8D1-9C6E-75DD0ABFA05A}"/>
              </a:ext>
            </a:extLst>
          </p:cNvPr>
          <p:cNvSpPr/>
          <p:nvPr/>
        </p:nvSpPr>
        <p:spPr>
          <a:xfrm>
            <a:off x="502920" y="1188720"/>
            <a:ext cx="5532120" cy="384048"/>
          </a:xfrm>
          <a:prstGeom prst="rect">
            <a:avLst/>
          </a:prstGeom>
          <a:solidFill>
            <a:srgbClr val="A5A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3F8D12F1-7CA0-F440-2A82-C2947941A374}"/>
              </a:ext>
            </a:extLst>
          </p:cNvPr>
          <p:cNvSpPr txBox="1"/>
          <p:nvPr/>
        </p:nvSpPr>
        <p:spPr>
          <a:xfrm>
            <a:off x="612648" y="1188720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Mechanisms</a:t>
            </a:r>
            <a:endParaRPr lang="en-US" sz="14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997491D8-5912-7123-45B9-FE972DCFDEC3}"/>
              </a:ext>
            </a:extLst>
          </p:cNvPr>
          <p:cNvSpPr/>
          <p:nvPr/>
        </p:nvSpPr>
        <p:spPr>
          <a:xfrm>
            <a:off x="502920" y="1572768"/>
            <a:ext cx="5532120" cy="235915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7DD29ECB-5BC4-E9A7-F47B-82CED439DAF2}"/>
              </a:ext>
            </a:extLst>
          </p:cNvPr>
          <p:cNvSpPr txBox="1"/>
          <p:nvPr/>
        </p:nvSpPr>
        <p:spPr>
          <a:xfrm>
            <a:off x="649224" y="1664208"/>
            <a:ext cx="523951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Randomized index mapping: scramble which address maps to which set.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Encrypted set index with periodic remapping. The mapping changes faster than an attacker can build an eviction set.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Skewed randomized caches, which use different mappings in different partitions so a single eviction set cannot exist.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Noise injection and randomized replacement policies.</a:t>
            </a:r>
            <a:endParaRPr lang="en-US" sz="125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ED7A2A42-6308-D735-0399-3D2DA055C6E0}"/>
              </a:ext>
            </a:extLst>
          </p:cNvPr>
          <p:cNvSpPr/>
          <p:nvPr/>
        </p:nvSpPr>
        <p:spPr>
          <a:xfrm>
            <a:off x="6199632" y="1188720"/>
            <a:ext cx="5532120" cy="384048"/>
          </a:xfrm>
          <a:prstGeom prst="rect">
            <a:avLst/>
          </a:prstGeom>
          <a:solidFill>
            <a:srgbClr val="9DC3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D00C1E64-B665-D54B-30D2-3918F8DF670F}"/>
              </a:ext>
            </a:extLst>
          </p:cNvPr>
          <p:cNvSpPr txBox="1"/>
          <p:nvPr/>
        </p:nvSpPr>
        <p:spPr>
          <a:xfrm>
            <a:off x="6309360" y="1188720"/>
            <a:ext cx="5312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is attractive</a:t>
            </a:r>
            <a:endParaRPr lang="en-US" sz="14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CD4BADE7-EF0E-0F77-318C-3A3D6FD3C65C}"/>
              </a:ext>
            </a:extLst>
          </p:cNvPr>
          <p:cNvSpPr/>
          <p:nvPr/>
        </p:nvSpPr>
        <p:spPr>
          <a:xfrm>
            <a:off x="6199632" y="1572768"/>
            <a:ext cx="5532120" cy="235915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4B6A3B11-2F18-E278-59FB-C0784F396CAC}"/>
              </a:ext>
            </a:extLst>
          </p:cNvPr>
          <p:cNvSpPr txBox="1"/>
          <p:nvPr/>
        </p:nvSpPr>
        <p:spPr>
          <a:xfrm>
            <a:off x="6345936" y="1664208"/>
            <a:ext cx="523951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Steady-state performance cost is low.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scales to many domains, since there is no per-domain partition to shrink.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be applied to resources that are impractical to partition.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composes with other defenses rather than replacing them.</a:t>
            </a:r>
            <a:endParaRPr lang="en-US" sz="125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2700A507-10EE-99CB-556B-7B3ED214E36C}"/>
              </a:ext>
            </a:extLst>
          </p:cNvPr>
          <p:cNvSpPr/>
          <p:nvPr/>
        </p:nvSpPr>
        <p:spPr>
          <a:xfrm>
            <a:off x="579120" y="3547872"/>
            <a:ext cx="11228832" cy="384048"/>
          </a:xfrm>
          <a:prstGeom prst="rect">
            <a:avLst/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C6600129-54AE-9352-5CE5-635170E5600B}"/>
              </a:ext>
            </a:extLst>
          </p:cNvPr>
          <p:cNvSpPr txBox="1"/>
          <p:nvPr/>
        </p:nvSpPr>
        <p:spPr>
          <a:xfrm>
            <a:off x="688848" y="3547872"/>
            <a:ext cx="11009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Difficulties for the attackers</a:t>
            </a:r>
            <a:endParaRPr lang="en-US" sz="1400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B0869D1A-6979-43F7-8BB3-0D667C0332A1}"/>
              </a:ext>
            </a:extLst>
          </p:cNvPr>
          <p:cNvSpPr/>
          <p:nvPr/>
        </p:nvSpPr>
        <p:spPr>
          <a:xfrm>
            <a:off x="579120" y="3931920"/>
            <a:ext cx="11228832" cy="162763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82714EF3-9F52-C7BD-553D-3755CF7A2753}"/>
              </a:ext>
            </a:extLst>
          </p:cNvPr>
          <p:cNvSpPr txBox="1"/>
          <p:nvPr/>
        </p:nvSpPr>
        <p:spPr>
          <a:xfrm>
            <a:off x="725424" y="4023360"/>
            <a:ext cx="1093622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Randomization raises the attacker's cost</a:t>
            </a:r>
            <a:endParaRPr lang="en-US" sz="11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Several randomized cache designs were later broken by faster eviction-set construction.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Deterministic defenses lasts better than probabilistic ones, where a strong guarantee is required.</a:t>
            </a:r>
            <a:endParaRPr lang="en-US" sz="1180" dirty="0"/>
          </a:p>
        </p:txBody>
      </p:sp>
    </p:spTree>
    <p:extLst>
      <p:ext uri="{BB962C8B-B14F-4D97-AF65-F5344CB8AC3E}">
        <p14:creationId xmlns:p14="http://schemas.microsoft.com/office/powerpoint/2010/main" val="97342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7C1C6-BFE5-86BE-C53C-4D74AD36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4266A-0210-560A-5B06-36DAD54BB4F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108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72546DD-9320-46E7-3C9F-BEE263382DB0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Evaluating Microarchitectural Security in gem5</a:t>
            </a:r>
            <a:endParaRPr lang="en-US" sz="30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427DC49-02F9-9CC7-A9D6-99D93C86B1E7}"/>
              </a:ext>
            </a:extLst>
          </p:cNvPr>
          <p:cNvSpPr/>
          <p:nvPr/>
        </p:nvSpPr>
        <p:spPr>
          <a:xfrm>
            <a:off x="502920" y="1170432"/>
            <a:ext cx="11228832" cy="384048"/>
          </a:xfrm>
          <a:prstGeom prst="rect">
            <a:avLst/>
          </a:prstGeom>
          <a:solidFill>
            <a:srgbClr val="F4B1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4D971830-76D2-D308-10F5-C5B53963079F}"/>
              </a:ext>
            </a:extLst>
          </p:cNvPr>
          <p:cNvSpPr txBox="1"/>
          <p:nvPr/>
        </p:nvSpPr>
        <p:spPr>
          <a:xfrm>
            <a:off x="612648" y="1170432"/>
            <a:ext cx="11009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 simulator, when the attacks work on real hardware</a:t>
            </a:r>
            <a:endParaRPr lang="en-US" sz="14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AE7C5329-5A98-F026-2F3E-6F4297D3E3BF}"/>
              </a:ext>
            </a:extLst>
          </p:cNvPr>
          <p:cNvSpPr/>
          <p:nvPr/>
        </p:nvSpPr>
        <p:spPr>
          <a:xfrm>
            <a:off x="502920" y="1554480"/>
            <a:ext cx="11228832" cy="941832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DCA53AD3-8DFC-9AFF-3CD6-A254769FE132}"/>
              </a:ext>
            </a:extLst>
          </p:cNvPr>
          <p:cNvSpPr txBox="1"/>
          <p:nvPr/>
        </p:nvSpPr>
        <p:spPr>
          <a:xfrm>
            <a:off x="649224" y="1645920"/>
            <a:ext cx="109362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CPU/chips hides its microarchitecture.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gem5 lets the instrument to know the exact structures the attack exploits and changes.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3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We use the following command to configure the system and run the code</a:t>
            </a:r>
            <a:endParaRPr lang="en-US" sz="123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7CA2E002-4FDB-BCB8-03C7-070A04EE583A}"/>
              </a:ext>
            </a:extLst>
          </p:cNvPr>
          <p:cNvSpPr/>
          <p:nvPr/>
        </p:nvSpPr>
        <p:spPr>
          <a:xfrm>
            <a:off x="3226309" y="2692908"/>
            <a:ext cx="5532120" cy="16002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F8E057B4-5B28-4000-0652-15F67F0A5F5D}"/>
              </a:ext>
            </a:extLst>
          </p:cNvPr>
          <p:cNvSpPr txBox="1"/>
          <p:nvPr/>
        </p:nvSpPr>
        <p:spPr>
          <a:xfrm>
            <a:off x="3354325" y="2784348"/>
            <a:ext cx="52760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./build/X86/gem5.opt \configs/deprecated/example/se.py -c ./</a:t>
            </a:r>
            <a:r>
              <a:rPr lang="en-US" sz="1050" b="1" dirty="0" err="1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covert_channel</a:t>
            </a:r>
            <a:r>
              <a:rPr lang="en-US" sz="1050" b="1" dirty="0">
                <a:solidFill>
                  <a:srgbClr val="1F1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--cpu-type=DerivO3CPU --caches --l2cache         --l1d_size=32kB --l2_size=1MB</a:t>
            </a:r>
            <a:endParaRPr lang="en-US" sz="1050" dirty="0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4528E188-71CC-CA4E-8E31-1C49CF55E0F5}"/>
              </a:ext>
            </a:extLst>
          </p:cNvPr>
          <p:cNvSpPr/>
          <p:nvPr/>
        </p:nvSpPr>
        <p:spPr>
          <a:xfrm>
            <a:off x="6199632" y="3017520"/>
            <a:ext cx="5532120" cy="12344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32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733DF-2458-160F-5839-F63A791F9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6CC73-7664-3543-1C61-D873FF30A0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109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87AA79E-70CE-04E5-DDD4-C72F86FFE0C1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Codes, Object Files and Stats of the Attacks</a:t>
            </a:r>
            <a:endParaRPr lang="en-US" sz="3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106188-FF93-2AA2-0FC5-B9108F606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469" y="4041303"/>
            <a:ext cx="9457240" cy="2370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FB46C6-C96D-6221-0EEA-2C0F25183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290" y="1088335"/>
            <a:ext cx="4627806" cy="284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59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C1E76-7087-1340-2DB6-B4DE2305F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C1FEF-1832-4295-DDE9-1B6CE2DB96E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110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4AB6FE7D-87C5-1E31-CF72-F61EC390E2FC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Flush+Reload</a:t>
            </a: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Attack Code Execution</a:t>
            </a:r>
            <a:endParaRPr lang="en-US" sz="3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CA2EC7-E2A6-241C-9D80-78B9B7969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289" y="1234265"/>
            <a:ext cx="8564922" cy="481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1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30C4A-4154-A406-074A-69A772C80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B7F93-303C-5FB5-C69C-60D69BD7710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111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2FF31A1-1EA5-467C-ADE8-AA2DB29BDF2F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Flush+Flush</a:t>
            </a: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Attack Code Execution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7766F4-336C-91CB-DE9F-2BADFC226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956" y="1187276"/>
            <a:ext cx="8828088" cy="494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71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4250A-2C43-388F-04D5-068B3B74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9667E-7EED-B221-595E-59E6276EA5E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112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90AFD7A-A2A9-25B4-67A3-7CF6CE5BD472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Prime+Probe</a:t>
            </a: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Attack Code Execution</a:t>
            </a:r>
            <a:endParaRPr lang="en-US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B0EF5-0A32-7018-BB00-7893BB233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729" y="1248236"/>
            <a:ext cx="8791844" cy="492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2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3249C-19C8-2280-432C-26F1873B8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FB447-24E4-4069-703F-0C9EC3D6853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113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3234F76A-09EB-4F66-0905-05AFCDD95F44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Evict+Time</a:t>
            </a: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Attack Code Execution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A3BFDD-6CAA-B276-6DD8-EB056C17F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20" y="1248236"/>
            <a:ext cx="8330240" cy="468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9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5A4D2-8E0F-0DDF-6553-75BF41CE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95D72-45DE-E867-CE8B-C59CEBEC491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114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8B70DFE-B550-9D3E-103F-3FA01D6CCCD9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Stats.txt File Analysis</a:t>
            </a:r>
            <a:endParaRPr lang="en-US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7DCEC7-4E7F-419E-D813-D389FBF0C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136" y="1418253"/>
            <a:ext cx="6650512" cy="4394350"/>
          </a:xfrm>
          <a:prstGeom prst="rect">
            <a:avLst/>
          </a:prstGeom>
        </p:spPr>
      </p:pic>
      <p:sp>
        <p:nvSpPr>
          <p:cNvPr id="12" name="Text 12">
            <a:extLst>
              <a:ext uri="{FF2B5EF4-FFF2-40B4-BE49-F238E27FC236}">
                <a16:creationId xmlns:a16="http://schemas.microsoft.com/office/drawing/2014/main" id="{1E65638E-29BF-F144-1B7C-A29B841985F0}"/>
              </a:ext>
            </a:extLst>
          </p:cNvPr>
          <p:cNvSpPr txBox="1"/>
          <p:nvPr/>
        </p:nvSpPr>
        <p:spPr>
          <a:xfrm>
            <a:off x="137160" y="2337318"/>
            <a:ext cx="4611686" cy="2183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types of attacks are executed in the previous 4 slides.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The corresponding output of each type of code are shown in the output terminal screens.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After each execution a stats.txt file is generated.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This file holds all system parameters that is produced for the system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An example of the stats.txt file is shown beside.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This file contains system behavior on specific system configuration on specific code execution</a:t>
            </a:r>
            <a:endParaRPr lang="en-US" sz="1180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C6C54886-F73F-7EFC-5D97-79245FC9670D}"/>
              </a:ext>
            </a:extLst>
          </p:cNvPr>
          <p:cNvSpPr/>
          <p:nvPr/>
        </p:nvSpPr>
        <p:spPr>
          <a:xfrm>
            <a:off x="137160" y="1566607"/>
            <a:ext cx="4611686" cy="603504"/>
          </a:xfrm>
          <a:prstGeom prst="rect">
            <a:avLst/>
          </a:prstGeom>
          <a:solidFill>
            <a:srgbClr val="C5E1FB"/>
          </a:solidFill>
          <a:ln/>
        </p:spPr>
        <p:txBody>
          <a:bodyPr anchor="ctr" anchorCtr="0"/>
          <a:lstStyle/>
          <a:p>
            <a:pPr algn="ctr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code execution and system parameters</a:t>
            </a:r>
          </a:p>
        </p:txBody>
      </p:sp>
    </p:spTree>
    <p:extLst>
      <p:ext uri="{BB962C8B-B14F-4D97-AF65-F5344CB8AC3E}">
        <p14:creationId xmlns:p14="http://schemas.microsoft.com/office/powerpoint/2010/main" val="287523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A8765-F367-0A84-FCC0-3EA69316D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32C15-B544-EB1D-6731-6123189E32B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BEFA2CCA-4016-444A-8A97-A6204D353686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2F863976-988F-FA84-EFAF-90189E340C4D}"/>
              </a:ext>
            </a:extLst>
          </p:cNvPr>
          <p:cNvSpPr txBox="1"/>
          <p:nvPr/>
        </p:nvSpPr>
        <p:spPr>
          <a:xfrm>
            <a:off x="137160" y="54864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30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FC5D74F5-504C-6E6E-1C0C-CF4C974310AD}"/>
              </a:ext>
            </a:extLst>
          </p:cNvPr>
          <p:cNvSpPr txBox="1"/>
          <p:nvPr/>
        </p:nvSpPr>
        <p:spPr>
          <a:xfrm>
            <a:off x="792480" y="1310325"/>
            <a:ext cx="10607040" cy="1112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Microarchitecture leaks because the ISA promises results but says nothing about timing or leftover state.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Flush+Reload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gives line resolution but needs shared memory; </a:t>
            </a:r>
            <a:r>
              <a:rPr lang="en-US" sz="160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Prime+Probe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needs none and is the realistic cloud attack.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leakage is broader than caches: branches, table lookups, early exits and variable-latency instructions all leak.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principles: isolate, randomize, make secrets oblivious, constrain speculation, and put leakage in the contract.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defense trades performance for isolation, so report leakage and cost together or the evaluation is incomplete.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70285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FAC0E-E3E9-42E8-A754-589C3823F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E81D82-98C3-876F-356E-9458ADB3FBB8}"/>
              </a:ext>
            </a:extLst>
          </p:cNvPr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380C9E4-D7BE-4AB0-721C-3311FC9030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8636000" y="0"/>
            <a:ext cx="3556000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6BB98577-EFC8-899C-18E2-A74A1E095921}"/>
              </a:ext>
            </a:extLst>
          </p:cNvPr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5" name="Image 1" descr="MEST — National Microelectronics Security Training Center logo">
            <a:extLst>
              <a:ext uri="{FF2B5EF4-FFF2-40B4-BE49-F238E27FC236}">
                <a16:creationId xmlns:a16="http://schemas.microsoft.com/office/drawing/2014/main" id="{C9FA8BF3-FB59-9AAF-FB2A-EE44671714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5" r="-45"/>
          <a:stretch/>
        </p:blipFill>
        <p:spPr>
          <a:xfrm>
            <a:off x="812800" y="609600"/>
            <a:ext cx="952500" cy="92075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67B74BD4-9737-2E5D-2465-4A28C89E4752}"/>
              </a:ext>
            </a:extLst>
          </p:cNvPr>
          <p:cNvSpPr/>
          <p:nvPr/>
        </p:nvSpPr>
        <p:spPr>
          <a:xfrm>
            <a:off x="2019300" y="749300"/>
            <a:ext cx="12700" cy="635000"/>
          </a:xfrm>
          <a:prstGeom prst="rect">
            <a:avLst/>
          </a:prstGeom>
          <a:solidFill>
            <a:srgbClr val="D6D2C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7" name="Image 2" descr="Florida International University logo">
            <a:extLst>
              <a:ext uri="{FF2B5EF4-FFF2-40B4-BE49-F238E27FC236}">
                <a16:creationId xmlns:a16="http://schemas.microsoft.com/office/drawing/2014/main" id="{C73287F6-C662-D562-1044-94D8DEF064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3300" y="698500"/>
            <a:ext cx="996950" cy="74295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AB0807F6-7740-7F9C-1BF7-1E9CB0E35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2794000"/>
            <a:ext cx="758698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000" b="1" i="0" dirty="0">
                <a:solidFill>
                  <a:srgbClr val="0B1F3F"/>
                </a:solidFill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Thank you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025A395-5B82-BD9D-BA02-C3B3B303F577}"/>
              </a:ext>
            </a:extLst>
          </p:cNvPr>
          <p:cNvSpPr/>
          <p:nvPr/>
        </p:nvSpPr>
        <p:spPr>
          <a:xfrm>
            <a:off x="812800" y="4063999"/>
            <a:ext cx="6772988" cy="45719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13" name="Image 3" descr="SeRLoP Research logo">
            <a:extLst>
              <a:ext uri="{FF2B5EF4-FFF2-40B4-BE49-F238E27FC236}">
                <a16:creationId xmlns:a16="http://schemas.microsoft.com/office/drawing/2014/main" id="{076CA9A0-CCF2-6CC3-8B5B-C18E1C0D70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11" r="-811"/>
          <a:stretch/>
        </p:blipFill>
        <p:spPr>
          <a:xfrm>
            <a:off x="222250" y="6534150"/>
            <a:ext cx="1555750" cy="165100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62489311-0DE3-E72F-875D-2E207C89A92F}"/>
              </a:ext>
            </a:extLst>
          </p:cNvPr>
          <p:cNvSpPr/>
          <p:nvPr/>
        </p:nvSpPr>
        <p:spPr>
          <a:xfrm>
            <a:off x="10363200" y="6238280"/>
            <a:ext cx="1016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D4E5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98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6307452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76B1C-3822-D6C3-684B-970468AE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race 15">
            <a:extLst>
              <a:ext uri="{FF2B5EF4-FFF2-40B4-BE49-F238E27FC236}">
                <a16:creationId xmlns:a16="http://schemas.microsoft.com/office/drawing/2014/main" id="{8011F431-00FD-58DC-83F8-9E7D4D24B053}"/>
              </a:ext>
            </a:extLst>
          </p:cNvPr>
          <p:cNvSpPr/>
          <p:nvPr/>
        </p:nvSpPr>
        <p:spPr>
          <a:xfrm>
            <a:off x="8153400" y="0"/>
            <a:ext cx="0" cy="3524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7" name="Trace 16">
            <a:extLst>
              <a:ext uri="{FF2B5EF4-FFF2-40B4-BE49-F238E27FC236}">
                <a16:creationId xmlns:a16="http://schemas.microsoft.com/office/drawing/2014/main" id="{570841A4-E4F8-2681-2F3B-B43B7272C9FF}"/>
              </a:ext>
            </a:extLst>
          </p:cNvPr>
          <p:cNvSpPr/>
          <p:nvPr/>
        </p:nvSpPr>
        <p:spPr>
          <a:xfrm>
            <a:off x="86677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9" name="Trace 18">
            <a:extLst>
              <a:ext uri="{FF2B5EF4-FFF2-40B4-BE49-F238E27FC236}">
                <a16:creationId xmlns:a16="http://schemas.microsoft.com/office/drawing/2014/main" id="{031436F4-DED5-A043-15F7-744CC40DD410}"/>
              </a:ext>
            </a:extLst>
          </p:cNvPr>
          <p:cNvSpPr/>
          <p:nvPr/>
        </p:nvSpPr>
        <p:spPr>
          <a:xfrm>
            <a:off x="93535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0" name="Trace 19">
            <a:extLst>
              <a:ext uri="{FF2B5EF4-FFF2-40B4-BE49-F238E27FC236}">
                <a16:creationId xmlns:a16="http://schemas.microsoft.com/office/drawing/2014/main" id="{14033CD5-00D8-0737-B482-7EFEC53316DB}"/>
              </a:ext>
            </a:extLst>
          </p:cNvPr>
          <p:cNvSpPr/>
          <p:nvPr/>
        </p:nvSpPr>
        <p:spPr>
          <a:xfrm>
            <a:off x="96964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2" name="Trace 21">
            <a:extLst>
              <a:ext uri="{FF2B5EF4-FFF2-40B4-BE49-F238E27FC236}">
                <a16:creationId xmlns:a16="http://schemas.microsoft.com/office/drawing/2014/main" id="{6A36F8B1-2C07-10F4-6943-A8C52EE1A751}"/>
              </a:ext>
            </a:extLst>
          </p:cNvPr>
          <p:cNvSpPr/>
          <p:nvPr/>
        </p:nvSpPr>
        <p:spPr>
          <a:xfrm>
            <a:off x="103822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" name="Trace 24">
            <a:extLst>
              <a:ext uri="{FF2B5EF4-FFF2-40B4-BE49-F238E27FC236}">
                <a16:creationId xmlns:a16="http://schemas.microsoft.com/office/drawing/2014/main" id="{C1497C71-E383-51EE-0453-2B67C7E63809}"/>
              </a:ext>
            </a:extLst>
          </p:cNvPr>
          <p:cNvSpPr/>
          <p:nvPr/>
        </p:nvSpPr>
        <p:spPr>
          <a:xfrm>
            <a:off x="10896600" y="0"/>
            <a:ext cx="0" cy="3524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7BC6BC65-E3B9-BD83-CF05-8AFBB04C355C}"/>
              </a:ext>
            </a:extLst>
          </p:cNvPr>
          <p:cNvGrpSpPr/>
          <p:nvPr/>
        </p:nvGrpSpPr>
        <p:grpSpPr>
          <a:xfrm>
            <a:off x="7674610" y="1028700"/>
            <a:ext cx="4517390" cy="5689282"/>
            <a:chOff x="7223760" y="352425"/>
            <a:chExt cx="4968240" cy="4463415"/>
          </a:xfrm>
        </p:grpSpPr>
        <p:sp>
          <p:nvSpPr>
            <p:cNvPr id="2" name="Trace 1">
              <a:extLst>
                <a:ext uri="{FF2B5EF4-FFF2-40B4-BE49-F238E27FC236}">
                  <a16:creationId xmlns:a16="http://schemas.microsoft.com/office/drawing/2014/main" id="{820F937C-61BC-EBF0-63FD-666405A3FCDF}"/>
                </a:ext>
              </a:extLst>
            </p:cNvPr>
            <p:cNvSpPr/>
            <p:nvPr/>
          </p:nvSpPr>
          <p:spPr>
            <a:xfrm>
              <a:off x="11325225" y="1295400"/>
              <a:ext cx="2476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" name="Trace 2">
              <a:extLst>
                <a:ext uri="{FF2B5EF4-FFF2-40B4-BE49-F238E27FC236}">
                  <a16:creationId xmlns:a16="http://schemas.microsoft.com/office/drawing/2014/main" id="{6C0D1AFD-E420-F7E2-19F6-6FDA7D0556F1}"/>
                </a:ext>
              </a:extLst>
            </p:cNvPr>
            <p:cNvSpPr/>
            <p:nvPr/>
          </p:nvSpPr>
          <p:spPr>
            <a:xfrm flipV="1">
              <a:off x="11572875" y="1057275"/>
              <a:ext cx="238125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" name="Trace 3">
              <a:extLst>
                <a:ext uri="{FF2B5EF4-FFF2-40B4-BE49-F238E27FC236}">
                  <a16:creationId xmlns:a16="http://schemas.microsoft.com/office/drawing/2014/main" id="{672897CA-D40E-3E1C-FA4E-142C519BC1AE}"/>
                </a:ext>
              </a:extLst>
            </p:cNvPr>
            <p:cNvSpPr/>
            <p:nvPr/>
          </p:nvSpPr>
          <p:spPr>
            <a:xfrm>
              <a:off x="11811000" y="1057275"/>
              <a:ext cx="3810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" name="Trace 4">
              <a:extLst>
                <a:ext uri="{FF2B5EF4-FFF2-40B4-BE49-F238E27FC236}">
                  <a16:creationId xmlns:a16="http://schemas.microsoft.com/office/drawing/2014/main" id="{9F6E2089-0D17-9D97-D42A-AADD1DF6838B}"/>
                </a:ext>
              </a:extLst>
            </p:cNvPr>
            <p:cNvSpPr/>
            <p:nvPr/>
          </p:nvSpPr>
          <p:spPr>
            <a:xfrm>
              <a:off x="11325225" y="16383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" name="Trace 5">
              <a:extLst>
                <a:ext uri="{FF2B5EF4-FFF2-40B4-BE49-F238E27FC236}">
                  <a16:creationId xmlns:a16="http://schemas.microsoft.com/office/drawing/2014/main" id="{79262DE5-0F6C-EDFB-C86F-9C5F041D1665}"/>
                </a:ext>
              </a:extLst>
            </p:cNvPr>
            <p:cNvSpPr/>
            <p:nvPr/>
          </p:nvSpPr>
          <p:spPr>
            <a:xfrm>
              <a:off x="11325225" y="1981200"/>
              <a:ext cx="3524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" name="Trace 6">
              <a:extLst>
                <a:ext uri="{FF2B5EF4-FFF2-40B4-BE49-F238E27FC236}">
                  <a16:creationId xmlns:a16="http://schemas.microsoft.com/office/drawing/2014/main" id="{9C0E5721-E75E-ABB1-D730-051C1939C222}"/>
                </a:ext>
              </a:extLst>
            </p:cNvPr>
            <p:cNvSpPr/>
            <p:nvPr/>
          </p:nvSpPr>
          <p:spPr>
            <a:xfrm>
              <a:off x="11325225" y="23241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" name="Trace 7">
              <a:extLst>
                <a:ext uri="{FF2B5EF4-FFF2-40B4-BE49-F238E27FC236}">
                  <a16:creationId xmlns:a16="http://schemas.microsoft.com/office/drawing/2014/main" id="{88441E51-5A9C-04F4-8E46-BFA8C47AC001}"/>
                </a:ext>
              </a:extLst>
            </p:cNvPr>
            <p:cNvSpPr/>
            <p:nvPr/>
          </p:nvSpPr>
          <p:spPr>
            <a:xfrm>
              <a:off x="11325225" y="26670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" name="Trace 8">
              <a:extLst>
                <a:ext uri="{FF2B5EF4-FFF2-40B4-BE49-F238E27FC236}">
                  <a16:creationId xmlns:a16="http://schemas.microsoft.com/office/drawing/2014/main" id="{A570454B-3EBC-976E-4CC8-F872ECCB4A63}"/>
                </a:ext>
              </a:extLst>
            </p:cNvPr>
            <p:cNvSpPr/>
            <p:nvPr/>
          </p:nvSpPr>
          <p:spPr>
            <a:xfrm>
              <a:off x="11325225" y="3009900"/>
              <a:ext cx="3143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" name="Trace 9">
              <a:extLst>
                <a:ext uri="{FF2B5EF4-FFF2-40B4-BE49-F238E27FC236}">
                  <a16:creationId xmlns:a16="http://schemas.microsoft.com/office/drawing/2014/main" id="{30EE40FD-5F0B-FC00-EABB-3963BC268022}"/>
                </a:ext>
              </a:extLst>
            </p:cNvPr>
            <p:cNvSpPr/>
            <p:nvPr/>
          </p:nvSpPr>
          <p:spPr>
            <a:xfrm>
              <a:off x="11325225" y="3352800"/>
              <a:ext cx="2476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" name="Trace 10">
              <a:extLst>
                <a:ext uri="{FF2B5EF4-FFF2-40B4-BE49-F238E27FC236}">
                  <a16:creationId xmlns:a16="http://schemas.microsoft.com/office/drawing/2014/main" id="{FA057E54-8514-3FA7-D3B7-6CCE143110E2}"/>
                </a:ext>
              </a:extLst>
            </p:cNvPr>
            <p:cNvSpPr/>
            <p:nvPr/>
          </p:nvSpPr>
          <p:spPr>
            <a:xfrm>
              <a:off x="11572875" y="3352800"/>
              <a:ext cx="238125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" name="Trace 11">
              <a:extLst>
                <a:ext uri="{FF2B5EF4-FFF2-40B4-BE49-F238E27FC236}">
                  <a16:creationId xmlns:a16="http://schemas.microsoft.com/office/drawing/2014/main" id="{A0B6396E-8519-EFA2-7DA1-0DFF5773C1B5}"/>
                </a:ext>
              </a:extLst>
            </p:cNvPr>
            <p:cNvSpPr/>
            <p:nvPr/>
          </p:nvSpPr>
          <p:spPr>
            <a:xfrm>
              <a:off x="11811000" y="3590925"/>
              <a:ext cx="3810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" name="Trace 12">
              <a:extLst>
                <a:ext uri="{FF2B5EF4-FFF2-40B4-BE49-F238E27FC236}">
                  <a16:creationId xmlns:a16="http://schemas.microsoft.com/office/drawing/2014/main" id="{78248F1F-0072-3537-74AA-75CD69174E43}"/>
                </a:ext>
              </a:extLst>
            </p:cNvPr>
            <p:cNvSpPr/>
            <p:nvPr/>
          </p:nvSpPr>
          <p:spPr>
            <a:xfrm>
              <a:off x="11325225" y="36957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" name="Trace 13">
              <a:extLst>
                <a:ext uri="{FF2B5EF4-FFF2-40B4-BE49-F238E27FC236}">
                  <a16:creationId xmlns:a16="http://schemas.microsoft.com/office/drawing/2014/main" id="{38B75DA8-DC5E-CA71-BEF3-A5B46106532A}"/>
                </a:ext>
              </a:extLst>
            </p:cNvPr>
            <p:cNvSpPr/>
            <p:nvPr/>
          </p:nvSpPr>
          <p:spPr>
            <a:xfrm>
              <a:off x="8324850" y="523875"/>
              <a:ext cx="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" name="Trace 14">
              <a:extLst>
                <a:ext uri="{FF2B5EF4-FFF2-40B4-BE49-F238E27FC236}">
                  <a16:creationId xmlns:a16="http://schemas.microsoft.com/office/drawing/2014/main" id="{1B7C4820-F325-56E0-2520-8C091DF61134}"/>
                </a:ext>
              </a:extLst>
            </p:cNvPr>
            <p:cNvSpPr/>
            <p:nvPr/>
          </p:nvSpPr>
          <p:spPr>
            <a:xfrm>
              <a:off x="8153400" y="352425"/>
              <a:ext cx="17145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" name="Trace 17">
              <a:extLst>
                <a:ext uri="{FF2B5EF4-FFF2-40B4-BE49-F238E27FC236}">
                  <a16:creationId xmlns:a16="http://schemas.microsoft.com/office/drawing/2014/main" id="{427C2D65-C6E7-2B45-3E15-15D50956E88A}"/>
                </a:ext>
              </a:extLst>
            </p:cNvPr>
            <p:cNvSpPr/>
            <p:nvPr/>
          </p:nvSpPr>
          <p:spPr>
            <a:xfrm>
              <a:off x="9010650" y="457200"/>
              <a:ext cx="0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" name="Trace 20">
              <a:extLst>
                <a:ext uri="{FF2B5EF4-FFF2-40B4-BE49-F238E27FC236}">
                  <a16:creationId xmlns:a16="http://schemas.microsoft.com/office/drawing/2014/main" id="{91DB5B92-11C3-9C1E-7D9A-C6D1E03D0CA5}"/>
                </a:ext>
              </a:extLst>
            </p:cNvPr>
            <p:cNvSpPr/>
            <p:nvPr/>
          </p:nvSpPr>
          <p:spPr>
            <a:xfrm>
              <a:off x="10039350" y="457200"/>
              <a:ext cx="0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" name="Trace 22">
              <a:extLst>
                <a:ext uri="{FF2B5EF4-FFF2-40B4-BE49-F238E27FC236}">
                  <a16:creationId xmlns:a16="http://schemas.microsoft.com/office/drawing/2014/main" id="{29CAA3F9-6ADD-FE70-348F-797ECC4DEC82}"/>
                </a:ext>
              </a:extLst>
            </p:cNvPr>
            <p:cNvSpPr/>
            <p:nvPr/>
          </p:nvSpPr>
          <p:spPr>
            <a:xfrm>
              <a:off x="10725150" y="523875"/>
              <a:ext cx="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" name="Trace 23">
              <a:extLst>
                <a:ext uri="{FF2B5EF4-FFF2-40B4-BE49-F238E27FC236}">
                  <a16:creationId xmlns:a16="http://schemas.microsoft.com/office/drawing/2014/main" id="{591319E2-AE3F-D031-1A36-6BAACFDA87EB}"/>
                </a:ext>
              </a:extLst>
            </p:cNvPr>
            <p:cNvSpPr/>
            <p:nvPr/>
          </p:nvSpPr>
          <p:spPr>
            <a:xfrm flipV="1">
              <a:off x="10725150" y="352425"/>
              <a:ext cx="17145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6" name="Trace 25">
              <a:extLst>
                <a:ext uri="{FF2B5EF4-FFF2-40B4-BE49-F238E27FC236}">
                  <a16:creationId xmlns:a16="http://schemas.microsoft.com/office/drawing/2014/main" id="{CADCE271-5F0E-4120-2C48-44A44FA1F4F8}"/>
                </a:ext>
              </a:extLst>
            </p:cNvPr>
            <p:cNvSpPr/>
            <p:nvPr/>
          </p:nvSpPr>
          <p:spPr>
            <a:xfrm>
              <a:off x="8324850" y="4295775"/>
              <a:ext cx="0" cy="1809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7" name="Trace 26">
              <a:extLst>
                <a:ext uri="{FF2B5EF4-FFF2-40B4-BE49-F238E27FC236}">
                  <a16:creationId xmlns:a16="http://schemas.microsoft.com/office/drawing/2014/main" id="{2D2EFE12-A075-D8E1-006A-CBB68A032D4A}"/>
                </a:ext>
              </a:extLst>
            </p:cNvPr>
            <p:cNvSpPr/>
            <p:nvPr/>
          </p:nvSpPr>
          <p:spPr>
            <a:xfrm flipV="1">
              <a:off x="8096250" y="4476750"/>
              <a:ext cx="228600" cy="22860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8" name="Trace 27">
              <a:extLst>
                <a:ext uri="{FF2B5EF4-FFF2-40B4-BE49-F238E27FC236}">
                  <a16:creationId xmlns:a16="http://schemas.microsoft.com/office/drawing/2014/main" id="{BF3ED216-4796-B8B0-E6AA-C5319B41DF78}"/>
                </a:ext>
              </a:extLst>
            </p:cNvPr>
            <p:cNvSpPr/>
            <p:nvPr/>
          </p:nvSpPr>
          <p:spPr>
            <a:xfrm>
              <a:off x="7524750" y="4705350"/>
              <a:ext cx="5715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9" name="Trace 28">
              <a:extLst>
                <a:ext uri="{FF2B5EF4-FFF2-40B4-BE49-F238E27FC236}">
                  <a16:creationId xmlns:a16="http://schemas.microsoft.com/office/drawing/2014/main" id="{17B46EEF-1D16-559B-34EB-FF780984D786}"/>
                </a:ext>
              </a:extLst>
            </p:cNvPr>
            <p:cNvSpPr/>
            <p:nvPr/>
          </p:nvSpPr>
          <p:spPr>
            <a:xfrm>
              <a:off x="86677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0" name="Trace 29">
              <a:extLst>
                <a:ext uri="{FF2B5EF4-FFF2-40B4-BE49-F238E27FC236}">
                  <a16:creationId xmlns:a16="http://schemas.microsoft.com/office/drawing/2014/main" id="{4E126ECA-D807-3EEA-6AB5-9C0C4B9F8C2B}"/>
                </a:ext>
              </a:extLst>
            </p:cNvPr>
            <p:cNvSpPr/>
            <p:nvPr/>
          </p:nvSpPr>
          <p:spPr>
            <a:xfrm>
              <a:off x="90106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1" name="Trace 30">
              <a:extLst>
                <a:ext uri="{FF2B5EF4-FFF2-40B4-BE49-F238E27FC236}">
                  <a16:creationId xmlns:a16="http://schemas.microsoft.com/office/drawing/2014/main" id="{827791D2-367D-B328-5F64-9DC21E5D5AE1}"/>
                </a:ext>
              </a:extLst>
            </p:cNvPr>
            <p:cNvSpPr/>
            <p:nvPr/>
          </p:nvSpPr>
          <p:spPr>
            <a:xfrm>
              <a:off x="93535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2" name="Trace 31">
              <a:extLst>
                <a:ext uri="{FF2B5EF4-FFF2-40B4-BE49-F238E27FC236}">
                  <a16:creationId xmlns:a16="http://schemas.microsoft.com/office/drawing/2014/main" id="{510CFAE7-D2FE-2FB8-AEAD-1D886D5BA44F}"/>
                </a:ext>
              </a:extLst>
            </p:cNvPr>
            <p:cNvSpPr/>
            <p:nvPr/>
          </p:nvSpPr>
          <p:spPr>
            <a:xfrm>
              <a:off x="96964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3" name="Trace 32">
              <a:extLst>
                <a:ext uri="{FF2B5EF4-FFF2-40B4-BE49-F238E27FC236}">
                  <a16:creationId xmlns:a16="http://schemas.microsoft.com/office/drawing/2014/main" id="{BFCE0176-7D7D-9A5E-909B-D7A349D487D7}"/>
                </a:ext>
              </a:extLst>
            </p:cNvPr>
            <p:cNvSpPr/>
            <p:nvPr/>
          </p:nvSpPr>
          <p:spPr>
            <a:xfrm>
              <a:off x="100393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4" name="Trace 33">
              <a:extLst>
                <a:ext uri="{FF2B5EF4-FFF2-40B4-BE49-F238E27FC236}">
                  <a16:creationId xmlns:a16="http://schemas.microsoft.com/office/drawing/2014/main" id="{9E866DD5-783D-7717-A88C-3B32FC996619}"/>
                </a:ext>
              </a:extLst>
            </p:cNvPr>
            <p:cNvSpPr/>
            <p:nvPr/>
          </p:nvSpPr>
          <p:spPr>
            <a:xfrm>
              <a:off x="103822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5" name="Trace 34">
              <a:extLst>
                <a:ext uri="{FF2B5EF4-FFF2-40B4-BE49-F238E27FC236}">
                  <a16:creationId xmlns:a16="http://schemas.microsoft.com/office/drawing/2014/main" id="{A658EB00-CA43-1ABC-2FF5-B9AB56AC0A40}"/>
                </a:ext>
              </a:extLst>
            </p:cNvPr>
            <p:cNvSpPr/>
            <p:nvPr/>
          </p:nvSpPr>
          <p:spPr>
            <a:xfrm>
              <a:off x="10725150" y="4295775"/>
              <a:ext cx="0" cy="1809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6" name="Trace 35">
              <a:extLst>
                <a:ext uri="{FF2B5EF4-FFF2-40B4-BE49-F238E27FC236}">
                  <a16:creationId xmlns:a16="http://schemas.microsoft.com/office/drawing/2014/main" id="{4640C7A8-9DD8-8E50-576F-37F1AF8B8776}"/>
                </a:ext>
              </a:extLst>
            </p:cNvPr>
            <p:cNvSpPr/>
            <p:nvPr/>
          </p:nvSpPr>
          <p:spPr>
            <a:xfrm>
              <a:off x="10725150" y="4476750"/>
              <a:ext cx="228600" cy="22860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7" name="Trace 36">
              <a:extLst>
                <a:ext uri="{FF2B5EF4-FFF2-40B4-BE49-F238E27FC236}">
                  <a16:creationId xmlns:a16="http://schemas.microsoft.com/office/drawing/2014/main" id="{EEC09C09-6467-49DF-9047-5CBC5CD74261}"/>
                </a:ext>
              </a:extLst>
            </p:cNvPr>
            <p:cNvSpPr/>
            <p:nvPr/>
          </p:nvSpPr>
          <p:spPr>
            <a:xfrm>
              <a:off x="10953750" y="4705350"/>
              <a:ext cx="12382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8" name="Trace 37">
              <a:extLst>
                <a:ext uri="{FF2B5EF4-FFF2-40B4-BE49-F238E27FC236}">
                  <a16:creationId xmlns:a16="http://schemas.microsoft.com/office/drawing/2014/main" id="{F904B530-21CC-E007-A876-C8B7CF5FE9FB}"/>
                </a:ext>
              </a:extLst>
            </p:cNvPr>
            <p:cNvSpPr/>
            <p:nvPr/>
          </p:nvSpPr>
          <p:spPr>
            <a:xfrm>
              <a:off x="7258050" y="12954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9" name="Trace 38">
              <a:extLst>
                <a:ext uri="{FF2B5EF4-FFF2-40B4-BE49-F238E27FC236}">
                  <a16:creationId xmlns:a16="http://schemas.microsoft.com/office/drawing/2014/main" id="{3B465AD5-3842-9AC9-FD60-379981E86D6D}"/>
                </a:ext>
              </a:extLst>
            </p:cNvPr>
            <p:cNvSpPr/>
            <p:nvPr/>
          </p:nvSpPr>
          <p:spPr>
            <a:xfrm>
              <a:off x="7467600" y="16383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0" name="Trace 39">
              <a:extLst>
                <a:ext uri="{FF2B5EF4-FFF2-40B4-BE49-F238E27FC236}">
                  <a16:creationId xmlns:a16="http://schemas.microsoft.com/office/drawing/2014/main" id="{145D52BE-7CF1-1910-9F68-2022B40136B5}"/>
                </a:ext>
              </a:extLst>
            </p:cNvPr>
            <p:cNvSpPr/>
            <p:nvPr/>
          </p:nvSpPr>
          <p:spPr>
            <a:xfrm>
              <a:off x="7258050" y="19812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1" name="Trace 40">
              <a:extLst>
                <a:ext uri="{FF2B5EF4-FFF2-40B4-BE49-F238E27FC236}">
                  <a16:creationId xmlns:a16="http://schemas.microsoft.com/office/drawing/2014/main" id="{35300B7F-869C-9C80-2011-164F70A16C5D}"/>
                </a:ext>
              </a:extLst>
            </p:cNvPr>
            <p:cNvSpPr/>
            <p:nvPr/>
          </p:nvSpPr>
          <p:spPr>
            <a:xfrm>
              <a:off x="7467600" y="23241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2" name="Trace 41">
              <a:extLst>
                <a:ext uri="{FF2B5EF4-FFF2-40B4-BE49-F238E27FC236}">
                  <a16:creationId xmlns:a16="http://schemas.microsoft.com/office/drawing/2014/main" id="{94322DB7-7E6B-2A6C-631E-36847BD41CD5}"/>
                </a:ext>
              </a:extLst>
            </p:cNvPr>
            <p:cNvSpPr/>
            <p:nvPr/>
          </p:nvSpPr>
          <p:spPr>
            <a:xfrm>
              <a:off x="7258050" y="26670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3" name="Trace 42">
              <a:extLst>
                <a:ext uri="{FF2B5EF4-FFF2-40B4-BE49-F238E27FC236}">
                  <a16:creationId xmlns:a16="http://schemas.microsoft.com/office/drawing/2014/main" id="{992856B7-B814-DEDF-D388-3A7085CBB8C9}"/>
                </a:ext>
              </a:extLst>
            </p:cNvPr>
            <p:cNvSpPr/>
            <p:nvPr/>
          </p:nvSpPr>
          <p:spPr>
            <a:xfrm>
              <a:off x="7467600" y="30099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4" name="Trace 43">
              <a:extLst>
                <a:ext uri="{FF2B5EF4-FFF2-40B4-BE49-F238E27FC236}">
                  <a16:creationId xmlns:a16="http://schemas.microsoft.com/office/drawing/2014/main" id="{E694984F-0CF5-BA8C-2E9D-032E885E270C}"/>
                </a:ext>
              </a:extLst>
            </p:cNvPr>
            <p:cNvSpPr/>
            <p:nvPr/>
          </p:nvSpPr>
          <p:spPr>
            <a:xfrm>
              <a:off x="7258050" y="33528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5" name="Trace 44">
              <a:extLst>
                <a:ext uri="{FF2B5EF4-FFF2-40B4-BE49-F238E27FC236}">
                  <a16:creationId xmlns:a16="http://schemas.microsoft.com/office/drawing/2014/main" id="{88CEFAB5-DD42-EEAD-9FE7-EE84EB806D56}"/>
                </a:ext>
              </a:extLst>
            </p:cNvPr>
            <p:cNvSpPr/>
            <p:nvPr/>
          </p:nvSpPr>
          <p:spPr>
            <a:xfrm>
              <a:off x="7467600" y="36957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6" name="Via 1">
              <a:extLst>
                <a:ext uri="{FF2B5EF4-FFF2-40B4-BE49-F238E27FC236}">
                  <a16:creationId xmlns:a16="http://schemas.microsoft.com/office/drawing/2014/main" id="{81B3442C-8FB2-0EB4-0CC7-9E867303CBE7}"/>
                </a:ext>
              </a:extLst>
            </p:cNvPr>
            <p:cNvSpPr/>
            <p:nvPr/>
          </p:nvSpPr>
          <p:spPr>
            <a:xfrm>
              <a:off x="11643360" y="1946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7" name="Via 2">
              <a:extLst>
                <a:ext uri="{FF2B5EF4-FFF2-40B4-BE49-F238E27FC236}">
                  <a16:creationId xmlns:a16="http://schemas.microsoft.com/office/drawing/2014/main" id="{839A4E2C-3FA5-4500-D8AF-4CC6144A0FDD}"/>
                </a:ext>
              </a:extLst>
            </p:cNvPr>
            <p:cNvSpPr/>
            <p:nvPr/>
          </p:nvSpPr>
          <p:spPr>
            <a:xfrm>
              <a:off x="11605260" y="29756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8" name="Via 3">
              <a:extLst>
                <a:ext uri="{FF2B5EF4-FFF2-40B4-BE49-F238E27FC236}">
                  <a16:creationId xmlns:a16="http://schemas.microsoft.com/office/drawing/2014/main" id="{C00F3B2F-61BC-B2C2-4084-31E61BDF1235}"/>
                </a:ext>
              </a:extLst>
            </p:cNvPr>
            <p:cNvSpPr/>
            <p:nvPr/>
          </p:nvSpPr>
          <p:spPr>
            <a:xfrm>
              <a:off x="8976360" y="422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9" name="Via 4">
              <a:extLst>
                <a:ext uri="{FF2B5EF4-FFF2-40B4-BE49-F238E27FC236}">
                  <a16:creationId xmlns:a16="http://schemas.microsoft.com/office/drawing/2014/main" id="{0E3FC7F8-74C6-3A23-A3E5-D2163688915E}"/>
                </a:ext>
              </a:extLst>
            </p:cNvPr>
            <p:cNvSpPr/>
            <p:nvPr/>
          </p:nvSpPr>
          <p:spPr>
            <a:xfrm>
              <a:off x="10005060" y="422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0" name="Via 5">
              <a:extLst>
                <a:ext uri="{FF2B5EF4-FFF2-40B4-BE49-F238E27FC236}">
                  <a16:creationId xmlns:a16="http://schemas.microsoft.com/office/drawing/2014/main" id="{A3D00880-AEDD-9634-76CB-E531D298B7B2}"/>
                </a:ext>
              </a:extLst>
            </p:cNvPr>
            <p:cNvSpPr/>
            <p:nvPr/>
          </p:nvSpPr>
          <p:spPr>
            <a:xfrm>
              <a:off x="7490460" y="46710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1" name="Via 6">
              <a:extLst>
                <a:ext uri="{FF2B5EF4-FFF2-40B4-BE49-F238E27FC236}">
                  <a16:creationId xmlns:a16="http://schemas.microsoft.com/office/drawing/2014/main" id="{1B24BB2B-369E-2F56-854C-0DC51BD8FFC5}"/>
                </a:ext>
              </a:extLst>
            </p:cNvPr>
            <p:cNvSpPr/>
            <p:nvPr/>
          </p:nvSpPr>
          <p:spPr>
            <a:xfrm>
              <a:off x="86334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2" name="Via 7">
              <a:extLst>
                <a:ext uri="{FF2B5EF4-FFF2-40B4-BE49-F238E27FC236}">
                  <a16:creationId xmlns:a16="http://schemas.microsoft.com/office/drawing/2014/main" id="{5CC662CE-DD43-9166-CE03-90950F08B658}"/>
                </a:ext>
              </a:extLst>
            </p:cNvPr>
            <p:cNvSpPr/>
            <p:nvPr/>
          </p:nvSpPr>
          <p:spPr>
            <a:xfrm>
              <a:off x="89763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3" name="Via 8">
              <a:extLst>
                <a:ext uri="{FF2B5EF4-FFF2-40B4-BE49-F238E27FC236}">
                  <a16:creationId xmlns:a16="http://schemas.microsoft.com/office/drawing/2014/main" id="{FCAF2C02-C49C-DD71-634E-76EF77A7AF58}"/>
                </a:ext>
              </a:extLst>
            </p:cNvPr>
            <p:cNvSpPr/>
            <p:nvPr/>
          </p:nvSpPr>
          <p:spPr>
            <a:xfrm>
              <a:off x="93192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4" name="Via 9">
              <a:extLst>
                <a:ext uri="{FF2B5EF4-FFF2-40B4-BE49-F238E27FC236}">
                  <a16:creationId xmlns:a16="http://schemas.microsoft.com/office/drawing/2014/main" id="{3A09D544-F388-A3ED-1352-33B9AB4D7838}"/>
                </a:ext>
              </a:extLst>
            </p:cNvPr>
            <p:cNvSpPr/>
            <p:nvPr/>
          </p:nvSpPr>
          <p:spPr>
            <a:xfrm>
              <a:off x="96621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5" name="Via 10">
              <a:extLst>
                <a:ext uri="{FF2B5EF4-FFF2-40B4-BE49-F238E27FC236}">
                  <a16:creationId xmlns:a16="http://schemas.microsoft.com/office/drawing/2014/main" id="{4884899C-22F5-D6B1-8C87-3853DDB22C08}"/>
                </a:ext>
              </a:extLst>
            </p:cNvPr>
            <p:cNvSpPr/>
            <p:nvPr/>
          </p:nvSpPr>
          <p:spPr>
            <a:xfrm>
              <a:off x="100050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6" name="Via 11">
              <a:extLst>
                <a:ext uri="{FF2B5EF4-FFF2-40B4-BE49-F238E27FC236}">
                  <a16:creationId xmlns:a16="http://schemas.microsoft.com/office/drawing/2014/main" id="{22123D7A-38AA-7189-500E-31DA570DD81D}"/>
                </a:ext>
              </a:extLst>
            </p:cNvPr>
            <p:cNvSpPr/>
            <p:nvPr/>
          </p:nvSpPr>
          <p:spPr>
            <a:xfrm>
              <a:off x="103479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7" name="Via 12">
              <a:extLst>
                <a:ext uri="{FF2B5EF4-FFF2-40B4-BE49-F238E27FC236}">
                  <a16:creationId xmlns:a16="http://schemas.microsoft.com/office/drawing/2014/main" id="{B221AB3D-03DC-C40C-FC25-8214ABD0189F}"/>
                </a:ext>
              </a:extLst>
            </p:cNvPr>
            <p:cNvSpPr/>
            <p:nvPr/>
          </p:nvSpPr>
          <p:spPr>
            <a:xfrm>
              <a:off x="7223760" y="12611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8" name="Via 13">
              <a:extLst>
                <a:ext uri="{FF2B5EF4-FFF2-40B4-BE49-F238E27FC236}">
                  <a16:creationId xmlns:a16="http://schemas.microsoft.com/office/drawing/2014/main" id="{E119E07B-65AA-188F-05AA-A0A7CC85543F}"/>
                </a:ext>
              </a:extLst>
            </p:cNvPr>
            <p:cNvSpPr/>
            <p:nvPr/>
          </p:nvSpPr>
          <p:spPr>
            <a:xfrm>
              <a:off x="7433310" y="16040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9" name="Via 14">
              <a:extLst>
                <a:ext uri="{FF2B5EF4-FFF2-40B4-BE49-F238E27FC236}">
                  <a16:creationId xmlns:a16="http://schemas.microsoft.com/office/drawing/2014/main" id="{D086627A-C88B-96B7-0EFC-CBDF514F2961}"/>
                </a:ext>
              </a:extLst>
            </p:cNvPr>
            <p:cNvSpPr/>
            <p:nvPr/>
          </p:nvSpPr>
          <p:spPr>
            <a:xfrm>
              <a:off x="7223760" y="1946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0" name="Via 15">
              <a:extLst>
                <a:ext uri="{FF2B5EF4-FFF2-40B4-BE49-F238E27FC236}">
                  <a16:creationId xmlns:a16="http://schemas.microsoft.com/office/drawing/2014/main" id="{32922122-EDF7-9306-1209-3384D2672686}"/>
                </a:ext>
              </a:extLst>
            </p:cNvPr>
            <p:cNvSpPr/>
            <p:nvPr/>
          </p:nvSpPr>
          <p:spPr>
            <a:xfrm>
              <a:off x="7433310" y="22898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1" name="Via 16">
              <a:extLst>
                <a:ext uri="{FF2B5EF4-FFF2-40B4-BE49-F238E27FC236}">
                  <a16:creationId xmlns:a16="http://schemas.microsoft.com/office/drawing/2014/main" id="{3BE23B3D-F575-255A-ABFD-47E7B1B76E9C}"/>
                </a:ext>
              </a:extLst>
            </p:cNvPr>
            <p:cNvSpPr/>
            <p:nvPr/>
          </p:nvSpPr>
          <p:spPr>
            <a:xfrm>
              <a:off x="7223760" y="26327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2" name="Via 17">
              <a:extLst>
                <a:ext uri="{FF2B5EF4-FFF2-40B4-BE49-F238E27FC236}">
                  <a16:creationId xmlns:a16="http://schemas.microsoft.com/office/drawing/2014/main" id="{4B6C6C49-D66D-4A13-05E3-B5BFFC415027}"/>
                </a:ext>
              </a:extLst>
            </p:cNvPr>
            <p:cNvSpPr/>
            <p:nvPr/>
          </p:nvSpPr>
          <p:spPr>
            <a:xfrm>
              <a:off x="7433310" y="29756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3" name="Via 18">
              <a:extLst>
                <a:ext uri="{FF2B5EF4-FFF2-40B4-BE49-F238E27FC236}">
                  <a16:creationId xmlns:a16="http://schemas.microsoft.com/office/drawing/2014/main" id="{509A387F-927E-89B8-A14A-EE583DA5F8E8}"/>
                </a:ext>
              </a:extLst>
            </p:cNvPr>
            <p:cNvSpPr/>
            <p:nvPr/>
          </p:nvSpPr>
          <p:spPr>
            <a:xfrm>
              <a:off x="7223760" y="33185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4" name="Via 19">
              <a:extLst>
                <a:ext uri="{FF2B5EF4-FFF2-40B4-BE49-F238E27FC236}">
                  <a16:creationId xmlns:a16="http://schemas.microsoft.com/office/drawing/2014/main" id="{8B555C9B-9231-9662-DB6F-76A17807E9A3}"/>
                </a:ext>
              </a:extLst>
            </p:cNvPr>
            <p:cNvSpPr/>
            <p:nvPr/>
          </p:nvSpPr>
          <p:spPr>
            <a:xfrm>
              <a:off x="7433310" y="36614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5" name="Pin L1">
              <a:extLst>
                <a:ext uri="{FF2B5EF4-FFF2-40B4-BE49-F238E27FC236}">
                  <a16:creationId xmlns:a16="http://schemas.microsoft.com/office/drawing/2014/main" id="{8F123C68-08EE-EF4C-CC54-EDA884F9B69E}"/>
                </a:ext>
              </a:extLst>
            </p:cNvPr>
            <p:cNvSpPr/>
            <p:nvPr/>
          </p:nvSpPr>
          <p:spPr>
            <a:xfrm>
              <a:off x="7724775" y="12611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6" name="Pin R1">
              <a:extLst>
                <a:ext uri="{FF2B5EF4-FFF2-40B4-BE49-F238E27FC236}">
                  <a16:creationId xmlns:a16="http://schemas.microsoft.com/office/drawing/2014/main" id="{F6F29DAA-4F6C-CB44-7268-3B00A83DDBCC}"/>
                </a:ext>
              </a:extLst>
            </p:cNvPr>
            <p:cNvSpPr/>
            <p:nvPr/>
          </p:nvSpPr>
          <p:spPr>
            <a:xfrm>
              <a:off x="11068050" y="12611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7" name="Pin T1">
              <a:extLst>
                <a:ext uri="{FF2B5EF4-FFF2-40B4-BE49-F238E27FC236}">
                  <a16:creationId xmlns:a16="http://schemas.microsoft.com/office/drawing/2014/main" id="{441501C1-6804-9940-003B-2930FEEEBE9E}"/>
                </a:ext>
              </a:extLst>
            </p:cNvPr>
            <p:cNvSpPr/>
            <p:nvPr/>
          </p:nvSpPr>
          <p:spPr>
            <a:xfrm>
              <a:off x="82905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8" name="Pin B1">
              <a:extLst>
                <a:ext uri="{FF2B5EF4-FFF2-40B4-BE49-F238E27FC236}">
                  <a16:creationId xmlns:a16="http://schemas.microsoft.com/office/drawing/2014/main" id="{10EBCEF4-686C-67E5-800C-7DBC24C484DF}"/>
                </a:ext>
              </a:extLst>
            </p:cNvPr>
            <p:cNvSpPr/>
            <p:nvPr/>
          </p:nvSpPr>
          <p:spPr>
            <a:xfrm>
              <a:off x="82905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9" name="Pin L2">
              <a:extLst>
                <a:ext uri="{FF2B5EF4-FFF2-40B4-BE49-F238E27FC236}">
                  <a16:creationId xmlns:a16="http://schemas.microsoft.com/office/drawing/2014/main" id="{3D8D0331-6E90-1525-E2E1-59B24E4EC315}"/>
                </a:ext>
              </a:extLst>
            </p:cNvPr>
            <p:cNvSpPr/>
            <p:nvPr/>
          </p:nvSpPr>
          <p:spPr>
            <a:xfrm>
              <a:off x="7724775" y="16040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0" name="Pin R2">
              <a:extLst>
                <a:ext uri="{FF2B5EF4-FFF2-40B4-BE49-F238E27FC236}">
                  <a16:creationId xmlns:a16="http://schemas.microsoft.com/office/drawing/2014/main" id="{4C444E07-8AB1-8101-A7A3-2A006B1DEB4F}"/>
                </a:ext>
              </a:extLst>
            </p:cNvPr>
            <p:cNvSpPr/>
            <p:nvPr/>
          </p:nvSpPr>
          <p:spPr>
            <a:xfrm>
              <a:off x="11068050" y="16040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1" name="Pin T2">
              <a:extLst>
                <a:ext uri="{FF2B5EF4-FFF2-40B4-BE49-F238E27FC236}">
                  <a16:creationId xmlns:a16="http://schemas.microsoft.com/office/drawing/2014/main" id="{3DC05450-4263-D06A-E751-EC0B8BE413A8}"/>
                </a:ext>
              </a:extLst>
            </p:cNvPr>
            <p:cNvSpPr/>
            <p:nvPr/>
          </p:nvSpPr>
          <p:spPr>
            <a:xfrm>
              <a:off x="86334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2" name="Pin B2">
              <a:extLst>
                <a:ext uri="{FF2B5EF4-FFF2-40B4-BE49-F238E27FC236}">
                  <a16:creationId xmlns:a16="http://schemas.microsoft.com/office/drawing/2014/main" id="{0D0EB284-20B6-1AD9-2B90-221E72D04F46}"/>
                </a:ext>
              </a:extLst>
            </p:cNvPr>
            <p:cNvSpPr/>
            <p:nvPr/>
          </p:nvSpPr>
          <p:spPr>
            <a:xfrm>
              <a:off x="86334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3" name="Pin L3">
              <a:extLst>
                <a:ext uri="{FF2B5EF4-FFF2-40B4-BE49-F238E27FC236}">
                  <a16:creationId xmlns:a16="http://schemas.microsoft.com/office/drawing/2014/main" id="{88370381-CD3F-9A60-0FC5-C44AEA1B2E33}"/>
                </a:ext>
              </a:extLst>
            </p:cNvPr>
            <p:cNvSpPr/>
            <p:nvPr/>
          </p:nvSpPr>
          <p:spPr>
            <a:xfrm>
              <a:off x="7724775" y="19469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4" name="Pin R3">
              <a:extLst>
                <a:ext uri="{FF2B5EF4-FFF2-40B4-BE49-F238E27FC236}">
                  <a16:creationId xmlns:a16="http://schemas.microsoft.com/office/drawing/2014/main" id="{33B7F019-745F-0A3E-2BDC-C2D18CB3822E}"/>
                </a:ext>
              </a:extLst>
            </p:cNvPr>
            <p:cNvSpPr/>
            <p:nvPr/>
          </p:nvSpPr>
          <p:spPr>
            <a:xfrm>
              <a:off x="11068050" y="19469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5" name="Pin T3">
              <a:extLst>
                <a:ext uri="{FF2B5EF4-FFF2-40B4-BE49-F238E27FC236}">
                  <a16:creationId xmlns:a16="http://schemas.microsoft.com/office/drawing/2014/main" id="{7385AABA-5168-CBCC-86A2-B3583529DBC2}"/>
                </a:ext>
              </a:extLst>
            </p:cNvPr>
            <p:cNvSpPr/>
            <p:nvPr/>
          </p:nvSpPr>
          <p:spPr>
            <a:xfrm>
              <a:off x="89763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6" name="Pin B3">
              <a:extLst>
                <a:ext uri="{FF2B5EF4-FFF2-40B4-BE49-F238E27FC236}">
                  <a16:creationId xmlns:a16="http://schemas.microsoft.com/office/drawing/2014/main" id="{0686D2EA-B2D2-A79C-8A80-9BC47C82D608}"/>
                </a:ext>
              </a:extLst>
            </p:cNvPr>
            <p:cNvSpPr/>
            <p:nvPr/>
          </p:nvSpPr>
          <p:spPr>
            <a:xfrm>
              <a:off x="89763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7" name="Pin L4">
              <a:extLst>
                <a:ext uri="{FF2B5EF4-FFF2-40B4-BE49-F238E27FC236}">
                  <a16:creationId xmlns:a16="http://schemas.microsoft.com/office/drawing/2014/main" id="{5FF92D80-BE76-D85F-654F-A8517E83B010}"/>
                </a:ext>
              </a:extLst>
            </p:cNvPr>
            <p:cNvSpPr/>
            <p:nvPr/>
          </p:nvSpPr>
          <p:spPr>
            <a:xfrm>
              <a:off x="7724775" y="22898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8" name="Pin R4">
              <a:extLst>
                <a:ext uri="{FF2B5EF4-FFF2-40B4-BE49-F238E27FC236}">
                  <a16:creationId xmlns:a16="http://schemas.microsoft.com/office/drawing/2014/main" id="{18D91C8B-516E-5198-C3DB-8483FFB3CE09}"/>
                </a:ext>
              </a:extLst>
            </p:cNvPr>
            <p:cNvSpPr/>
            <p:nvPr/>
          </p:nvSpPr>
          <p:spPr>
            <a:xfrm>
              <a:off x="11068050" y="22898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9" name="Pin T4">
              <a:extLst>
                <a:ext uri="{FF2B5EF4-FFF2-40B4-BE49-F238E27FC236}">
                  <a16:creationId xmlns:a16="http://schemas.microsoft.com/office/drawing/2014/main" id="{9A2494C6-3EBB-EE5C-5DDA-B668A084CC9E}"/>
                </a:ext>
              </a:extLst>
            </p:cNvPr>
            <p:cNvSpPr/>
            <p:nvPr/>
          </p:nvSpPr>
          <p:spPr>
            <a:xfrm>
              <a:off x="93192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0" name="Pin B4">
              <a:extLst>
                <a:ext uri="{FF2B5EF4-FFF2-40B4-BE49-F238E27FC236}">
                  <a16:creationId xmlns:a16="http://schemas.microsoft.com/office/drawing/2014/main" id="{780474C0-4F6F-7B41-9BD1-FA34BF0D8A4E}"/>
                </a:ext>
              </a:extLst>
            </p:cNvPr>
            <p:cNvSpPr/>
            <p:nvPr/>
          </p:nvSpPr>
          <p:spPr>
            <a:xfrm>
              <a:off x="93192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1" name="Pin L5">
              <a:extLst>
                <a:ext uri="{FF2B5EF4-FFF2-40B4-BE49-F238E27FC236}">
                  <a16:creationId xmlns:a16="http://schemas.microsoft.com/office/drawing/2014/main" id="{6BA56C58-6FEF-6654-1415-491601FD70CC}"/>
                </a:ext>
              </a:extLst>
            </p:cNvPr>
            <p:cNvSpPr/>
            <p:nvPr/>
          </p:nvSpPr>
          <p:spPr>
            <a:xfrm>
              <a:off x="7724775" y="26327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2" name="Pin R5">
              <a:extLst>
                <a:ext uri="{FF2B5EF4-FFF2-40B4-BE49-F238E27FC236}">
                  <a16:creationId xmlns:a16="http://schemas.microsoft.com/office/drawing/2014/main" id="{922A5975-0ACC-9CE3-217C-DBD87320EBE9}"/>
                </a:ext>
              </a:extLst>
            </p:cNvPr>
            <p:cNvSpPr/>
            <p:nvPr/>
          </p:nvSpPr>
          <p:spPr>
            <a:xfrm>
              <a:off x="11068050" y="26327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3" name="Pin T5">
              <a:extLst>
                <a:ext uri="{FF2B5EF4-FFF2-40B4-BE49-F238E27FC236}">
                  <a16:creationId xmlns:a16="http://schemas.microsoft.com/office/drawing/2014/main" id="{78F8A1E0-1CCE-6275-89B7-64AE45FC4E94}"/>
                </a:ext>
              </a:extLst>
            </p:cNvPr>
            <p:cNvSpPr/>
            <p:nvPr/>
          </p:nvSpPr>
          <p:spPr>
            <a:xfrm>
              <a:off x="96621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4" name="Pin B5">
              <a:extLst>
                <a:ext uri="{FF2B5EF4-FFF2-40B4-BE49-F238E27FC236}">
                  <a16:creationId xmlns:a16="http://schemas.microsoft.com/office/drawing/2014/main" id="{939EA127-979A-A624-A0D0-5C05549007C9}"/>
                </a:ext>
              </a:extLst>
            </p:cNvPr>
            <p:cNvSpPr/>
            <p:nvPr/>
          </p:nvSpPr>
          <p:spPr>
            <a:xfrm>
              <a:off x="96621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5" name="Pin L6">
              <a:extLst>
                <a:ext uri="{FF2B5EF4-FFF2-40B4-BE49-F238E27FC236}">
                  <a16:creationId xmlns:a16="http://schemas.microsoft.com/office/drawing/2014/main" id="{3A65B4BD-E6F7-74B0-ABFB-045FBADF52E4}"/>
                </a:ext>
              </a:extLst>
            </p:cNvPr>
            <p:cNvSpPr/>
            <p:nvPr/>
          </p:nvSpPr>
          <p:spPr>
            <a:xfrm>
              <a:off x="7724775" y="29756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6" name="Pin R6">
              <a:extLst>
                <a:ext uri="{FF2B5EF4-FFF2-40B4-BE49-F238E27FC236}">
                  <a16:creationId xmlns:a16="http://schemas.microsoft.com/office/drawing/2014/main" id="{F1AB3E58-B0FF-F223-5F01-5B731F843B6F}"/>
                </a:ext>
              </a:extLst>
            </p:cNvPr>
            <p:cNvSpPr/>
            <p:nvPr/>
          </p:nvSpPr>
          <p:spPr>
            <a:xfrm>
              <a:off x="11068050" y="29756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7" name="Pin T6">
              <a:extLst>
                <a:ext uri="{FF2B5EF4-FFF2-40B4-BE49-F238E27FC236}">
                  <a16:creationId xmlns:a16="http://schemas.microsoft.com/office/drawing/2014/main" id="{814B010C-9DED-3811-DF6A-FA209BC6D2C2}"/>
                </a:ext>
              </a:extLst>
            </p:cNvPr>
            <p:cNvSpPr/>
            <p:nvPr/>
          </p:nvSpPr>
          <p:spPr>
            <a:xfrm>
              <a:off x="100050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8" name="Pin B6">
              <a:extLst>
                <a:ext uri="{FF2B5EF4-FFF2-40B4-BE49-F238E27FC236}">
                  <a16:creationId xmlns:a16="http://schemas.microsoft.com/office/drawing/2014/main" id="{804E1995-96D1-BCC3-A19F-34869BBC4DDA}"/>
                </a:ext>
              </a:extLst>
            </p:cNvPr>
            <p:cNvSpPr/>
            <p:nvPr/>
          </p:nvSpPr>
          <p:spPr>
            <a:xfrm>
              <a:off x="100050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9" name="Pin L7">
              <a:extLst>
                <a:ext uri="{FF2B5EF4-FFF2-40B4-BE49-F238E27FC236}">
                  <a16:creationId xmlns:a16="http://schemas.microsoft.com/office/drawing/2014/main" id="{07B6A412-6F68-D7AB-C1D6-8DE4FC5E6941}"/>
                </a:ext>
              </a:extLst>
            </p:cNvPr>
            <p:cNvSpPr/>
            <p:nvPr/>
          </p:nvSpPr>
          <p:spPr>
            <a:xfrm>
              <a:off x="7724775" y="33185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0" name="Pin R7">
              <a:extLst>
                <a:ext uri="{FF2B5EF4-FFF2-40B4-BE49-F238E27FC236}">
                  <a16:creationId xmlns:a16="http://schemas.microsoft.com/office/drawing/2014/main" id="{CD0185DD-BA91-6FC9-CDF3-EAE8A8AFD36E}"/>
                </a:ext>
              </a:extLst>
            </p:cNvPr>
            <p:cNvSpPr/>
            <p:nvPr/>
          </p:nvSpPr>
          <p:spPr>
            <a:xfrm>
              <a:off x="11068050" y="33185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1" name="Pin T7">
              <a:extLst>
                <a:ext uri="{FF2B5EF4-FFF2-40B4-BE49-F238E27FC236}">
                  <a16:creationId xmlns:a16="http://schemas.microsoft.com/office/drawing/2014/main" id="{2506C439-0958-8563-40D2-F62E5A88F80A}"/>
                </a:ext>
              </a:extLst>
            </p:cNvPr>
            <p:cNvSpPr/>
            <p:nvPr/>
          </p:nvSpPr>
          <p:spPr>
            <a:xfrm>
              <a:off x="103479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2" name="Pin B7">
              <a:extLst>
                <a:ext uri="{FF2B5EF4-FFF2-40B4-BE49-F238E27FC236}">
                  <a16:creationId xmlns:a16="http://schemas.microsoft.com/office/drawing/2014/main" id="{57102EDE-18B9-DA20-7270-B51800371C7F}"/>
                </a:ext>
              </a:extLst>
            </p:cNvPr>
            <p:cNvSpPr/>
            <p:nvPr/>
          </p:nvSpPr>
          <p:spPr>
            <a:xfrm>
              <a:off x="103479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3" name="Pin L8">
              <a:extLst>
                <a:ext uri="{FF2B5EF4-FFF2-40B4-BE49-F238E27FC236}">
                  <a16:creationId xmlns:a16="http://schemas.microsoft.com/office/drawing/2014/main" id="{0F97A3F2-0911-B75D-9796-1F81A4560B86}"/>
                </a:ext>
              </a:extLst>
            </p:cNvPr>
            <p:cNvSpPr/>
            <p:nvPr/>
          </p:nvSpPr>
          <p:spPr>
            <a:xfrm>
              <a:off x="7724775" y="36614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4" name="Pin R8">
              <a:extLst>
                <a:ext uri="{FF2B5EF4-FFF2-40B4-BE49-F238E27FC236}">
                  <a16:creationId xmlns:a16="http://schemas.microsoft.com/office/drawing/2014/main" id="{07F04CE8-4C51-73DB-98D5-F758EC19498E}"/>
                </a:ext>
              </a:extLst>
            </p:cNvPr>
            <p:cNvSpPr/>
            <p:nvPr/>
          </p:nvSpPr>
          <p:spPr>
            <a:xfrm>
              <a:off x="11068050" y="36614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5" name="Pin T8">
              <a:extLst>
                <a:ext uri="{FF2B5EF4-FFF2-40B4-BE49-F238E27FC236}">
                  <a16:creationId xmlns:a16="http://schemas.microsoft.com/office/drawing/2014/main" id="{938AE841-7726-C793-8949-878A7B3F9D51}"/>
                </a:ext>
              </a:extLst>
            </p:cNvPr>
            <p:cNvSpPr/>
            <p:nvPr/>
          </p:nvSpPr>
          <p:spPr>
            <a:xfrm>
              <a:off x="106908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6" name="Pin B8">
              <a:extLst>
                <a:ext uri="{FF2B5EF4-FFF2-40B4-BE49-F238E27FC236}">
                  <a16:creationId xmlns:a16="http://schemas.microsoft.com/office/drawing/2014/main" id="{5BA6FC45-F5A8-ECFA-4277-4A74972FF691}"/>
                </a:ext>
              </a:extLst>
            </p:cNvPr>
            <p:cNvSpPr/>
            <p:nvPr/>
          </p:nvSpPr>
          <p:spPr>
            <a:xfrm>
              <a:off x="106908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7" name="Chip package">
              <a:extLst>
                <a:ext uri="{FF2B5EF4-FFF2-40B4-BE49-F238E27FC236}">
                  <a16:creationId xmlns:a16="http://schemas.microsoft.com/office/drawing/2014/main" id="{75709644-D7D3-41EA-7816-9EF9CD7682BE}"/>
                </a:ext>
              </a:extLst>
            </p:cNvPr>
            <p:cNvSpPr/>
            <p:nvPr/>
          </p:nvSpPr>
          <p:spPr>
            <a:xfrm>
              <a:off x="7981950" y="952500"/>
              <a:ext cx="3086100" cy="30861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4000"/>
              </a:schemeClr>
            </a:solidFill>
            <a:ln w="19050">
              <a:solidFill>
                <a:schemeClr val="accent1">
                  <a:alpha val="7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8" name="Pin-1 marker">
              <a:extLst>
                <a:ext uri="{FF2B5EF4-FFF2-40B4-BE49-F238E27FC236}">
                  <a16:creationId xmlns:a16="http://schemas.microsoft.com/office/drawing/2014/main" id="{E14F84BA-2DD2-E473-EAE6-97D27201B84C}"/>
                </a:ext>
              </a:extLst>
            </p:cNvPr>
            <p:cNvSpPr/>
            <p:nvPr/>
          </p:nvSpPr>
          <p:spPr>
            <a:xfrm>
              <a:off x="8144828" y="1115378"/>
              <a:ext cx="85725" cy="85725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9" name="Chip die">
              <a:extLst>
                <a:ext uri="{FF2B5EF4-FFF2-40B4-BE49-F238E27FC236}">
                  <a16:creationId xmlns:a16="http://schemas.microsoft.com/office/drawing/2014/main" id="{F26859CC-DA54-824A-C629-70F9C986F5D9}"/>
                </a:ext>
              </a:extLst>
            </p:cNvPr>
            <p:cNvSpPr/>
            <p:nvPr/>
          </p:nvSpPr>
          <p:spPr>
            <a:xfrm>
              <a:off x="8410575" y="1381125"/>
              <a:ext cx="2228850" cy="2228850"/>
            </a:xfrm>
            <a:prstGeom prst="roundRect">
              <a:avLst>
                <a:gd name="adj" fmla="val 3077"/>
              </a:avLst>
            </a:prstGeom>
            <a:solidFill>
              <a:schemeClr val="accent1">
                <a:alpha val="7000"/>
              </a:schemeClr>
            </a:solidFill>
            <a:ln w="13970">
              <a:solidFill>
                <a:schemeClr val="accent1">
                  <a:alpha val="9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0" name="Core 0">
              <a:extLst>
                <a:ext uri="{FF2B5EF4-FFF2-40B4-BE49-F238E27FC236}">
                  <a16:creationId xmlns:a16="http://schemas.microsoft.com/office/drawing/2014/main" id="{8230E586-D231-1968-1D67-D5789FE2EF35}"/>
                </a:ext>
              </a:extLst>
            </p:cNvPr>
            <p:cNvSpPr/>
            <p:nvPr/>
          </p:nvSpPr>
          <p:spPr>
            <a:xfrm>
              <a:off x="8530590" y="150114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1" name="Core 0 label">
              <a:extLst>
                <a:ext uri="{FF2B5EF4-FFF2-40B4-BE49-F238E27FC236}">
                  <a16:creationId xmlns:a16="http://schemas.microsoft.com/office/drawing/2014/main" id="{BC35A99D-56E2-0776-4B12-A2BF905C567C}"/>
                </a:ext>
              </a:extLst>
            </p:cNvPr>
            <p:cNvSpPr txBox="1"/>
            <p:nvPr/>
          </p:nvSpPr>
          <p:spPr>
            <a:xfrm>
              <a:off x="8616315" y="155257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0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2" name="Core 0 L1">
              <a:extLst>
                <a:ext uri="{FF2B5EF4-FFF2-40B4-BE49-F238E27FC236}">
                  <a16:creationId xmlns:a16="http://schemas.microsoft.com/office/drawing/2014/main" id="{23D932B0-4029-2B8B-C629-E489EEBFD641}"/>
                </a:ext>
              </a:extLst>
            </p:cNvPr>
            <p:cNvSpPr/>
            <p:nvPr/>
          </p:nvSpPr>
          <p:spPr>
            <a:xfrm>
              <a:off x="8616315" y="175831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3" name="Core 0 L1 label">
              <a:extLst>
                <a:ext uri="{FF2B5EF4-FFF2-40B4-BE49-F238E27FC236}">
                  <a16:creationId xmlns:a16="http://schemas.microsoft.com/office/drawing/2014/main" id="{0CA05285-CD66-2E83-8CE5-51D1BC267E94}"/>
                </a:ext>
              </a:extLst>
            </p:cNvPr>
            <p:cNvSpPr txBox="1"/>
            <p:nvPr/>
          </p:nvSpPr>
          <p:spPr>
            <a:xfrm>
              <a:off x="8616315" y="175831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4" name="Core 0 stage 1">
              <a:extLst>
                <a:ext uri="{FF2B5EF4-FFF2-40B4-BE49-F238E27FC236}">
                  <a16:creationId xmlns:a16="http://schemas.microsoft.com/office/drawing/2014/main" id="{EB80B8AF-E07F-4A9D-3F17-97EB9FBD2331}"/>
                </a:ext>
              </a:extLst>
            </p:cNvPr>
            <p:cNvSpPr/>
            <p:nvPr/>
          </p:nvSpPr>
          <p:spPr>
            <a:xfrm>
              <a:off x="8993505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5" name="Core 0 stage 2">
              <a:extLst>
                <a:ext uri="{FF2B5EF4-FFF2-40B4-BE49-F238E27FC236}">
                  <a16:creationId xmlns:a16="http://schemas.microsoft.com/office/drawing/2014/main" id="{AE6C764A-F891-9D0E-1DAA-DC3AF224DA28}"/>
                </a:ext>
              </a:extLst>
            </p:cNvPr>
            <p:cNvSpPr/>
            <p:nvPr/>
          </p:nvSpPr>
          <p:spPr>
            <a:xfrm>
              <a:off x="9104948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6" name="Core 0 stage 3">
              <a:extLst>
                <a:ext uri="{FF2B5EF4-FFF2-40B4-BE49-F238E27FC236}">
                  <a16:creationId xmlns:a16="http://schemas.microsoft.com/office/drawing/2014/main" id="{E82B3D7B-4424-8CD8-C785-C4BEEE931D07}"/>
                </a:ext>
              </a:extLst>
            </p:cNvPr>
            <p:cNvSpPr/>
            <p:nvPr/>
          </p:nvSpPr>
          <p:spPr>
            <a:xfrm>
              <a:off x="9216390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7" name="Core 0 stage 4">
              <a:extLst>
                <a:ext uri="{FF2B5EF4-FFF2-40B4-BE49-F238E27FC236}">
                  <a16:creationId xmlns:a16="http://schemas.microsoft.com/office/drawing/2014/main" id="{5B2A050C-35E5-1C3E-AE88-83C54CF9C070}"/>
                </a:ext>
              </a:extLst>
            </p:cNvPr>
            <p:cNvSpPr/>
            <p:nvPr/>
          </p:nvSpPr>
          <p:spPr>
            <a:xfrm>
              <a:off x="9327833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8" name="Core 1">
              <a:extLst>
                <a:ext uri="{FF2B5EF4-FFF2-40B4-BE49-F238E27FC236}">
                  <a16:creationId xmlns:a16="http://schemas.microsoft.com/office/drawing/2014/main" id="{62582E62-4239-96E7-ECF5-5065ADDD7314}"/>
                </a:ext>
              </a:extLst>
            </p:cNvPr>
            <p:cNvSpPr/>
            <p:nvPr/>
          </p:nvSpPr>
          <p:spPr>
            <a:xfrm>
              <a:off x="9576435" y="150114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9" name="Core 1 label">
              <a:extLst>
                <a:ext uri="{FF2B5EF4-FFF2-40B4-BE49-F238E27FC236}">
                  <a16:creationId xmlns:a16="http://schemas.microsoft.com/office/drawing/2014/main" id="{1C600BC9-68D5-D211-F2AA-6F6071D728E3}"/>
                </a:ext>
              </a:extLst>
            </p:cNvPr>
            <p:cNvSpPr txBox="1"/>
            <p:nvPr/>
          </p:nvSpPr>
          <p:spPr>
            <a:xfrm>
              <a:off x="9662160" y="155257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0" name="Core 1 L1">
              <a:extLst>
                <a:ext uri="{FF2B5EF4-FFF2-40B4-BE49-F238E27FC236}">
                  <a16:creationId xmlns:a16="http://schemas.microsoft.com/office/drawing/2014/main" id="{E054ECD5-A754-77B8-24A6-35CFEA384438}"/>
                </a:ext>
              </a:extLst>
            </p:cNvPr>
            <p:cNvSpPr/>
            <p:nvPr/>
          </p:nvSpPr>
          <p:spPr>
            <a:xfrm>
              <a:off x="9662160" y="175831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1" name="Core 1 L1 label">
              <a:extLst>
                <a:ext uri="{FF2B5EF4-FFF2-40B4-BE49-F238E27FC236}">
                  <a16:creationId xmlns:a16="http://schemas.microsoft.com/office/drawing/2014/main" id="{28ADDF0E-5582-8701-8EC0-4F6CD1375242}"/>
                </a:ext>
              </a:extLst>
            </p:cNvPr>
            <p:cNvSpPr txBox="1"/>
            <p:nvPr/>
          </p:nvSpPr>
          <p:spPr>
            <a:xfrm>
              <a:off x="9662160" y="175831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2" name="Core 1 stage 1">
              <a:extLst>
                <a:ext uri="{FF2B5EF4-FFF2-40B4-BE49-F238E27FC236}">
                  <a16:creationId xmlns:a16="http://schemas.microsoft.com/office/drawing/2014/main" id="{A2ED1AD3-C320-2193-34E7-948D61177483}"/>
                </a:ext>
              </a:extLst>
            </p:cNvPr>
            <p:cNvSpPr/>
            <p:nvPr/>
          </p:nvSpPr>
          <p:spPr>
            <a:xfrm>
              <a:off x="10039350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3" name="Core 1 stage 2">
              <a:extLst>
                <a:ext uri="{FF2B5EF4-FFF2-40B4-BE49-F238E27FC236}">
                  <a16:creationId xmlns:a16="http://schemas.microsoft.com/office/drawing/2014/main" id="{A63D43BA-D8BE-B4C5-C8E9-CBBA50770962}"/>
                </a:ext>
              </a:extLst>
            </p:cNvPr>
            <p:cNvSpPr/>
            <p:nvPr/>
          </p:nvSpPr>
          <p:spPr>
            <a:xfrm>
              <a:off x="10150793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4" name="Core 1 stage 3">
              <a:extLst>
                <a:ext uri="{FF2B5EF4-FFF2-40B4-BE49-F238E27FC236}">
                  <a16:creationId xmlns:a16="http://schemas.microsoft.com/office/drawing/2014/main" id="{9AEDBA49-54F3-13EF-89A8-5975388BF963}"/>
                </a:ext>
              </a:extLst>
            </p:cNvPr>
            <p:cNvSpPr/>
            <p:nvPr/>
          </p:nvSpPr>
          <p:spPr>
            <a:xfrm>
              <a:off x="10262235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5" name="Core 1 stage 4">
              <a:extLst>
                <a:ext uri="{FF2B5EF4-FFF2-40B4-BE49-F238E27FC236}">
                  <a16:creationId xmlns:a16="http://schemas.microsoft.com/office/drawing/2014/main" id="{D5EB50DD-A46C-0C5B-76B8-6B8EAB3FB40A}"/>
                </a:ext>
              </a:extLst>
            </p:cNvPr>
            <p:cNvSpPr/>
            <p:nvPr/>
          </p:nvSpPr>
          <p:spPr>
            <a:xfrm>
              <a:off x="10373678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6" name="Core 2">
              <a:extLst>
                <a:ext uri="{FF2B5EF4-FFF2-40B4-BE49-F238E27FC236}">
                  <a16:creationId xmlns:a16="http://schemas.microsoft.com/office/drawing/2014/main" id="{EC7086B3-8736-0A47-A313-5A68CC9E0F7D}"/>
                </a:ext>
              </a:extLst>
            </p:cNvPr>
            <p:cNvSpPr/>
            <p:nvPr/>
          </p:nvSpPr>
          <p:spPr>
            <a:xfrm>
              <a:off x="8530590" y="280416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7" name="Core 2 label">
              <a:extLst>
                <a:ext uri="{FF2B5EF4-FFF2-40B4-BE49-F238E27FC236}">
                  <a16:creationId xmlns:a16="http://schemas.microsoft.com/office/drawing/2014/main" id="{ECA85CFC-FBED-12C1-FB92-080C119AC88F}"/>
                </a:ext>
              </a:extLst>
            </p:cNvPr>
            <p:cNvSpPr txBox="1"/>
            <p:nvPr/>
          </p:nvSpPr>
          <p:spPr>
            <a:xfrm>
              <a:off x="8616315" y="285559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2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8" name="Core 2 L1">
              <a:extLst>
                <a:ext uri="{FF2B5EF4-FFF2-40B4-BE49-F238E27FC236}">
                  <a16:creationId xmlns:a16="http://schemas.microsoft.com/office/drawing/2014/main" id="{A94C0EE4-B494-5025-5F99-B90046410912}"/>
                </a:ext>
              </a:extLst>
            </p:cNvPr>
            <p:cNvSpPr/>
            <p:nvPr/>
          </p:nvSpPr>
          <p:spPr>
            <a:xfrm>
              <a:off x="8616315" y="306133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9" name="Core 2 L1 label">
              <a:extLst>
                <a:ext uri="{FF2B5EF4-FFF2-40B4-BE49-F238E27FC236}">
                  <a16:creationId xmlns:a16="http://schemas.microsoft.com/office/drawing/2014/main" id="{B18EC4BC-F279-6D36-9B56-ED0CCA9EF5DC}"/>
                </a:ext>
              </a:extLst>
            </p:cNvPr>
            <p:cNvSpPr txBox="1"/>
            <p:nvPr/>
          </p:nvSpPr>
          <p:spPr>
            <a:xfrm>
              <a:off x="8616315" y="306133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0" name="Core 2 stage 1">
              <a:extLst>
                <a:ext uri="{FF2B5EF4-FFF2-40B4-BE49-F238E27FC236}">
                  <a16:creationId xmlns:a16="http://schemas.microsoft.com/office/drawing/2014/main" id="{92C208B0-69AD-A609-0842-FE82E737CB2A}"/>
                </a:ext>
              </a:extLst>
            </p:cNvPr>
            <p:cNvSpPr/>
            <p:nvPr/>
          </p:nvSpPr>
          <p:spPr>
            <a:xfrm>
              <a:off x="8993505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1" name="Core 2 stage 2">
              <a:extLst>
                <a:ext uri="{FF2B5EF4-FFF2-40B4-BE49-F238E27FC236}">
                  <a16:creationId xmlns:a16="http://schemas.microsoft.com/office/drawing/2014/main" id="{54464FE2-FF8E-F0A1-A763-059D48187305}"/>
                </a:ext>
              </a:extLst>
            </p:cNvPr>
            <p:cNvSpPr/>
            <p:nvPr/>
          </p:nvSpPr>
          <p:spPr>
            <a:xfrm>
              <a:off x="9104948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2" name="Core 2 stage 3">
              <a:extLst>
                <a:ext uri="{FF2B5EF4-FFF2-40B4-BE49-F238E27FC236}">
                  <a16:creationId xmlns:a16="http://schemas.microsoft.com/office/drawing/2014/main" id="{F7732D8C-77C8-18FB-9B0F-CE95937AA063}"/>
                </a:ext>
              </a:extLst>
            </p:cNvPr>
            <p:cNvSpPr/>
            <p:nvPr/>
          </p:nvSpPr>
          <p:spPr>
            <a:xfrm>
              <a:off x="9216390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3" name="Core 2 stage 4">
              <a:extLst>
                <a:ext uri="{FF2B5EF4-FFF2-40B4-BE49-F238E27FC236}">
                  <a16:creationId xmlns:a16="http://schemas.microsoft.com/office/drawing/2014/main" id="{81012830-7997-3F96-A1B8-00992F38F14A}"/>
                </a:ext>
              </a:extLst>
            </p:cNvPr>
            <p:cNvSpPr/>
            <p:nvPr/>
          </p:nvSpPr>
          <p:spPr>
            <a:xfrm>
              <a:off x="9327833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4" name="Core 3">
              <a:extLst>
                <a:ext uri="{FF2B5EF4-FFF2-40B4-BE49-F238E27FC236}">
                  <a16:creationId xmlns:a16="http://schemas.microsoft.com/office/drawing/2014/main" id="{813C34D7-AAC0-F34C-E11F-2AD5FC45CDED}"/>
                </a:ext>
              </a:extLst>
            </p:cNvPr>
            <p:cNvSpPr/>
            <p:nvPr/>
          </p:nvSpPr>
          <p:spPr>
            <a:xfrm>
              <a:off x="9576435" y="280416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5" name="Core 3 label">
              <a:extLst>
                <a:ext uri="{FF2B5EF4-FFF2-40B4-BE49-F238E27FC236}">
                  <a16:creationId xmlns:a16="http://schemas.microsoft.com/office/drawing/2014/main" id="{F244064B-5FCC-3C78-39B5-BE7AC1A96AD6}"/>
                </a:ext>
              </a:extLst>
            </p:cNvPr>
            <p:cNvSpPr txBox="1"/>
            <p:nvPr/>
          </p:nvSpPr>
          <p:spPr>
            <a:xfrm>
              <a:off x="9662160" y="285559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3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6" name="Core 3 L1">
              <a:extLst>
                <a:ext uri="{FF2B5EF4-FFF2-40B4-BE49-F238E27FC236}">
                  <a16:creationId xmlns:a16="http://schemas.microsoft.com/office/drawing/2014/main" id="{865D996B-BA04-7874-4A8D-D48AD37FB189}"/>
                </a:ext>
              </a:extLst>
            </p:cNvPr>
            <p:cNvSpPr/>
            <p:nvPr/>
          </p:nvSpPr>
          <p:spPr>
            <a:xfrm>
              <a:off x="9662160" y="306133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7" name="Core 3 L1 label">
              <a:extLst>
                <a:ext uri="{FF2B5EF4-FFF2-40B4-BE49-F238E27FC236}">
                  <a16:creationId xmlns:a16="http://schemas.microsoft.com/office/drawing/2014/main" id="{1CFB94F1-E184-DF7C-3360-4A7FF594EAA2}"/>
                </a:ext>
              </a:extLst>
            </p:cNvPr>
            <p:cNvSpPr txBox="1"/>
            <p:nvPr/>
          </p:nvSpPr>
          <p:spPr>
            <a:xfrm>
              <a:off x="9662160" y="306133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8" name="Core 3 stage 1">
              <a:extLst>
                <a:ext uri="{FF2B5EF4-FFF2-40B4-BE49-F238E27FC236}">
                  <a16:creationId xmlns:a16="http://schemas.microsoft.com/office/drawing/2014/main" id="{7FD5A451-E329-57AF-9593-51BB4A87A7A7}"/>
                </a:ext>
              </a:extLst>
            </p:cNvPr>
            <p:cNvSpPr/>
            <p:nvPr/>
          </p:nvSpPr>
          <p:spPr>
            <a:xfrm>
              <a:off x="10039350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9" name="Core 3 stage 2">
              <a:extLst>
                <a:ext uri="{FF2B5EF4-FFF2-40B4-BE49-F238E27FC236}">
                  <a16:creationId xmlns:a16="http://schemas.microsoft.com/office/drawing/2014/main" id="{D51CB5C9-4521-F636-51AD-DF45CFE52BD7}"/>
                </a:ext>
              </a:extLst>
            </p:cNvPr>
            <p:cNvSpPr/>
            <p:nvPr/>
          </p:nvSpPr>
          <p:spPr>
            <a:xfrm>
              <a:off x="10150793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0" name="Core 3 stage 3">
              <a:extLst>
                <a:ext uri="{FF2B5EF4-FFF2-40B4-BE49-F238E27FC236}">
                  <a16:creationId xmlns:a16="http://schemas.microsoft.com/office/drawing/2014/main" id="{FBFFB6F8-4748-047A-0AB3-B214248C0764}"/>
                </a:ext>
              </a:extLst>
            </p:cNvPr>
            <p:cNvSpPr/>
            <p:nvPr/>
          </p:nvSpPr>
          <p:spPr>
            <a:xfrm>
              <a:off x="10262235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1" name="Core 3 stage 4">
              <a:extLst>
                <a:ext uri="{FF2B5EF4-FFF2-40B4-BE49-F238E27FC236}">
                  <a16:creationId xmlns:a16="http://schemas.microsoft.com/office/drawing/2014/main" id="{834DC576-B6BC-5D7E-723C-885D4D82A2ED}"/>
                </a:ext>
              </a:extLst>
            </p:cNvPr>
            <p:cNvSpPr/>
            <p:nvPr/>
          </p:nvSpPr>
          <p:spPr>
            <a:xfrm>
              <a:off x="10373678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2" name="Shared L3">
              <a:extLst>
                <a:ext uri="{FF2B5EF4-FFF2-40B4-BE49-F238E27FC236}">
                  <a16:creationId xmlns:a16="http://schemas.microsoft.com/office/drawing/2014/main" id="{8D4D56E4-4297-7FD7-9D56-C7AF1F6FC235}"/>
                </a:ext>
              </a:extLst>
            </p:cNvPr>
            <p:cNvSpPr/>
            <p:nvPr/>
          </p:nvSpPr>
          <p:spPr>
            <a:xfrm>
              <a:off x="8530590" y="2289810"/>
              <a:ext cx="1988820" cy="411480"/>
            </a:xfrm>
            <a:prstGeom prst="roundRect">
              <a:avLst>
                <a:gd name="adj" fmla="val 8333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3" name="L3 cell 0-0">
              <a:extLst>
                <a:ext uri="{FF2B5EF4-FFF2-40B4-BE49-F238E27FC236}">
                  <a16:creationId xmlns:a16="http://schemas.microsoft.com/office/drawing/2014/main" id="{E1466A1E-EC34-FBC2-D25B-3F20C1C04676}"/>
                </a:ext>
              </a:extLst>
            </p:cNvPr>
            <p:cNvSpPr/>
            <p:nvPr/>
          </p:nvSpPr>
          <p:spPr>
            <a:xfrm>
              <a:off x="85948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4" name="L3 cell 0-1">
              <a:extLst>
                <a:ext uri="{FF2B5EF4-FFF2-40B4-BE49-F238E27FC236}">
                  <a16:creationId xmlns:a16="http://schemas.microsoft.com/office/drawing/2014/main" id="{CF207F5F-ADB7-FF7F-5147-F81A49EE6D18}"/>
                </a:ext>
              </a:extLst>
            </p:cNvPr>
            <p:cNvSpPr/>
            <p:nvPr/>
          </p:nvSpPr>
          <p:spPr>
            <a:xfrm>
              <a:off x="86806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5" name="L3 cell 0-2">
              <a:extLst>
                <a:ext uri="{FF2B5EF4-FFF2-40B4-BE49-F238E27FC236}">
                  <a16:creationId xmlns:a16="http://schemas.microsoft.com/office/drawing/2014/main" id="{BA25AEB8-E81B-C912-241F-09348565B89A}"/>
                </a:ext>
              </a:extLst>
            </p:cNvPr>
            <p:cNvSpPr/>
            <p:nvPr/>
          </p:nvSpPr>
          <p:spPr>
            <a:xfrm>
              <a:off x="87663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6" name="L3 cell 0-3">
              <a:extLst>
                <a:ext uri="{FF2B5EF4-FFF2-40B4-BE49-F238E27FC236}">
                  <a16:creationId xmlns:a16="http://schemas.microsoft.com/office/drawing/2014/main" id="{05EC1D7C-BDE8-ACEF-055F-A57B8CABD124}"/>
                </a:ext>
              </a:extLst>
            </p:cNvPr>
            <p:cNvSpPr/>
            <p:nvPr/>
          </p:nvSpPr>
          <p:spPr>
            <a:xfrm>
              <a:off x="88520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7" name="L3 cell 0-4">
              <a:extLst>
                <a:ext uri="{FF2B5EF4-FFF2-40B4-BE49-F238E27FC236}">
                  <a16:creationId xmlns:a16="http://schemas.microsoft.com/office/drawing/2014/main" id="{029CA7F7-EBBA-9329-9656-5DD55A7C0D0D}"/>
                </a:ext>
              </a:extLst>
            </p:cNvPr>
            <p:cNvSpPr/>
            <p:nvPr/>
          </p:nvSpPr>
          <p:spPr>
            <a:xfrm>
              <a:off x="89377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8" name="L3 cell 0-5">
              <a:extLst>
                <a:ext uri="{FF2B5EF4-FFF2-40B4-BE49-F238E27FC236}">
                  <a16:creationId xmlns:a16="http://schemas.microsoft.com/office/drawing/2014/main" id="{CE757938-C263-DD8B-C6A5-CA6372D1B50D}"/>
                </a:ext>
              </a:extLst>
            </p:cNvPr>
            <p:cNvSpPr/>
            <p:nvPr/>
          </p:nvSpPr>
          <p:spPr>
            <a:xfrm>
              <a:off x="90235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9" name="L3 cell 0-6">
              <a:extLst>
                <a:ext uri="{FF2B5EF4-FFF2-40B4-BE49-F238E27FC236}">
                  <a16:creationId xmlns:a16="http://schemas.microsoft.com/office/drawing/2014/main" id="{CCC10EE8-FC0F-855D-0CC7-854776C92C09}"/>
                </a:ext>
              </a:extLst>
            </p:cNvPr>
            <p:cNvSpPr/>
            <p:nvPr/>
          </p:nvSpPr>
          <p:spPr>
            <a:xfrm>
              <a:off x="91092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0" name="L3 cell 0-7">
              <a:extLst>
                <a:ext uri="{FF2B5EF4-FFF2-40B4-BE49-F238E27FC236}">
                  <a16:creationId xmlns:a16="http://schemas.microsoft.com/office/drawing/2014/main" id="{A93E9354-F6EE-A629-02F2-BC954028D3B4}"/>
                </a:ext>
              </a:extLst>
            </p:cNvPr>
            <p:cNvSpPr/>
            <p:nvPr/>
          </p:nvSpPr>
          <p:spPr>
            <a:xfrm>
              <a:off x="91949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1" name="L3 cell 0-8">
              <a:extLst>
                <a:ext uri="{FF2B5EF4-FFF2-40B4-BE49-F238E27FC236}">
                  <a16:creationId xmlns:a16="http://schemas.microsoft.com/office/drawing/2014/main" id="{FBAA1107-F010-86F0-2394-779BAE4E869F}"/>
                </a:ext>
              </a:extLst>
            </p:cNvPr>
            <p:cNvSpPr/>
            <p:nvPr/>
          </p:nvSpPr>
          <p:spPr>
            <a:xfrm>
              <a:off x="92806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2" name="L3 cell 0-9">
              <a:extLst>
                <a:ext uri="{FF2B5EF4-FFF2-40B4-BE49-F238E27FC236}">
                  <a16:creationId xmlns:a16="http://schemas.microsoft.com/office/drawing/2014/main" id="{00B4DB1B-72DC-8092-B22E-1EEF31DA1561}"/>
                </a:ext>
              </a:extLst>
            </p:cNvPr>
            <p:cNvSpPr/>
            <p:nvPr/>
          </p:nvSpPr>
          <p:spPr>
            <a:xfrm>
              <a:off x="93664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3" name="L3 cell 0-10">
              <a:extLst>
                <a:ext uri="{FF2B5EF4-FFF2-40B4-BE49-F238E27FC236}">
                  <a16:creationId xmlns:a16="http://schemas.microsoft.com/office/drawing/2014/main" id="{6FAA7797-B70F-D00E-0E66-B635619E66D3}"/>
                </a:ext>
              </a:extLst>
            </p:cNvPr>
            <p:cNvSpPr/>
            <p:nvPr/>
          </p:nvSpPr>
          <p:spPr>
            <a:xfrm>
              <a:off x="94521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4" name="L3 cell 0-11">
              <a:extLst>
                <a:ext uri="{FF2B5EF4-FFF2-40B4-BE49-F238E27FC236}">
                  <a16:creationId xmlns:a16="http://schemas.microsoft.com/office/drawing/2014/main" id="{058843AB-8010-7AA9-51AD-17059F90EDBB}"/>
                </a:ext>
              </a:extLst>
            </p:cNvPr>
            <p:cNvSpPr/>
            <p:nvPr/>
          </p:nvSpPr>
          <p:spPr>
            <a:xfrm>
              <a:off x="95378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5" name="L3 cell 0-12">
              <a:extLst>
                <a:ext uri="{FF2B5EF4-FFF2-40B4-BE49-F238E27FC236}">
                  <a16:creationId xmlns:a16="http://schemas.microsoft.com/office/drawing/2014/main" id="{EDB99B04-A7C0-3A7F-6DDC-0C208674DDDC}"/>
                </a:ext>
              </a:extLst>
            </p:cNvPr>
            <p:cNvSpPr/>
            <p:nvPr/>
          </p:nvSpPr>
          <p:spPr>
            <a:xfrm>
              <a:off x="96235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6" name="L3 cell 0-13">
              <a:extLst>
                <a:ext uri="{FF2B5EF4-FFF2-40B4-BE49-F238E27FC236}">
                  <a16:creationId xmlns:a16="http://schemas.microsoft.com/office/drawing/2014/main" id="{76D6194E-3576-BF75-753E-7239EC168DD3}"/>
                </a:ext>
              </a:extLst>
            </p:cNvPr>
            <p:cNvSpPr/>
            <p:nvPr/>
          </p:nvSpPr>
          <p:spPr>
            <a:xfrm>
              <a:off x="97093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7" name="L3 cell 0-14">
              <a:extLst>
                <a:ext uri="{FF2B5EF4-FFF2-40B4-BE49-F238E27FC236}">
                  <a16:creationId xmlns:a16="http://schemas.microsoft.com/office/drawing/2014/main" id="{8F6A1A57-0EE0-8C4D-34E1-577FCB994813}"/>
                </a:ext>
              </a:extLst>
            </p:cNvPr>
            <p:cNvSpPr/>
            <p:nvPr/>
          </p:nvSpPr>
          <p:spPr>
            <a:xfrm>
              <a:off x="97950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8" name="L3 cell 0-15">
              <a:extLst>
                <a:ext uri="{FF2B5EF4-FFF2-40B4-BE49-F238E27FC236}">
                  <a16:creationId xmlns:a16="http://schemas.microsoft.com/office/drawing/2014/main" id="{968A4DC0-A7B9-4C7F-6C1E-DF69E1926325}"/>
                </a:ext>
              </a:extLst>
            </p:cNvPr>
            <p:cNvSpPr/>
            <p:nvPr/>
          </p:nvSpPr>
          <p:spPr>
            <a:xfrm>
              <a:off x="98807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9" name="L3 cell 0-16">
              <a:extLst>
                <a:ext uri="{FF2B5EF4-FFF2-40B4-BE49-F238E27FC236}">
                  <a16:creationId xmlns:a16="http://schemas.microsoft.com/office/drawing/2014/main" id="{B408B04B-E438-DB42-A057-30E22644377E}"/>
                </a:ext>
              </a:extLst>
            </p:cNvPr>
            <p:cNvSpPr/>
            <p:nvPr/>
          </p:nvSpPr>
          <p:spPr>
            <a:xfrm>
              <a:off x="99664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0" name="L3 cell 0-17">
              <a:extLst>
                <a:ext uri="{FF2B5EF4-FFF2-40B4-BE49-F238E27FC236}">
                  <a16:creationId xmlns:a16="http://schemas.microsoft.com/office/drawing/2014/main" id="{B5FAEB57-FF56-12F7-28D1-6FE271A2031B}"/>
                </a:ext>
              </a:extLst>
            </p:cNvPr>
            <p:cNvSpPr/>
            <p:nvPr/>
          </p:nvSpPr>
          <p:spPr>
            <a:xfrm>
              <a:off x="100522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1" name="L3 cell 0-18">
              <a:extLst>
                <a:ext uri="{FF2B5EF4-FFF2-40B4-BE49-F238E27FC236}">
                  <a16:creationId xmlns:a16="http://schemas.microsoft.com/office/drawing/2014/main" id="{5CEED6FB-A3C6-AE7E-EB01-316224516A3B}"/>
                </a:ext>
              </a:extLst>
            </p:cNvPr>
            <p:cNvSpPr/>
            <p:nvPr/>
          </p:nvSpPr>
          <p:spPr>
            <a:xfrm>
              <a:off x="101379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2" name="L3 cell 0-19">
              <a:extLst>
                <a:ext uri="{FF2B5EF4-FFF2-40B4-BE49-F238E27FC236}">
                  <a16:creationId xmlns:a16="http://schemas.microsoft.com/office/drawing/2014/main" id="{510E62AF-DECC-3965-3929-78EAC12148FA}"/>
                </a:ext>
              </a:extLst>
            </p:cNvPr>
            <p:cNvSpPr/>
            <p:nvPr/>
          </p:nvSpPr>
          <p:spPr>
            <a:xfrm>
              <a:off x="102236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3" name="L3 cell 0-20">
              <a:extLst>
                <a:ext uri="{FF2B5EF4-FFF2-40B4-BE49-F238E27FC236}">
                  <a16:creationId xmlns:a16="http://schemas.microsoft.com/office/drawing/2014/main" id="{7BFC3340-19E1-0A7F-0727-6991EF05D768}"/>
                </a:ext>
              </a:extLst>
            </p:cNvPr>
            <p:cNvSpPr/>
            <p:nvPr/>
          </p:nvSpPr>
          <p:spPr>
            <a:xfrm>
              <a:off x="103093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4" name="L3 cell 0-21">
              <a:extLst>
                <a:ext uri="{FF2B5EF4-FFF2-40B4-BE49-F238E27FC236}">
                  <a16:creationId xmlns:a16="http://schemas.microsoft.com/office/drawing/2014/main" id="{BFC02E5B-83C9-020D-ADAE-4801831D5DC7}"/>
                </a:ext>
              </a:extLst>
            </p:cNvPr>
            <p:cNvSpPr/>
            <p:nvPr/>
          </p:nvSpPr>
          <p:spPr>
            <a:xfrm>
              <a:off x="103951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5" name="L3 cell 1-0">
              <a:extLst>
                <a:ext uri="{FF2B5EF4-FFF2-40B4-BE49-F238E27FC236}">
                  <a16:creationId xmlns:a16="http://schemas.microsoft.com/office/drawing/2014/main" id="{0A505E2B-295C-9B27-D5F0-AF108E34DFBE}"/>
                </a:ext>
              </a:extLst>
            </p:cNvPr>
            <p:cNvSpPr/>
            <p:nvPr/>
          </p:nvSpPr>
          <p:spPr>
            <a:xfrm>
              <a:off x="85948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6" name="L3 cell 1-1">
              <a:extLst>
                <a:ext uri="{FF2B5EF4-FFF2-40B4-BE49-F238E27FC236}">
                  <a16:creationId xmlns:a16="http://schemas.microsoft.com/office/drawing/2014/main" id="{545AFEFE-C3A1-DA38-0EC7-1118CD078470}"/>
                </a:ext>
              </a:extLst>
            </p:cNvPr>
            <p:cNvSpPr/>
            <p:nvPr/>
          </p:nvSpPr>
          <p:spPr>
            <a:xfrm>
              <a:off x="86806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7" name="L3 cell 1-2">
              <a:extLst>
                <a:ext uri="{FF2B5EF4-FFF2-40B4-BE49-F238E27FC236}">
                  <a16:creationId xmlns:a16="http://schemas.microsoft.com/office/drawing/2014/main" id="{474DFBFE-4FF7-8487-7B16-53725E33B79D}"/>
                </a:ext>
              </a:extLst>
            </p:cNvPr>
            <p:cNvSpPr/>
            <p:nvPr/>
          </p:nvSpPr>
          <p:spPr>
            <a:xfrm>
              <a:off x="87663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8" name="L3 cell 1-3">
              <a:extLst>
                <a:ext uri="{FF2B5EF4-FFF2-40B4-BE49-F238E27FC236}">
                  <a16:creationId xmlns:a16="http://schemas.microsoft.com/office/drawing/2014/main" id="{82AEFF03-A875-6938-2A5F-0188437F8E18}"/>
                </a:ext>
              </a:extLst>
            </p:cNvPr>
            <p:cNvSpPr/>
            <p:nvPr/>
          </p:nvSpPr>
          <p:spPr>
            <a:xfrm>
              <a:off x="88520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9" name="L3 cell 1-4">
              <a:extLst>
                <a:ext uri="{FF2B5EF4-FFF2-40B4-BE49-F238E27FC236}">
                  <a16:creationId xmlns:a16="http://schemas.microsoft.com/office/drawing/2014/main" id="{36A6342A-BDE7-FBBF-7B5F-59989E0BE45E}"/>
                </a:ext>
              </a:extLst>
            </p:cNvPr>
            <p:cNvSpPr/>
            <p:nvPr/>
          </p:nvSpPr>
          <p:spPr>
            <a:xfrm>
              <a:off x="89377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0" name="L3 cell 1-5">
              <a:extLst>
                <a:ext uri="{FF2B5EF4-FFF2-40B4-BE49-F238E27FC236}">
                  <a16:creationId xmlns:a16="http://schemas.microsoft.com/office/drawing/2014/main" id="{344E73ED-7AF3-8DDC-A520-4CC0B1C47ED7}"/>
                </a:ext>
              </a:extLst>
            </p:cNvPr>
            <p:cNvSpPr/>
            <p:nvPr/>
          </p:nvSpPr>
          <p:spPr>
            <a:xfrm>
              <a:off x="90235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1" name="L3 cell 1-6">
              <a:extLst>
                <a:ext uri="{FF2B5EF4-FFF2-40B4-BE49-F238E27FC236}">
                  <a16:creationId xmlns:a16="http://schemas.microsoft.com/office/drawing/2014/main" id="{09AF1C5A-9F82-37DA-2DB2-CD09FDCC6613}"/>
                </a:ext>
              </a:extLst>
            </p:cNvPr>
            <p:cNvSpPr/>
            <p:nvPr/>
          </p:nvSpPr>
          <p:spPr>
            <a:xfrm>
              <a:off x="91092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2" name="L3 cell 1-7">
              <a:extLst>
                <a:ext uri="{FF2B5EF4-FFF2-40B4-BE49-F238E27FC236}">
                  <a16:creationId xmlns:a16="http://schemas.microsoft.com/office/drawing/2014/main" id="{C69F3695-4DFF-4676-E458-8FD83EF064C0}"/>
                </a:ext>
              </a:extLst>
            </p:cNvPr>
            <p:cNvSpPr/>
            <p:nvPr/>
          </p:nvSpPr>
          <p:spPr>
            <a:xfrm>
              <a:off x="91949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3" name="L3 cell 1-8">
              <a:extLst>
                <a:ext uri="{FF2B5EF4-FFF2-40B4-BE49-F238E27FC236}">
                  <a16:creationId xmlns:a16="http://schemas.microsoft.com/office/drawing/2014/main" id="{E9C07E4D-C190-241E-74BB-6D9E9D87267D}"/>
                </a:ext>
              </a:extLst>
            </p:cNvPr>
            <p:cNvSpPr/>
            <p:nvPr/>
          </p:nvSpPr>
          <p:spPr>
            <a:xfrm>
              <a:off x="92806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4" name="L3 cell 1-9">
              <a:extLst>
                <a:ext uri="{FF2B5EF4-FFF2-40B4-BE49-F238E27FC236}">
                  <a16:creationId xmlns:a16="http://schemas.microsoft.com/office/drawing/2014/main" id="{B9FA75D5-0F44-ECD5-F355-DDD5725E2E05}"/>
                </a:ext>
              </a:extLst>
            </p:cNvPr>
            <p:cNvSpPr/>
            <p:nvPr/>
          </p:nvSpPr>
          <p:spPr>
            <a:xfrm>
              <a:off x="93664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5" name="L3 cell 1-10">
              <a:extLst>
                <a:ext uri="{FF2B5EF4-FFF2-40B4-BE49-F238E27FC236}">
                  <a16:creationId xmlns:a16="http://schemas.microsoft.com/office/drawing/2014/main" id="{A3D6249C-FE9C-A2C4-90C0-3809351979D5}"/>
                </a:ext>
              </a:extLst>
            </p:cNvPr>
            <p:cNvSpPr/>
            <p:nvPr/>
          </p:nvSpPr>
          <p:spPr>
            <a:xfrm>
              <a:off x="94521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6" name="L3 cell 1-11">
              <a:extLst>
                <a:ext uri="{FF2B5EF4-FFF2-40B4-BE49-F238E27FC236}">
                  <a16:creationId xmlns:a16="http://schemas.microsoft.com/office/drawing/2014/main" id="{AFE6F0E9-7CA6-642B-7D23-CC007292698C}"/>
                </a:ext>
              </a:extLst>
            </p:cNvPr>
            <p:cNvSpPr/>
            <p:nvPr/>
          </p:nvSpPr>
          <p:spPr>
            <a:xfrm>
              <a:off x="95378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7" name="L3 cell 1-12">
              <a:extLst>
                <a:ext uri="{FF2B5EF4-FFF2-40B4-BE49-F238E27FC236}">
                  <a16:creationId xmlns:a16="http://schemas.microsoft.com/office/drawing/2014/main" id="{73D4332B-449F-FC39-C4C7-27FDA54E45E7}"/>
                </a:ext>
              </a:extLst>
            </p:cNvPr>
            <p:cNvSpPr/>
            <p:nvPr/>
          </p:nvSpPr>
          <p:spPr>
            <a:xfrm>
              <a:off x="96235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8" name="L3 cell 1-13">
              <a:extLst>
                <a:ext uri="{FF2B5EF4-FFF2-40B4-BE49-F238E27FC236}">
                  <a16:creationId xmlns:a16="http://schemas.microsoft.com/office/drawing/2014/main" id="{1F43AF12-1BEE-2991-10F8-82287941FB25}"/>
                </a:ext>
              </a:extLst>
            </p:cNvPr>
            <p:cNvSpPr/>
            <p:nvPr/>
          </p:nvSpPr>
          <p:spPr>
            <a:xfrm>
              <a:off x="97093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9" name="L3 cell 1-14">
              <a:extLst>
                <a:ext uri="{FF2B5EF4-FFF2-40B4-BE49-F238E27FC236}">
                  <a16:creationId xmlns:a16="http://schemas.microsoft.com/office/drawing/2014/main" id="{CACEFC3A-CF0A-C9D6-C4BF-662B2912A426}"/>
                </a:ext>
              </a:extLst>
            </p:cNvPr>
            <p:cNvSpPr/>
            <p:nvPr/>
          </p:nvSpPr>
          <p:spPr>
            <a:xfrm>
              <a:off x="97950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0" name="L3 cell 1-15">
              <a:extLst>
                <a:ext uri="{FF2B5EF4-FFF2-40B4-BE49-F238E27FC236}">
                  <a16:creationId xmlns:a16="http://schemas.microsoft.com/office/drawing/2014/main" id="{314F9D24-D93F-8BC3-791E-0B7FA738181A}"/>
                </a:ext>
              </a:extLst>
            </p:cNvPr>
            <p:cNvSpPr/>
            <p:nvPr/>
          </p:nvSpPr>
          <p:spPr>
            <a:xfrm>
              <a:off x="98807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1" name="L3 cell 1-16">
              <a:extLst>
                <a:ext uri="{FF2B5EF4-FFF2-40B4-BE49-F238E27FC236}">
                  <a16:creationId xmlns:a16="http://schemas.microsoft.com/office/drawing/2014/main" id="{DCF4F099-8A0D-A92A-0438-DE95F2E45E84}"/>
                </a:ext>
              </a:extLst>
            </p:cNvPr>
            <p:cNvSpPr/>
            <p:nvPr/>
          </p:nvSpPr>
          <p:spPr>
            <a:xfrm>
              <a:off x="99664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2" name="L3 cell 1-17">
              <a:extLst>
                <a:ext uri="{FF2B5EF4-FFF2-40B4-BE49-F238E27FC236}">
                  <a16:creationId xmlns:a16="http://schemas.microsoft.com/office/drawing/2014/main" id="{F54F79CC-E9C5-C36D-A884-ADD0EF65C331}"/>
                </a:ext>
              </a:extLst>
            </p:cNvPr>
            <p:cNvSpPr/>
            <p:nvPr/>
          </p:nvSpPr>
          <p:spPr>
            <a:xfrm>
              <a:off x="100522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3" name="L3 cell 1-18">
              <a:extLst>
                <a:ext uri="{FF2B5EF4-FFF2-40B4-BE49-F238E27FC236}">
                  <a16:creationId xmlns:a16="http://schemas.microsoft.com/office/drawing/2014/main" id="{9200C64C-D57F-F040-7D33-E7286DA5C525}"/>
                </a:ext>
              </a:extLst>
            </p:cNvPr>
            <p:cNvSpPr/>
            <p:nvPr/>
          </p:nvSpPr>
          <p:spPr>
            <a:xfrm>
              <a:off x="101379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4" name="L3 cell 1-19">
              <a:extLst>
                <a:ext uri="{FF2B5EF4-FFF2-40B4-BE49-F238E27FC236}">
                  <a16:creationId xmlns:a16="http://schemas.microsoft.com/office/drawing/2014/main" id="{17DAC73A-A160-4482-6A64-5D410A566F98}"/>
                </a:ext>
              </a:extLst>
            </p:cNvPr>
            <p:cNvSpPr/>
            <p:nvPr/>
          </p:nvSpPr>
          <p:spPr>
            <a:xfrm>
              <a:off x="102236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5" name="L3 cell 1-20">
              <a:extLst>
                <a:ext uri="{FF2B5EF4-FFF2-40B4-BE49-F238E27FC236}">
                  <a16:creationId xmlns:a16="http://schemas.microsoft.com/office/drawing/2014/main" id="{C1E169D1-A0CF-024C-3FAF-896D0335D8C9}"/>
                </a:ext>
              </a:extLst>
            </p:cNvPr>
            <p:cNvSpPr/>
            <p:nvPr/>
          </p:nvSpPr>
          <p:spPr>
            <a:xfrm>
              <a:off x="103093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6" name="L3 cell 1-21">
              <a:extLst>
                <a:ext uri="{FF2B5EF4-FFF2-40B4-BE49-F238E27FC236}">
                  <a16:creationId xmlns:a16="http://schemas.microsoft.com/office/drawing/2014/main" id="{61070D2B-C309-F30A-940B-E51E7E94C728}"/>
                </a:ext>
              </a:extLst>
            </p:cNvPr>
            <p:cNvSpPr/>
            <p:nvPr/>
          </p:nvSpPr>
          <p:spPr>
            <a:xfrm>
              <a:off x="103951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7" name="L3 cell 2-0">
              <a:extLst>
                <a:ext uri="{FF2B5EF4-FFF2-40B4-BE49-F238E27FC236}">
                  <a16:creationId xmlns:a16="http://schemas.microsoft.com/office/drawing/2014/main" id="{4901C248-C539-EA7D-691C-72EB9C9691C3}"/>
                </a:ext>
              </a:extLst>
            </p:cNvPr>
            <p:cNvSpPr/>
            <p:nvPr/>
          </p:nvSpPr>
          <p:spPr>
            <a:xfrm>
              <a:off x="85948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8" name="L3 cell 2-1">
              <a:extLst>
                <a:ext uri="{FF2B5EF4-FFF2-40B4-BE49-F238E27FC236}">
                  <a16:creationId xmlns:a16="http://schemas.microsoft.com/office/drawing/2014/main" id="{F37F9790-EDC8-80EA-9644-4430D0C11AE6}"/>
                </a:ext>
              </a:extLst>
            </p:cNvPr>
            <p:cNvSpPr/>
            <p:nvPr/>
          </p:nvSpPr>
          <p:spPr>
            <a:xfrm>
              <a:off x="86806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9" name="L3 cell 2-2">
              <a:extLst>
                <a:ext uri="{FF2B5EF4-FFF2-40B4-BE49-F238E27FC236}">
                  <a16:creationId xmlns:a16="http://schemas.microsoft.com/office/drawing/2014/main" id="{E759AEF1-92E1-1BF8-C60F-7A372C75BEE7}"/>
                </a:ext>
              </a:extLst>
            </p:cNvPr>
            <p:cNvSpPr/>
            <p:nvPr/>
          </p:nvSpPr>
          <p:spPr>
            <a:xfrm>
              <a:off x="87663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0" name="L3 cell 2-3">
              <a:extLst>
                <a:ext uri="{FF2B5EF4-FFF2-40B4-BE49-F238E27FC236}">
                  <a16:creationId xmlns:a16="http://schemas.microsoft.com/office/drawing/2014/main" id="{2A0F8512-4BBF-5383-AA94-A519B7689B4F}"/>
                </a:ext>
              </a:extLst>
            </p:cNvPr>
            <p:cNvSpPr/>
            <p:nvPr/>
          </p:nvSpPr>
          <p:spPr>
            <a:xfrm>
              <a:off x="88520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1" name="L3 cell 2-4">
              <a:extLst>
                <a:ext uri="{FF2B5EF4-FFF2-40B4-BE49-F238E27FC236}">
                  <a16:creationId xmlns:a16="http://schemas.microsoft.com/office/drawing/2014/main" id="{C67F3F44-87C2-1C45-E343-7DCD55833609}"/>
                </a:ext>
              </a:extLst>
            </p:cNvPr>
            <p:cNvSpPr/>
            <p:nvPr/>
          </p:nvSpPr>
          <p:spPr>
            <a:xfrm>
              <a:off x="89377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2" name="L3 cell 2-5">
              <a:extLst>
                <a:ext uri="{FF2B5EF4-FFF2-40B4-BE49-F238E27FC236}">
                  <a16:creationId xmlns:a16="http://schemas.microsoft.com/office/drawing/2014/main" id="{3AC9F8DA-39EB-CE03-EBF4-CFD3F1843C09}"/>
                </a:ext>
              </a:extLst>
            </p:cNvPr>
            <p:cNvSpPr/>
            <p:nvPr/>
          </p:nvSpPr>
          <p:spPr>
            <a:xfrm>
              <a:off x="90235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3" name="L3 cell 2-6">
              <a:extLst>
                <a:ext uri="{FF2B5EF4-FFF2-40B4-BE49-F238E27FC236}">
                  <a16:creationId xmlns:a16="http://schemas.microsoft.com/office/drawing/2014/main" id="{E1003A4F-5072-1F46-34EC-F0CB8EF23962}"/>
                </a:ext>
              </a:extLst>
            </p:cNvPr>
            <p:cNvSpPr/>
            <p:nvPr/>
          </p:nvSpPr>
          <p:spPr>
            <a:xfrm>
              <a:off x="91092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4" name="L3 cell 2-7">
              <a:extLst>
                <a:ext uri="{FF2B5EF4-FFF2-40B4-BE49-F238E27FC236}">
                  <a16:creationId xmlns:a16="http://schemas.microsoft.com/office/drawing/2014/main" id="{9F64E734-5E45-0EE4-CAB8-1D839CB38FEC}"/>
                </a:ext>
              </a:extLst>
            </p:cNvPr>
            <p:cNvSpPr/>
            <p:nvPr/>
          </p:nvSpPr>
          <p:spPr>
            <a:xfrm>
              <a:off x="91949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5" name="L3 cell 2-8">
              <a:extLst>
                <a:ext uri="{FF2B5EF4-FFF2-40B4-BE49-F238E27FC236}">
                  <a16:creationId xmlns:a16="http://schemas.microsoft.com/office/drawing/2014/main" id="{A17CC39E-F6B4-15DE-7452-CEDBFDD200CD}"/>
                </a:ext>
              </a:extLst>
            </p:cNvPr>
            <p:cNvSpPr/>
            <p:nvPr/>
          </p:nvSpPr>
          <p:spPr>
            <a:xfrm>
              <a:off x="92806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6" name="L3 cell 2-9">
              <a:extLst>
                <a:ext uri="{FF2B5EF4-FFF2-40B4-BE49-F238E27FC236}">
                  <a16:creationId xmlns:a16="http://schemas.microsoft.com/office/drawing/2014/main" id="{AB60591D-3162-40AB-666B-5861FC54FC2F}"/>
                </a:ext>
              </a:extLst>
            </p:cNvPr>
            <p:cNvSpPr/>
            <p:nvPr/>
          </p:nvSpPr>
          <p:spPr>
            <a:xfrm>
              <a:off x="93664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7" name="L3 cell 2-10">
              <a:extLst>
                <a:ext uri="{FF2B5EF4-FFF2-40B4-BE49-F238E27FC236}">
                  <a16:creationId xmlns:a16="http://schemas.microsoft.com/office/drawing/2014/main" id="{F6EE5A64-3ADD-9598-1877-D048228CA85E}"/>
                </a:ext>
              </a:extLst>
            </p:cNvPr>
            <p:cNvSpPr/>
            <p:nvPr/>
          </p:nvSpPr>
          <p:spPr>
            <a:xfrm>
              <a:off x="94521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8" name="L3 cell 2-11">
              <a:extLst>
                <a:ext uri="{FF2B5EF4-FFF2-40B4-BE49-F238E27FC236}">
                  <a16:creationId xmlns:a16="http://schemas.microsoft.com/office/drawing/2014/main" id="{2D735951-8C2C-F591-3893-92DC3504BC18}"/>
                </a:ext>
              </a:extLst>
            </p:cNvPr>
            <p:cNvSpPr/>
            <p:nvPr/>
          </p:nvSpPr>
          <p:spPr>
            <a:xfrm>
              <a:off x="95378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9" name="L3 cell 2-12">
              <a:extLst>
                <a:ext uri="{FF2B5EF4-FFF2-40B4-BE49-F238E27FC236}">
                  <a16:creationId xmlns:a16="http://schemas.microsoft.com/office/drawing/2014/main" id="{3EECB327-03CE-6602-51F9-A0BB49E1B0DA}"/>
                </a:ext>
              </a:extLst>
            </p:cNvPr>
            <p:cNvSpPr/>
            <p:nvPr/>
          </p:nvSpPr>
          <p:spPr>
            <a:xfrm>
              <a:off x="96235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0" name="L3 cell 2-13">
              <a:extLst>
                <a:ext uri="{FF2B5EF4-FFF2-40B4-BE49-F238E27FC236}">
                  <a16:creationId xmlns:a16="http://schemas.microsoft.com/office/drawing/2014/main" id="{C71D067D-5C4F-41A9-79E6-97CC82100856}"/>
                </a:ext>
              </a:extLst>
            </p:cNvPr>
            <p:cNvSpPr/>
            <p:nvPr/>
          </p:nvSpPr>
          <p:spPr>
            <a:xfrm>
              <a:off x="97093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1" name="L3 cell 2-14">
              <a:extLst>
                <a:ext uri="{FF2B5EF4-FFF2-40B4-BE49-F238E27FC236}">
                  <a16:creationId xmlns:a16="http://schemas.microsoft.com/office/drawing/2014/main" id="{5328D7B8-F5B4-0F6F-B825-C5FF7DE48A76}"/>
                </a:ext>
              </a:extLst>
            </p:cNvPr>
            <p:cNvSpPr/>
            <p:nvPr/>
          </p:nvSpPr>
          <p:spPr>
            <a:xfrm>
              <a:off x="97950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2" name="L3 cell 2-15">
              <a:extLst>
                <a:ext uri="{FF2B5EF4-FFF2-40B4-BE49-F238E27FC236}">
                  <a16:creationId xmlns:a16="http://schemas.microsoft.com/office/drawing/2014/main" id="{2FE71A2C-8407-C04A-0F74-40EE3861AABB}"/>
                </a:ext>
              </a:extLst>
            </p:cNvPr>
            <p:cNvSpPr/>
            <p:nvPr/>
          </p:nvSpPr>
          <p:spPr>
            <a:xfrm>
              <a:off x="98807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3" name="L3 cell 2-16">
              <a:extLst>
                <a:ext uri="{FF2B5EF4-FFF2-40B4-BE49-F238E27FC236}">
                  <a16:creationId xmlns:a16="http://schemas.microsoft.com/office/drawing/2014/main" id="{382C7878-721C-AC99-1A9C-396AF4FD930C}"/>
                </a:ext>
              </a:extLst>
            </p:cNvPr>
            <p:cNvSpPr/>
            <p:nvPr/>
          </p:nvSpPr>
          <p:spPr>
            <a:xfrm>
              <a:off x="99664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4" name="L3 cell 2-17">
              <a:extLst>
                <a:ext uri="{FF2B5EF4-FFF2-40B4-BE49-F238E27FC236}">
                  <a16:creationId xmlns:a16="http://schemas.microsoft.com/office/drawing/2014/main" id="{2A46529D-E978-A715-EFC1-E51A03CE715A}"/>
                </a:ext>
              </a:extLst>
            </p:cNvPr>
            <p:cNvSpPr/>
            <p:nvPr/>
          </p:nvSpPr>
          <p:spPr>
            <a:xfrm>
              <a:off x="100522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5" name="L3 cell 2-18">
              <a:extLst>
                <a:ext uri="{FF2B5EF4-FFF2-40B4-BE49-F238E27FC236}">
                  <a16:creationId xmlns:a16="http://schemas.microsoft.com/office/drawing/2014/main" id="{92E5E709-0178-B48F-370C-62D4FB66D6C2}"/>
                </a:ext>
              </a:extLst>
            </p:cNvPr>
            <p:cNvSpPr/>
            <p:nvPr/>
          </p:nvSpPr>
          <p:spPr>
            <a:xfrm>
              <a:off x="101379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6" name="L3 cell 2-19">
              <a:extLst>
                <a:ext uri="{FF2B5EF4-FFF2-40B4-BE49-F238E27FC236}">
                  <a16:creationId xmlns:a16="http://schemas.microsoft.com/office/drawing/2014/main" id="{3D38CF3E-7C11-33E7-D9A3-ED86FFDA9E2B}"/>
                </a:ext>
              </a:extLst>
            </p:cNvPr>
            <p:cNvSpPr/>
            <p:nvPr/>
          </p:nvSpPr>
          <p:spPr>
            <a:xfrm>
              <a:off x="102236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7" name="L3 cell 2-20">
              <a:extLst>
                <a:ext uri="{FF2B5EF4-FFF2-40B4-BE49-F238E27FC236}">
                  <a16:creationId xmlns:a16="http://schemas.microsoft.com/office/drawing/2014/main" id="{BBD37FFE-D66F-085A-1DBC-8950769F8C3E}"/>
                </a:ext>
              </a:extLst>
            </p:cNvPr>
            <p:cNvSpPr/>
            <p:nvPr/>
          </p:nvSpPr>
          <p:spPr>
            <a:xfrm>
              <a:off x="103093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8" name="L3 cell 2-21">
              <a:extLst>
                <a:ext uri="{FF2B5EF4-FFF2-40B4-BE49-F238E27FC236}">
                  <a16:creationId xmlns:a16="http://schemas.microsoft.com/office/drawing/2014/main" id="{217A2B53-6CFD-E195-B061-1E052450B190}"/>
                </a:ext>
              </a:extLst>
            </p:cNvPr>
            <p:cNvSpPr/>
            <p:nvPr/>
          </p:nvSpPr>
          <p:spPr>
            <a:xfrm>
              <a:off x="103951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9" name="L3 cell 3-0">
              <a:extLst>
                <a:ext uri="{FF2B5EF4-FFF2-40B4-BE49-F238E27FC236}">
                  <a16:creationId xmlns:a16="http://schemas.microsoft.com/office/drawing/2014/main" id="{64FAA6D1-AA4B-F62B-55A1-2F01A5288148}"/>
                </a:ext>
              </a:extLst>
            </p:cNvPr>
            <p:cNvSpPr/>
            <p:nvPr/>
          </p:nvSpPr>
          <p:spPr>
            <a:xfrm>
              <a:off x="85948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0" name="L3 cell 3-1">
              <a:extLst>
                <a:ext uri="{FF2B5EF4-FFF2-40B4-BE49-F238E27FC236}">
                  <a16:creationId xmlns:a16="http://schemas.microsoft.com/office/drawing/2014/main" id="{CF038A09-AF23-E03C-ACFF-A47F2F0F741C}"/>
                </a:ext>
              </a:extLst>
            </p:cNvPr>
            <p:cNvSpPr/>
            <p:nvPr/>
          </p:nvSpPr>
          <p:spPr>
            <a:xfrm>
              <a:off x="86806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1" name="L3 cell 3-2">
              <a:extLst>
                <a:ext uri="{FF2B5EF4-FFF2-40B4-BE49-F238E27FC236}">
                  <a16:creationId xmlns:a16="http://schemas.microsoft.com/office/drawing/2014/main" id="{136BC3F3-7BAA-495F-CC3C-1D21D777CA2E}"/>
                </a:ext>
              </a:extLst>
            </p:cNvPr>
            <p:cNvSpPr/>
            <p:nvPr/>
          </p:nvSpPr>
          <p:spPr>
            <a:xfrm>
              <a:off x="87663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2" name="L3 cell 3-3">
              <a:extLst>
                <a:ext uri="{FF2B5EF4-FFF2-40B4-BE49-F238E27FC236}">
                  <a16:creationId xmlns:a16="http://schemas.microsoft.com/office/drawing/2014/main" id="{9820127C-5043-9819-9D73-31EB8901FCC9}"/>
                </a:ext>
              </a:extLst>
            </p:cNvPr>
            <p:cNvSpPr/>
            <p:nvPr/>
          </p:nvSpPr>
          <p:spPr>
            <a:xfrm>
              <a:off x="88520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3" name="L3 cell 3-4">
              <a:extLst>
                <a:ext uri="{FF2B5EF4-FFF2-40B4-BE49-F238E27FC236}">
                  <a16:creationId xmlns:a16="http://schemas.microsoft.com/office/drawing/2014/main" id="{2CDF15B5-FB5C-D564-6C05-EDEC8DE861B0}"/>
                </a:ext>
              </a:extLst>
            </p:cNvPr>
            <p:cNvSpPr/>
            <p:nvPr/>
          </p:nvSpPr>
          <p:spPr>
            <a:xfrm>
              <a:off x="89377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4" name="L3 cell 3-5">
              <a:extLst>
                <a:ext uri="{FF2B5EF4-FFF2-40B4-BE49-F238E27FC236}">
                  <a16:creationId xmlns:a16="http://schemas.microsoft.com/office/drawing/2014/main" id="{F22A9DC5-6FEF-C0E9-5C7A-816CC988F367}"/>
                </a:ext>
              </a:extLst>
            </p:cNvPr>
            <p:cNvSpPr/>
            <p:nvPr/>
          </p:nvSpPr>
          <p:spPr>
            <a:xfrm>
              <a:off x="90235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5" name="L3 cell 3-6">
              <a:extLst>
                <a:ext uri="{FF2B5EF4-FFF2-40B4-BE49-F238E27FC236}">
                  <a16:creationId xmlns:a16="http://schemas.microsoft.com/office/drawing/2014/main" id="{57F792BD-206F-755A-9A26-19023BE7E309}"/>
                </a:ext>
              </a:extLst>
            </p:cNvPr>
            <p:cNvSpPr/>
            <p:nvPr/>
          </p:nvSpPr>
          <p:spPr>
            <a:xfrm>
              <a:off x="91092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6" name="L3 cell 3-7">
              <a:extLst>
                <a:ext uri="{FF2B5EF4-FFF2-40B4-BE49-F238E27FC236}">
                  <a16:creationId xmlns:a16="http://schemas.microsoft.com/office/drawing/2014/main" id="{CC8C4FA8-0ED8-7B56-7E8E-92A64447A3AB}"/>
                </a:ext>
              </a:extLst>
            </p:cNvPr>
            <p:cNvSpPr/>
            <p:nvPr/>
          </p:nvSpPr>
          <p:spPr>
            <a:xfrm>
              <a:off x="91949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7" name="L3 cell 3-8">
              <a:extLst>
                <a:ext uri="{FF2B5EF4-FFF2-40B4-BE49-F238E27FC236}">
                  <a16:creationId xmlns:a16="http://schemas.microsoft.com/office/drawing/2014/main" id="{5355F371-4351-B80E-19D6-D2EACE77E02E}"/>
                </a:ext>
              </a:extLst>
            </p:cNvPr>
            <p:cNvSpPr/>
            <p:nvPr/>
          </p:nvSpPr>
          <p:spPr>
            <a:xfrm>
              <a:off x="92806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8" name="L3 cell 3-9">
              <a:extLst>
                <a:ext uri="{FF2B5EF4-FFF2-40B4-BE49-F238E27FC236}">
                  <a16:creationId xmlns:a16="http://schemas.microsoft.com/office/drawing/2014/main" id="{F70727E7-5C2C-2C84-7574-801C96BEB772}"/>
                </a:ext>
              </a:extLst>
            </p:cNvPr>
            <p:cNvSpPr/>
            <p:nvPr/>
          </p:nvSpPr>
          <p:spPr>
            <a:xfrm>
              <a:off x="93664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9" name="L3 cell 3-10">
              <a:extLst>
                <a:ext uri="{FF2B5EF4-FFF2-40B4-BE49-F238E27FC236}">
                  <a16:creationId xmlns:a16="http://schemas.microsoft.com/office/drawing/2014/main" id="{48D5D537-931D-DEEF-7C38-B92199298EA9}"/>
                </a:ext>
              </a:extLst>
            </p:cNvPr>
            <p:cNvSpPr/>
            <p:nvPr/>
          </p:nvSpPr>
          <p:spPr>
            <a:xfrm>
              <a:off x="94521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0" name="L3 cell 3-11">
              <a:extLst>
                <a:ext uri="{FF2B5EF4-FFF2-40B4-BE49-F238E27FC236}">
                  <a16:creationId xmlns:a16="http://schemas.microsoft.com/office/drawing/2014/main" id="{734D1E2A-A592-ECF0-3D08-EA6F7D0E06A5}"/>
                </a:ext>
              </a:extLst>
            </p:cNvPr>
            <p:cNvSpPr/>
            <p:nvPr/>
          </p:nvSpPr>
          <p:spPr>
            <a:xfrm>
              <a:off x="95378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1" name="L3 cell 3-12">
              <a:extLst>
                <a:ext uri="{FF2B5EF4-FFF2-40B4-BE49-F238E27FC236}">
                  <a16:creationId xmlns:a16="http://schemas.microsoft.com/office/drawing/2014/main" id="{DB1F6960-FEF8-B3DF-A7A2-62F949942CDE}"/>
                </a:ext>
              </a:extLst>
            </p:cNvPr>
            <p:cNvSpPr/>
            <p:nvPr/>
          </p:nvSpPr>
          <p:spPr>
            <a:xfrm>
              <a:off x="96235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2" name="L3 cell 3-13">
              <a:extLst>
                <a:ext uri="{FF2B5EF4-FFF2-40B4-BE49-F238E27FC236}">
                  <a16:creationId xmlns:a16="http://schemas.microsoft.com/office/drawing/2014/main" id="{21A9C7A5-7485-978C-52BE-816079D1EBCB}"/>
                </a:ext>
              </a:extLst>
            </p:cNvPr>
            <p:cNvSpPr/>
            <p:nvPr/>
          </p:nvSpPr>
          <p:spPr>
            <a:xfrm>
              <a:off x="97093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3" name="L3 cell 3-14">
              <a:extLst>
                <a:ext uri="{FF2B5EF4-FFF2-40B4-BE49-F238E27FC236}">
                  <a16:creationId xmlns:a16="http://schemas.microsoft.com/office/drawing/2014/main" id="{540A5A09-571F-3A04-D6A5-E7B15B09D1E9}"/>
                </a:ext>
              </a:extLst>
            </p:cNvPr>
            <p:cNvSpPr/>
            <p:nvPr/>
          </p:nvSpPr>
          <p:spPr>
            <a:xfrm>
              <a:off x="97950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4" name="L3 cell 3-15">
              <a:extLst>
                <a:ext uri="{FF2B5EF4-FFF2-40B4-BE49-F238E27FC236}">
                  <a16:creationId xmlns:a16="http://schemas.microsoft.com/office/drawing/2014/main" id="{4ACE7A59-5252-3368-3BB4-B9ECCAD84904}"/>
                </a:ext>
              </a:extLst>
            </p:cNvPr>
            <p:cNvSpPr/>
            <p:nvPr/>
          </p:nvSpPr>
          <p:spPr>
            <a:xfrm>
              <a:off x="98807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5" name="L3 cell 3-16">
              <a:extLst>
                <a:ext uri="{FF2B5EF4-FFF2-40B4-BE49-F238E27FC236}">
                  <a16:creationId xmlns:a16="http://schemas.microsoft.com/office/drawing/2014/main" id="{09FECC25-580A-6FD0-3EF4-379F0A2C9F61}"/>
                </a:ext>
              </a:extLst>
            </p:cNvPr>
            <p:cNvSpPr/>
            <p:nvPr/>
          </p:nvSpPr>
          <p:spPr>
            <a:xfrm>
              <a:off x="99664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6" name="L3 cell 3-17">
              <a:extLst>
                <a:ext uri="{FF2B5EF4-FFF2-40B4-BE49-F238E27FC236}">
                  <a16:creationId xmlns:a16="http://schemas.microsoft.com/office/drawing/2014/main" id="{EEC1515B-A77F-01ED-60D4-B3845A4A6DB2}"/>
                </a:ext>
              </a:extLst>
            </p:cNvPr>
            <p:cNvSpPr/>
            <p:nvPr/>
          </p:nvSpPr>
          <p:spPr>
            <a:xfrm>
              <a:off x="100522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7" name="L3 cell 3-18">
              <a:extLst>
                <a:ext uri="{FF2B5EF4-FFF2-40B4-BE49-F238E27FC236}">
                  <a16:creationId xmlns:a16="http://schemas.microsoft.com/office/drawing/2014/main" id="{32CDD3F5-C9B8-53A5-255B-B51D2C05AE2E}"/>
                </a:ext>
              </a:extLst>
            </p:cNvPr>
            <p:cNvSpPr/>
            <p:nvPr/>
          </p:nvSpPr>
          <p:spPr>
            <a:xfrm>
              <a:off x="101379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8" name="L3 cell 3-19">
              <a:extLst>
                <a:ext uri="{FF2B5EF4-FFF2-40B4-BE49-F238E27FC236}">
                  <a16:creationId xmlns:a16="http://schemas.microsoft.com/office/drawing/2014/main" id="{974E8EDD-4BC4-5C53-97AD-2933D36AD8EC}"/>
                </a:ext>
              </a:extLst>
            </p:cNvPr>
            <p:cNvSpPr/>
            <p:nvPr/>
          </p:nvSpPr>
          <p:spPr>
            <a:xfrm>
              <a:off x="102236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9" name="L3 cell 3-20">
              <a:extLst>
                <a:ext uri="{FF2B5EF4-FFF2-40B4-BE49-F238E27FC236}">
                  <a16:creationId xmlns:a16="http://schemas.microsoft.com/office/drawing/2014/main" id="{CEE61BDA-C7AA-511D-76E3-AB1B0038B4B8}"/>
                </a:ext>
              </a:extLst>
            </p:cNvPr>
            <p:cNvSpPr/>
            <p:nvPr/>
          </p:nvSpPr>
          <p:spPr>
            <a:xfrm>
              <a:off x="103093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0" name="L3 cell 3-21">
              <a:extLst>
                <a:ext uri="{FF2B5EF4-FFF2-40B4-BE49-F238E27FC236}">
                  <a16:creationId xmlns:a16="http://schemas.microsoft.com/office/drawing/2014/main" id="{4F08C2A7-4658-F348-411C-195C458515E3}"/>
                </a:ext>
              </a:extLst>
            </p:cNvPr>
            <p:cNvSpPr/>
            <p:nvPr/>
          </p:nvSpPr>
          <p:spPr>
            <a:xfrm>
              <a:off x="103951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1" name="L3 label">
              <a:extLst>
                <a:ext uri="{FF2B5EF4-FFF2-40B4-BE49-F238E27FC236}">
                  <a16:creationId xmlns:a16="http://schemas.microsoft.com/office/drawing/2014/main" id="{01BCF96D-C5E7-10C3-EDCC-5EA233350E60}"/>
                </a:ext>
              </a:extLst>
            </p:cNvPr>
            <p:cNvSpPr/>
            <p:nvPr/>
          </p:nvSpPr>
          <p:spPr>
            <a:xfrm>
              <a:off x="9027795" y="2418398"/>
              <a:ext cx="994410" cy="154305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chemeClr val="accent1">
                  <a:alpha val="5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SHARED L3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E2CB73A3-E91B-1938-1247-87A633EBDFD0}"/>
              </a:ext>
            </a:extLst>
          </p:cNvPr>
          <p:cNvGrpSpPr/>
          <p:nvPr/>
        </p:nvGrpSpPr>
        <p:grpSpPr>
          <a:xfrm>
            <a:off x="4762500" y="4229100"/>
            <a:ext cx="2457450" cy="1447800"/>
            <a:chOff x="8286750" y="5048250"/>
            <a:chExt cx="2457450" cy="1447800"/>
          </a:xfrm>
        </p:grpSpPr>
        <p:sp>
          <p:nvSpPr>
            <p:cNvPr id="222" name="Pipeline IF 1">
              <a:extLst>
                <a:ext uri="{FF2B5EF4-FFF2-40B4-BE49-F238E27FC236}">
                  <a16:creationId xmlns:a16="http://schemas.microsoft.com/office/drawing/2014/main" id="{BC362873-C443-672A-E392-0C301E2E9D0D}"/>
                </a:ext>
              </a:extLst>
            </p:cNvPr>
            <p:cNvSpPr/>
            <p:nvPr/>
          </p:nvSpPr>
          <p:spPr>
            <a:xfrm>
              <a:off x="82867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3" name="Pipeline ID 1">
              <a:extLst>
                <a:ext uri="{FF2B5EF4-FFF2-40B4-BE49-F238E27FC236}">
                  <a16:creationId xmlns:a16="http://schemas.microsoft.com/office/drawing/2014/main" id="{0A820F03-2655-5772-B994-75272E3C8C11}"/>
                </a:ext>
              </a:extLst>
            </p:cNvPr>
            <p:cNvSpPr/>
            <p:nvPr/>
          </p:nvSpPr>
          <p:spPr>
            <a:xfrm>
              <a:off x="853440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4" name="Pipeline EX 1">
              <a:extLst>
                <a:ext uri="{FF2B5EF4-FFF2-40B4-BE49-F238E27FC236}">
                  <a16:creationId xmlns:a16="http://schemas.microsoft.com/office/drawing/2014/main" id="{5B04AFCA-010C-3F80-9D38-D0656C0A21DD}"/>
                </a:ext>
              </a:extLst>
            </p:cNvPr>
            <p:cNvSpPr/>
            <p:nvPr/>
          </p:nvSpPr>
          <p:spPr>
            <a:xfrm>
              <a:off x="87820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5" name="Pipeline MEM 1">
              <a:extLst>
                <a:ext uri="{FF2B5EF4-FFF2-40B4-BE49-F238E27FC236}">
                  <a16:creationId xmlns:a16="http://schemas.microsoft.com/office/drawing/2014/main" id="{79F7E13E-ED45-63E1-29BB-141B6C10D523}"/>
                </a:ext>
              </a:extLst>
            </p:cNvPr>
            <p:cNvSpPr/>
            <p:nvPr/>
          </p:nvSpPr>
          <p:spPr>
            <a:xfrm>
              <a:off x="902970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6" name="Pipeline WB 1">
              <a:extLst>
                <a:ext uri="{FF2B5EF4-FFF2-40B4-BE49-F238E27FC236}">
                  <a16:creationId xmlns:a16="http://schemas.microsoft.com/office/drawing/2014/main" id="{8A2234DA-8D50-5E30-03FD-5D7183606ECF}"/>
                </a:ext>
              </a:extLst>
            </p:cNvPr>
            <p:cNvSpPr/>
            <p:nvPr/>
          </p:nvSpPr>
          <p:spPr>
            <a:xfrm>
              <a:off x="9277350" y="50482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7" name="Pipeline IF 2">
              <a:extLst>
                <a:ext uri="{FF2B5EF4-FFF2-40B4-BE49-F238E27FC236}">
                  <a16:creationId xmlns:a16="http://schemas.microsoft.com/office/drawing/2014/main" id="{0086B5E7-C3D5-43A1-0D35-75915EBAA458}"/>
                </a:ext>
              </a:extLst>
            </p:cNvPr>
            <p:cNvSpPr/>
            <p:nvPr/>
          </p:nvSpPr>
          <p:spPr>
            <a:xfrm>
              <a:off x="85344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8" name="Pipeline ID 2">
              <a:extLst>
                <a:ext uri="{FF2B5EF4-FFF2-40B4-BE49-F238E27FC236}">
                  <a16:creationId xmlns:a16="http://schemas.microsoft.com/office/drawing/2014/main" id="{16078C6B-11FE-0C7D-FA88-3C81D37841F6}"/>
                </a:ext>
              </a:extLst>
            </p:cNvPr>
            <p:cNvSpPr/>
            <p:nvPr/>
          </p:nvSpPr>
          <p:spPr>
            <a:xfrm>
              <a:off x="878205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9" name="Pipeline EX 2">
              <a:extLst>
                <a:ext uri="{FF2B5EF4-FFF2-40B4-BE49-F238E27FC236}">
                  <a16:creationId xmlns:a16="http://schemas.microsoft.com/office/drawing/2014/main" id="{13F217AA-5C75-E14A-BD66-65203A531BAA}"/>
                </a:ext>
              </a:extLst>
            </p:cNvPr>
            <p:cNvSpPr/>
            <p:nvPr/>
          </p:nvSpPr>
          <p:spPr>
            <a:xfrm>
              <a:off x="90297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0" name="Pipeline MEM 2">
              <a:extLst>
                <a:ext uri="{FF2B5EF4-FFF2-40B4-BE49-F238E27FC236}">
                  <a16:creationId xmlns:a16="http://schemas.microsoft.com/office/drawing/2014/main" id="{746D37C7-F273-95F7-2C8D-8124B2988E7B}"/>
                </a:ext>
              </a:extLst>
            </p:cNvPr>
            <p:cNvSpPr/>
            <p:nvPr/>
          </p:nvSpPr>
          <p:spPr>
            <a:xfrm>
              <a:off x="927735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1" name="Pipeline WB 2">
              <a:extLst>
                <a:ext uri="{FF2B5EF4-FFF2-40B4-BE49-F238E27FC236}">
                  <a16:creationId xmlns:a16="http://schemas.microsoft.com/office/drawing/2014/main" id="{B714E7DB-73A2-B0AB-BE39-2E5FC474E7A7}"/>
                </a:ext>
              </a:extLst>
            </p:cNvPr>
            <p:cNvSpPr/>
            <p:nvPr/>
          </p:nvSpPr>
          <p:spPr>
            <a:xfrm>
              <a:off x="9525000" y="53530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2" name="Pipeline IF 3">
              <a:extLst>
                <a:ext uri="{FF2B5EF4-FFF2-40B4-BE49-F238E27FC236}">
                  <a16:creationId xmlns:a16="http://schemas.microsoft.com/office/drawing/2014/main" id="{4E946673-0620-A9C9-B7B9-E5939EC7A2DB}"/>
                </a:ext>
              </a:extLst>
            </p:cNvPr>
            <p:cNvSpPr/>
            <p:nvPr/>
          </p:nvSpPr>
          <p:spPr>
            <a:xfrm>
              <a:off x="878205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3" name="Pipeline ID 3">
              <a:extLst>
                <a:ext uri="{FF2B5EF4-FFF2-40B4-BE49-F238E27FC236}">
                  <a16:creationId xmlns:a16="http://schemas.microsoft.com/office/drawing/2014/main" id="{AF21AF2C-DEDB-7A6D-83D7-7B013E1A63E1}"/>
                </a:ext>
              </a:extLst>
            </p:cNvPr>
            <p:cNvSpPr/>
            <p:nvPr/>
          </p:nvSpPr>
          <p:spPr>
            <a:xfrm>
              <a:off x="90297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4" name="Pipeline stall 3">
              <a:extLst>
                <a:ext uri="{FF2B5EF4-FFF2-40B4-BE49-F238E27FC236}">
                  <a16:creationId xmlns:a16="http://schemas.microsoft.com/office/drawing/2014/main" id="{209463CF-92F7-5A48-B368-6286DCA5F3E5}"/>
                </a:ext>
              </a:extLst>
            </p:cNvPr>
            <p:cNvSpPr/>
            <p:nvPr/>
          </p:nvSpPr>
          <p:spPr>
            <a:xfrm>
              <a:off x="9277350" y="5657850"/>
              <a:ext cx="228600" cy="228600"/>
            </a:xfrm>
            <a:prstGeom prst="roundRect">
              <a:avLst>
                <a:gd name="adj" fmla="val 12500"/>
              </a:avLst>
            </a:prstGeom>
            <a:ln w="11430">
              <a:solidFill>
                <a:schemeClr val="accent1">
                  <a:alpha val="90000"/>
                </a:schemeClr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5" name="Pipeline EX 3">
              <a:extLst>
                <a:ext uri="{FF2B5EF4-FFF2-40B4-BE49-F238E27FC236}">
                  <a16:creationId xmlns:a16="http://schemas.microsoft.com/office/drawing/2014/main" id="{01F74832-D29D-4C79-301B-E61784F466FF}"/>
                </a:ext>
              </a:extLst>
            </p:cNvPr>
            <p:cNvSpPr/>
            <p:nvPr/>
          </p:nvSpPr>
          <p:spPr>
            <a:xfrm>
              <a:off x="95250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6" name="Pipeline MEM 3">
              <a:extLst>
                <a:ext uri="{FF2B5EF4-FFF2-40B4-BE49-F238E27FC236}">
                  <a16:creationId xmlns:a16="http://schemas.microsoft.com/office/drawing/2014/main" id="{9566A16E-C0CE-594F-1BC7-D9D5338FDF29}"/>
                </a:ext>
              </a:extLst>
            </p:cNvPr>
            <p:cNvSpPr/>
            <p:nvPr/>
          </p:nvSpPr>
          <p:spPr>
            <a:xfrm>
              <a:off x="977265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7" name="Pipeline WB 3">
              <a:extLst>
                <a:ext uri="{FF2B5EF4-FFF2-40B4-BE49-F238E27FC236}">
                  <a16:creationId xmlns:a16="http://schemas.microsoft.com/office/drawing/2014/main" id="{860ED12D-72D3-DC51-D29A-09F0CB5CBFDA}"/>
                </a:ext>
              </a:extLst>
            </p:cNvPr>
            <p:cNvSpPr/>
            <p:nvPr/>
          </p:nvSpPr>
          <p:spPr>
            <a:xfrm>
              <a:off x="10020300" y="56578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8" name="Pipeline IF 4">
              <a:extLst>
                <a:ext uri="{FF2B5EF4-FFF2-40B4-BE49-F238E27FC236}">
                  <a16:creationId xmlns:a16="http://schemas.microsoft.com/office/drawing/2014/main" id="{E628CD59-2CC0-9289-1C01-72B7AE918F98}"/>
                </a:ext>
              </a:extLst>
            </p:cNvPr>
            <p:cNvSpPr/>
            <p:nvPr/>
          </p:nvSpPr>
          <p:spPr>
            <a:xfrm>
              <a:off x="92773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9" name="Pipeline ID 4">
              <a:extLst>
                <a:ext uri="{FF2B5EF4-FFF2-40B4-BE49-F238E27FC236}">
                  <a16:creationId xmlns:a16="http://schemas.microsoft.com/office/drawing/2014/main" id="{361F9B35-5FA2-19AD-8DFA-D98A4CC760C3}"/>
                </a:ext>
              </a:extLst>
            </p:cNvPr>
            <p:cNvSpPr/>
            <p:nvPr/>
          </p:nvSpPr>
          <p:spPr>
            <a:xfrm>
              <a:off x="952500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0" name="Pipeline EX 4">
              <a:extLst>
                <a:ext uri="{FF2B5EF4-FFF2-40B4-BE49-F238E27FC236}">
                  <a16:creationId xmlns:a16="http://schemas.microsoft.com/office/drawing/2014/main" id="{E9ECB2E2-D13E-CDF7-A896-D840AF3F40E8}"/>
                </a:ext>
              </a:extLst>
            </p:cNvPr>
            <p:cNvSpPr/>
            <p:nvPr/>
          </p:nvSpPr>
          <p:spPr>
            <a:xfrm>
              <a:off x="97726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1" name="Pipeline MEM 4">
              <a:extLst>
                <a:ext uri="{FF2B5EF4-FFF2-40B4-BE49-F238E27FC236}">
                  <a16:creationId xmlns:a16="http://schemas.microsoft.com/office/drawing/2014/main" id="{80BD1D7A-7981-7640-2CF2-6566340AFE85}"/>
                </a:ext>
              </a:extLst>
            </p:cNvPr>
            <p:cNvSpPr/>
            <p:nvPr/>
          </p:nvSpPr>
          <p:spPr>
            <a:xfrm>
              <a:off x="1002030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2" name="Pipeline WB 4">
              <a:extLst>
                <a:ext uri="{FF2B5EF4-FFF2-40B4-BE49-F238E27FC236}">
                  <a16:creationId xmlns:a16="http://schemas.microsoft.com/office/drawing/2014/main" id="{53C00D35-FC7E-B262-264E-CE4D77A79212}"/>
                </a:ext>
              </a:extLst>
            </p:cNvPr>
            <p:cNvSpPr/>
            <p:nvPr/>
          </p:nvSpPr>
          <p:spPr>
            <a:xfrm>
              <a:off x="10267950" y="59626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3" name="Pipeline IF 5">
              <a:extLst>
                <a:ext uri="{FF2B5EF4-FFF2-40B4-BE49-F238E27FC236}">
                  <a16:creationId xmlns:a16="http://schemas.microsoft.com/office/drawing/2014/main" id="{BB8FB1E9-6B00-1FED-EFCD-D7200B7267A5}"/>
                </a:ext>
              </a:extLst>
            </p:cNvPr>
            <p:cNvSpPr/>
            <p:nvPr/>
          </p:nvSpPr>
          <p:spPr>
            <a:xfrm>
              <a:off x="95250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IF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4" name="Pipeline ID 5">
              <a:extLst>
                <a:ext uri="{FF2B5EF4-FFF2-40B4-BE49-F238E27FC236}">
                  <a16:creationId xmlns:a16="http://schemas.microsoft.com/office/drawing/2014/main" id="{A783A7D8-AB89-1CFC-7D9B-C7A7B794FD4B}"/>
                </a:ext>
              </a:extLst>
            </p:cNvPr>
            <p:cNvSpPr/>
            <p:nvPr/>
          </p:nvSpPr>
          <p:spPr>
            <a:xfrm>
              <a:off x="977265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ID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5" name="Pipeline EX 5">
              <a:extLst>
                <a:ext uri="{FF2B5EF4-FFF2-40B4-BE49-F238E27FC236}">
                  <a16:creationId xmlns:a16="http://schemas.microsoft.com/office/drawing/2014/main" id="{C3EAE638-399A-B5FB-1DE2-3EA8D539734F}"/>
                </a:ext>
              </a:extLst>
            </p:cNvPr>
            <p:cNvSpPr/>
            <p:nvPr/>
          </p:nvSpPr>
          <p:spPr>
            <a:xfrm>
              <a:off x="100203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EX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6" name="Pipeline MEM 5">
              <a:extLst>
                <a:ext uri="{FF2B5EF4-FFF2-40B4-BE49-F238E27FC236}">
                  <a16:creationId xmlns:a16="http://schemas.microsoft.com/office/drawing/2014/main" id="{93868C40-0944-5673-A800-0AB91AECAA6B}"/>
                </a:ext>
              </a:extLst>
            </p:cNvPr>
            <p:cNvSpPr/>
            <p:nvPr/>
          </p:nvSpPr>
          <p:spPr>
            <a:xfrm>
              <a:off x="1026795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MEM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7" name="Pipeline WB 5">
              <a:extLst>
                <a:ext uri="{FF2B5EF4-FFF2-40B4-BE49-F238E27FC236}">
                  <a16:creationId xmlns:a16="http://schemas.microsoft.com/office/drawing/2014/main" id="{E42FC49F-8166-D4D6-8E42-67DCFD6AE246}"/>
                </a:ext>
              </a:extLst>
            </p:cNvPr>
            <p:cNvSpPr/>
            <p:nvPr/>
          </p:nvSpPr>
          <p:spPr>
            <a:xfrm>
              <a:off x="10515600" y="6267450"/>
              <a:ext cx="228600" cy="228600"/>
            </a:xfrm>
            <a:prstGeom prst="roundRect">
              <a:avLst>
                <a:gd name="adj" fmla="val 12500"/>
              </a:avLst>
            </a:prstGeom>
            <a:solidFill>
              <a:schemeClr val="accent1">
                <a:alpha val="10000"/>
              </a:schemeClr>
            </a:solidFill>
            <a:ln w="11430">
              <a:solidFill>
                <a:schemeClr val="accent1">
                  <a:alpha val="62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alpha val="85000"/>
                    </a:srgbClr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WB</a:t>
              </a:r>
              <a:endPara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</p:grpSp>
      <p:sp>
        <p:nvSpPr>
          <p:cNvPr id="248" name="Logo strip">
            <a:extLst>
              <a:ext uri="{FF2B5EF4-FFF2-40B4-BE49-F238E27FC236}">
                <a16:creationId xmlns:a16="http://schemas.microsoft.com/office/drawing/2014/main" id="{30D7E85C-6514-EAC2-015A-0B86119C9B9A}"/>
              </a:ext>
            </a:extLst>
          </p:cNvPr>
          <p:cNvSpPr/>
          <p:nvPr/>
        </p:nvSpPr>
        <p:spPr>
          <a:xfrm>
            <a:off x="609600" y="533400"/>
            <a:ext cx="4343400" cy="685800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49" name="MEST logo" descr="MEST — National Microelectronics Security Training Center">
            <a:extLst>
              <a:ext uri="{FF2B5EF4-FFF2-40B4-BE49-F238E27FC236}">
                <a16:creationId xmlns:a16="http://schemas.microsoft.com/office/drawing/2014/main" id="{91C9C50D-F260-54EC-FEC7-3D1DE4947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647700"/>
            <a:ext cx="457200" cy="457200"/>
          </a:xfrm>
          <a:prstGeom prst="rect">
            <a:avLst/>
          </a:prstGeom>
        </p:spPr>
      </p:pic>
      <p:sp>
        <p:nvSpPr>
          <p:cNvPr id="250" name="Logo divider 1">
            <a:extLst>
              <a:ext uri="{FF2B5EF4-FFF2-40B4-BE49-F238E27FC236}">
                <a16:creationId xmlns:a16="http://schemas.microsoft.com/office/drawing/2014/main" id="{3BA5C0F9-378A-12EE-257B-8D776ED3DE05}"/>
              </a:ext>
            </a:extLst>
          </p:cNvPr>
          <p:cNvSpPr/>
          <p:nvPr/>
        </p:nvSpPr>
        <p:spPr>
          <a:xfrm>
            <a:off x="1390650" y="723900"/>
            <a:ext cx="0" cy="30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1" name="FIU logo" descr="Florida International University">
            <a:extLst>
              <a:ext uri="{FF2B5EF4-FFF2-40B4-BE49-F238E27FC236}">
                <a16:creationId xmlns:a16="http://schemas.microsoft.com/office/drawing/2014/main" id="{B60CFE9E-90BC-CBED-8D1E-65D139B33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75" y="723900"/>
            <a:ext cx="1604211" cy="304800"/>
          </a:xfrm>
          <a:prstGeom prst="rect">
            <a:avLst/>
          </a:prstGeom>
        </p:spPr>
      </p:pic>
      <p:sp>
        <p:nvSpPr>
          <p:cNvPr id="252" name="Logo divider 2">
            <a:extLst>
              <a:ext uri="{FF2B5EF4-FFF2-40B4-BE49-F238E27FC236}">
                <a16:creationId xmlns:a16="http://schemas.microsoft.com/office/drawing/2014/main" id="{26531D15-A62D-07E6-CBDD-342A38BA3B38}"/>
              </a:ext>
            </a:extLst>
          </p:cNvPr>
          <p:cNvSpPr/>
          <p:nvPr/>
        </p:nvSpPr>
        <p:spPr>
          <a:xfrm>
            <a:off x="3305175" y="723900"/>
            <a:ext cx="0" cy="30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3" name="SeRLoP logo" descr="SeRLoP Research">
            <a:extLst>
              <a:ext uri="{FF2B5EF4-FFF2-40B4-BE49-F238E27FC236}">
                <a16:creationId xmlns:a16="http://schemas.microsoft.com/office/drawing/2014/main" id="{2E821AB5-B94E-AB5E-6302-12FD4C968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795338"/>
            <a:ext cx="1295400" cy="161925"/>
          </a:xfrm>
          <a:prstGeom prst="rect">
            <a:avLst/>
          </a:prstGeom>
        </p:spPr>
      </p:pic>
      <p:sp>
        <p:nvSpPr>
          <p:cNvPr id="254" name="Kicker">
            <a:extLst>
              <a:ext uri="{FF2B5EF4-FFF2-40B4-BE49-F238E27FC236}">
                <a16:creationId xmlns:a16="http://schemas.microsoft.com/office/drawing/2014/main" id="{55BEE996-9FE4-DAB9-BCF6-3DF2FF6E5BF0}"/>
              </a:ext>
            </a:extLst>
          </p:cNvPr>
          <p:cNvSpPr txBox="1"/>
          <p:nvPr/>
        </p:nvSpPr>
        <p:spPr>
          <a:xfrm>
            <a:off x="60960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E2B04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NEXT-GEN COMPUTING &amp; HARDWARE SECURITY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5" name="Text 0">
            <a:extLst>
              <a:ext uri="{FF2B5EF4-FFF2-40B4-BE49-F238E27FC236}">
                <a16:creationId xmlns:a16="http://schemas.microsoft.com/office/drawing/2014/main" id="{7B61BC7B-A729-B371-385D-2199549CBCBE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609600" y="1962150"/>
            <a:ext cx="6572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Subtitle">
            <a:extLst>
              <a:ext uri="{FF2B5EF4-FFF2-40B4-BE49-F238E27FC236}">
                <a16:creationId xmlns:a16="http://schemas.microsoft.com/office/drawing/2014/main" id="{746EBC4F-D53D-A287-E18B-FF07AF2033C1}"/>
              </a:ext>
            </a:extLst>
          </p:cNvPr>
          <p:cNvSpPr txBox="1"/>
          <p:nvPr/>
        </p:nvSpPr>
        <p:spPr>
          <a:xfrm>
            <a:off x="609600" y="339090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D3DB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Hands-on gem5 simulation with AI-guided learning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7" name="Pill 1">
            <a:extLst>
              <a:ext uri="{FF2B5EF4-FFF2-40B4-BE49-F238E27FC236}">
                <a16:creationId xmlns:a16="http://schemas.microsoft.com/office/drawing/2014/main" id="{A2B73FB9-3EF1-0BBF-7686-662D5F8A263D}"/>
              </a:ext>
            </a:extLst>
          </p:cNvPr>
          <p:cNvSpPr/>
          <p:nvPr/>
        </p:nvSpPr>
        <p:spPr>
          <a:xfrm>
            <a:off x="609600" y="422910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8" name="Pill 1 icon" descr="preencoded.png">
            <a:extLst>
              <a:ext uri="{FF2B5EF4-FFF2-40B4-BE49-F238E27FC236}">
                <a16:creationId xmlns:a16="http://schemas.microsoft.com/office/drawing/2014/main" id="{B5695E35-5189-8268-8A19-98E5E66CD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4362450"/>
            <a:ext cx="247650" cy="247650"/>
          </a:xfrm>
          <a:prstGeom prst="rect">
            <a:avLst/>
          </a:prstGeom>
        </p:spPr>
      </p:pic>
      <p:sp>
        <p:nvSpPr>
          <p:cNvPr id="259" name="Pill 1 text">
            <a:extLst>
              <a:ext uri="{FF2B5EF4-FFF2-40B4-BE49-F238E27FC236}">
                <a16:creationId xmlns:a16="http://schemas.microsoft.com/office/drawing/2014/main" id="{19267CFC-F6B8-073E-FCB0-46A04A2FBBCB}"/>
              </a:ext>
            </a:extLst>
          </p:cNvPr>
          <p:cNvSpPr txBox="1"/>
          <p:nvPr/>
        </p:nvSpPr>
        <p:spPr>
          <a:xfrm>
            <a:off x="1143000" y="431482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Wednesday, Oct 28, 2026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60" name="Pill 2">
            <a:extLst>
              <a:ext uri="{FF2B5EF4-FFF2-40B4-BE49-F238E27FC236}">
                <a16:creationId xmlns:a16="http://schemas.microsoft.com/office/drawing/2014/main" id="{F2786DBE-6C37-CB62-BBAE-8F81EE201869}"/>
              </a:ext>
            </a:extLst>
          </p:cNvPr>
          <p:cNvSpPr/>
          <p:nvPr/>
        </p:nvSpPr>
        <p:spPr>
          <a:xfrm>
            <a:off x="609600" y="485775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61" name="Pill 2 icon" descr="preencoded.png">
            <a:extLst>
              <a:ext uri="{FF2B5EF4-FFF2-40B4-BE49-F238E27FC236}">
                <a16:creationId xmlns:a16="http://schemas.microsoft.com/office/drawing/2014/main" id="{B6D52CA5-26BB-E016-9EFB-5BF1C3BCD8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4991100"/>
            <a:ext cx="247650" cy="247650"/>
          </a:xfrm>
          <a:prstGeom prst="rect">
            <a:avLst/>
          </a:prstGeom>
        </p:spPr>
      </p:pic>
      <p:sp>
        <p:nvSpPr>
          <p:cNvPr id="262" name="Pill 2 text">
            <a:extLst>
              <a:ext uri="{FF2B5EF4-FFF2-40B4-BE49-F238E27FC236}">
                <a16:creationId xmlns:a16="http://schemas.microsoft.com/office/drawing/2014/main" id="{B4420AD9-E20F-B718-4575-B76079D08936}"/>
              </a:ext>
            </a:extLst>
          </p:cNvPr>
          <p:cNvSpPr txBox="1"/>
          <p:nvPr/>
        </p:nvSpPr>
        <p:spPr>
          <a:xfrm>
            <a:off x="1143000" y="494347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10 AM – 2 PM 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63" name="Pill 3">
            <a:extLst>
              <a:ext uri="{FF2B5EF4-FFF2-40B4-BE49-F238E27FC236}">
                <a16:creationId xmlns:a16="http://schemas.microsoft.com/office/drawing/2014/main" id="{1FB80881-697C-B904-9FA7-B9C5A499C06E}"/>
              </a:ext>
            </a:extLst>
          </p:cNvPr>
          <p:cNvSpPr/>
          <p:nvPr/>
        </p:nvSpPr>
        <p:spPr>
          <a:xfrm>
            <a:off x="609600" y="5486400"/>
            <a:ext cx="2971800" cy="514350"/>
          </a:xfrm>
          <a:prstGeom prst="roundRect">
            <a:avLst>
              <a:gd name="adj" fmla="val 50000"/>
            </a:avLst>
          </a:prstGeom>
          <a:solidFill>
            <a:schemeClr val="bg1">
              <a:alpha val="5000"/>
            </a:schemeClr>
          </a:solidFill>
          <a:ln w="13970">
            <a:solidFill>
              <a:schemeClr val="accent1">
                <a:alpha val="50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64" name="Pill 3 icon" descr="preencoded.png">
            <a:extLst>
              <a:ext uri="{FF2B5EF4-FFF2-40B4-BE49-F238E27FC236}">
                <a16:creationId xmlns:a16="http://schemas.microsoft.com/office/drawing/2014/main" id="{6E83BCAB-FC1C-BEE3-C3ED-2F585EEE4C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5619750"/>
            <a:ext cx="247650" cy="247650"/>
          </a:xfrm>
          <a:prstGeom prst="rect">
            <a:avLst/>
          </a:prstGeom>
        </p:spPr>
      </p:pic>
      <p:sp>
        <p:nvSpPr>
          <p:cNvPr id="265" name="Pill 3 text">
            <a:extLst>
              <a:ext uri="{FF2B5EF4-FFF2-40B4-BE49-F238E27FC236}">
                <a16:creationId xmlns:a16="http://schemas.microsoft.com/office/drawing/2014/main" id="{232B91D6-C7FB-16BD-B212-499D436EF73C}"/>
              </a:ext>
            </a:extLst>
          </p:cNvPr>
          <p:cNvSpPr txBox="1"/>
          <p:nvPr/>
        </p:nvSpPr>
        <p:spPr>
          <a:xfrm>
            <a:off x="1143000" y="5572125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FIU EC3930 &amp; on Zoom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8809241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047324-3E31-A5A0-B808-A5AA9FB5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3A4396-864C-B641-C261-DAE3485BABCF}"/>
              </a:ext>
            </a:extLst>
          </p:cNvPr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809EC76-F84F-4C2B-FB0A-D276F4EE11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8636000" y="0"/>
            <a:ext cx="3556000" cy="68580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F3EDD2FA-E47E-E9FF-145D-6ED33C060CC7}"/>
              </a:ext>
            </a:extLst>
          </p:cNvPr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5" name="Image 1" descr="MEST — National Microelectronics Security Training Center logo">
            <a:extLst>
              <a:ext uri="{FF2B5EF4-FFF2-40B4-BE49-F238E27FC236}">
                <a16:creationId xmlns:a16="http://schemas.microsoft.com/office/drawing/2014/main" id="{AEA793D2-2AE7-6836-6030-91CCBBE991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5" r="-45"/>
          <a:stretch/>
        </p:blipFill>
        <p:spPr>
          <a:xfrm>
            <a:off x="812800" y="609600"/>
            <a:ext cx="952500" cy="920750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218B1CD9-F723-E731-280F-BF1AE2F754F1}"/>
              </a:ext>
            </a:extLst>
          </p:cNvPr>
          <p:cNvSpPr/>
          <p:nvPr/>
        </p:nvSpPr>
        <p:spPr>
          <a:xfrm>
            <a:off x="2019300" y="749300"/>
            <a:ext cx="12700" cy="635000"/>
          </a:xfrm>
          <a:prstGeom prst="rect">
            <a:avLst/>
          </a:prstGeom>
          <a:solidFill>
            <a:srgbClr val="D6D2C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7" name="Image 2" descr="Florida International University logo">
            <a:extLst>
              <a:ext uri="{FF2B5EF4-FFF2-40B4-BE49-F238E27FC236}">
                <a16:creationId xmlns:a16="http://schemas.microsoft.com/office/drawing/2014/main" id="{771E22F1-FAA7-F1B3-B6B1-1053149CC1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3300" y="698500"/>
            <a:ext cx="996950" cy="74295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3AAFF958-16A7-3CBB-9183-998803F95BAA}"/>
              </a:ext>
            </a:extLst>
          </p:cNvPr>
          <p:cNvSpPr/>
          <p:nvPr/>
        </p:nvSpPr>
        <p:spPr>
          <a:xfrm>
            <a:off x="812800" y="2362200"/>
            <a:ext cx="73253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50" normalizeH="0" baseline="0" noProof="0" dirty="0">
                <a:ln>
                  <a:noFill/>
                </a:ln>
                <a:solidFill>
                  <a:srgbClr val="A87C2A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PART V · COMPUTER ARCHITECTURE WITH GEM5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A5C8CEF-2BA6-5A94-3CE6-68809141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074828"/>
            <a:ext cx="7586980" cy="141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5460"/>
              </a:lnSpc>
            </a:pPr>
            <a:r>
              <a:rPr lang="en-US" b="1" dirty="0"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AI Scaffolding Learning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D6BE6741-4D56-5EEE-2347-3450A723E6CC}"/>
              </a:ext>
            </a:extLst>
          </p:cNvPr>
          <p:cNvSpPr/>
          <p:nvPr/>
        </p:nvSpPr>
        <p:spPr>
          <a:xfrm>
            <a:off x="812799" y="4343399"/>
            <a:ext cx="6978261" cy="45719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A06235E-2334-CDAD-BD42-82E0946AA977}"/>
              </a:ext>
            </a:extLst>
          </p:cNvPr>
          <p:cNvSpPr/>
          <p:nvPr/>
        </p:nvSpPr>
        <p:spPr>
          <a:xfrm>
            <a:off x="812800" y="4584700"/>
            <a:ext cx="71945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PRESENTED BY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C829D31-5983-320E-E103-D753AF11F5BB}"/>
              </a:ext>
            </a:extLst>
          </p:cNvPr>
          <p:cNvSpPr/>
          <p:nvPr/>
        </p:nvSpPr>
        <p:spPr>
          <a:xfrm>
            <a:off x="812800" y="4838700"/>
            <a:ext cx="719455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1F3F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Sagor Chandro Bakchy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358BA6B-D3D3-F6F6-E72A-32B5A26FB90F}"/>
              </a:ext>
            </a:extLst>
          </p:cNvPr>
          <p:cNvSpPr/>
          <p:nvPr/>
        </p:nvSpPr>
        <p:spPr>
          <a:xfrm>
            <a:off x="812800" y="5245100"/>
            <a:ext cx="71945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  <a:sym typeface="Helvetica"/>
              </a:rPr>
              <a:t>PhD Student, Florida International University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14" name="Image 3" descr="SeRLoP Research logo">
            <a:extLst>
              <a:ext uri="{FF2B5EF4-FFF2-40B4-BE49-F238E27FC236}">
                <a16:creationId xmlns:a16="http://schemas.microsoft.com/office/drawing/2014/main" id="{CC0DBFED-FD48-D3B4-404F-46CDC7F20A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811" r="-811"/>
          <a:stretch/>
        </p:blipFill>
        <p:spPr>
          <a:xfrm>
            <a:off x="812800" y="6235700"/>
            <a:ext cx="1555750" cy="1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8870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DE3F8-343A-DBEE-E962-EE9636DB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15B52-453A-4E66-68D9-20F71BC1C24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119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A4C10C5-2E40-0224-860C-0706BCF39AE5}"/>
              </a:ext>
            </a:extLst>
          </p:cNvPr>
          <p:cNvSpPr txBox="1"/>
          <p:nvPr/>
        </p:nvSpPr>
        <p:spPr>
          <a:xfrm>
            <a:off x="216310" y="7865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Scaffolding in Local Computer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9C699A-FD92-E164-E907-464530190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561" y="1869940"/>
            <a:ext cx="8632878" cy="4417074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6733A6B7-AE51-079F-7179-46381EF8A6E3}"/>
              </a:ext>
            </a:extLst>
          </p:cNvPr>
          <p:cNvSpPr txBox="1"/>
          <p:nvPr/>
        </p:nvSpPr>
        <p:spPr>
          <a:xfrm>
            <a:off x="307750" y="829598"/>
            <a:ext cx="10607040" cy="1112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interface to SCALE-UP tool</a:t>
            </a:r>
          </a:p>
        </p:txBody>
      </p:sp>
    </p:spTree>
    <p:extLst>
      <p:ext uri="{BB962C8B-B14F-4D97-AF65-F5344CB8AC3E}">
        <p14:creationId xmlns:p14="http://schemas.microsoft.com/office/powerpoint/2010/main" val="354978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C0D26-12F1-8517-6DA0-7258347B9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A977D-40C4-7D53-BF6C-8377565DEBB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120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ABE9217F-C948-441D-AEA1-CE9025ECF450}"/>
              </a:ext>
            </a:extLst>
          </p:cNvPr>
          <p:cNvSpPr txBox="1"/>
          <p:nvPr/>
        </p:nvSpPr>
        <p:spPr>
          <a:xfrm>
            <a:off x="216310" y="7865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Scaffolding in Local Computer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887AA-43F2-3EA1-20FD-4A357085C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247" y="1827601"/>
            <a:ext cx="8684447" cy="4443460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F0741E78-3DD4-F668-AC88-C15AE54D0C2B}"/>
              </a:ext>
            </a:extLst>
          </p:cNvPr>
          <p:cNvSpPr txBox="1"/>
          <p:nvPr/>
        </p:nvSpPr>
        <p:spPr>
          <a:xfrm>
            <a:off x="307750" y="829598"/>
            <a:ext cx="10607040" cy="1112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code, output, RegEx feedback and LLM feedback in the upper 3 boxes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statistics in lower box</a:t>
            </a:r>
          </a:p>
        </p:txBody>
      </p:sp>
    </p:spTree>
    <p:extLst>
      <p:ext uri="{BB962C8B-B14F-4D97-AF65-F5344CB8AC3E}">
        <p14:creationId xmlns:p14="http://schemas.microsoft.com/office/powerpoint/2010/main" val="418378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C0479-CD7E-11EA-DCC3-2CA7E3D2D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3B9D7-E093-C380-875B-6320660506D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121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3FF1BD02-4F9F-3714-FFAE-506AAEB4C0FF}"/>
              </a:ext>
            </a:extLst>
          </p:cNvPr>
          <p:cNvSpPr txBox="1"/>
          <p:nvPr/>
        </p:nvSpPr>
        <p:spPr>
          <a:xfrm>
            <a:off x="216310" y="7865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Scaffolding in Local Computer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C96DBB-AB11-2C43-E6CF-88439CB7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651" y="2048089"/>
            <a:ext cx="8312697" cy="4235668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C253DDB4-6B7F-C9DD-5ABB-BDAEF1AF18FD}"/>
              </a:ext>
            </a:extLst>
          </p:cNvPr>
          <p:cNvSpPr txBox="1"/>
          <p:nvPr/>
        </p:nvSpPr>
        <p:spPr>
          <a:xfrm>
            <a:off x="307750" y="829598"/>
            <a:ext cx="10607040" cy="1112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your submitted code consists of any error</a:t>
            </a:r>
          </a:p>
        </p:txBody>
      </p:sp>
    </p:spTree>
    <p:extLst>
      <p:ext uri="{BB962C8B-B14F-4D97-AF65-F5344CB8AC3E}">
        <p14:creationId xmlns:p14="http://schemas.microsoft.com/office/powerpoint/2010/main" val="145553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B57C5-2FAB-0122-D937-042B9DAD9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54047-B1BA-69C8-2017-D4B251FA4CB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122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38E3039-82AC-33B9-7E4F-DB2AF71B2797}"/>
              </a:ext>
            </a:extLst>
          </p:cNvPr>
          <p:cNvSpPr txBox="1"/>
          <p:nvPr/>
        </p:nvSpPr>
        <p:spPr>
          <a:xfrm>
            <a:off x="216310" y="7865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Scaffolding in Local Computer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D4A07-6D3D-B3A5-2B74-D096D11CC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" y="1790254"/>
            <a:ext cx="11979678" cy="37112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FCF96D-2ECB-2F59-C2D7-303B94040D28}"/>
              </a:ext>
            </a:extLst>
          </p:cNvPr>
          <p:cNvSpPr txBox="1"/>
          <p:nvPr/>
        </p:nvSpPr>
        <p:spPr>
          <a:xfrm>
            <a:off x="216310" y="1224185"/>
            <a:ext cx="6106160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feedback for each submission is stored in .md file</a:t>
            </a:r>
          </a:p>
        </p:txBody>
      </p:sp>
    </p:spTree>
    <p:extLst>
      <p:ext uri="{BB962C8B-B14F-4D97-AF65-F5344CB8AC3E}">
        <p14:creationId xmlns:p14="http://schemas.microsoft.com/office/powerpoint/2010/main" val="316381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24078-3579-35FC-F7B1-0009E9432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59D19-D0EE-2AA6-D466-9CDCAA93843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61648" y="6642556"/>
            <a:ext cx="530352" cy="184666"/>
          </a:xfrm>
        </p:spPr>
        <p:txBody>
          <a:bodyPr/>
          <a:lstStyle/>
          <a:p>
            <a:fld id="{BEFA2CCA-4016-444A-8A97-A6204D353686}" type="slidenum">
              <a:rPr 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123</a:t>
            </a:fld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BB7A712-88E9-68EC-233D-73FCA827B25D}"/>
              </a:ext>
            </a:extLst>
          </p:cNvPr>
          <p:cNvSpPr txBox="1"/>
          <p:nvPr/>
        </p:nvSpPr>
        <p:spPr>
          <a:xfrm>
            <a:off x="216310" y="7865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Scaffolding in Local Computer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870AAE-E6CF-6828-28D8-A00A804A7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318" y="2149594"/>
            <a:ext cx="7856123" cy="4204755"/>
          </a:xfrm>
          <a:prstGeom prst="rect">
            <a:avLst/>
          </a:prstGeom>
        </p:spPr>
      </p:pic>
      <p:sp>
        <p:nvSpPr>
          <p:cNvPr id="9" name="TextBox 8">
            <a:hlinkClick r:id="rId4"/>
            <a:extLst>
              <a:ext uri="{FF2B5EF4-FFF2-40B4-BE49-F238E27FC236}">
                <a16:creationId xmlns:a16="http://schemas.microsoft.com/office/drawing/2014/main" id="{B7786A45-970F-484A-E27E-3000E5877C0E}"/>
              </a:ext>
            </a:extLst>
          </p:cNvPr>
          <p:cNvSpPr txBox="1"/>
          <p:nvPr/>
        </p:nvSpPr>
        <p:spPr>
          <a:xfrm>
            <a:off x="216310" y="1095643"/>
            <a:ext cx="1030945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hosting of SACLE-UP tool in FIU server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https://serlop-cats.fiu.edu/form.html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from FIU network only </a:t>
            </a:r>
          </a:p>
        </p:txBody>
      </p:sp>
    </p:spTree>
    <p:extLst>
      <p:ext uri="{BB962C8B-B14F-4D97-AF65-F5344CB8AC3E}">
        <p14:creationId xmlns:p14="http://schemas.microsoft.com/office/powerpoint/2010/main" val="34128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gradFill rotWithShape="1">
            <a:gsLst>
              <a:gs pos="0">
                <a:srgbClr val="0F2A52"/>
              </a:gs>
              <a:gs pos="100000">
                <a:srgbClr val="081A36"/>
              </a:gs>
            </a:gsLst>
            <a:lin ang="4200000" scaled="0"/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 t="-3" b="-3"/>
          <a:stretch/>
        </p:blipFill>
        <p:spPr>
          <a:xfrm>
            <a:off x="8636000" y="0"/>
            <a:ext cx="3556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8636000" cy="63500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Image 1" descr="MEST — National Microelectronics Security Training Center logo"/>
          <p:cNvPicPr>
            <a:picLocks noChangeAspect="1"/>
          </p:cNvPicPr>
          <p:nvPr/>
        </p:nvPicPr>
        <p:blipFill>
          <a:blip r:embed="rId4"/>
          <a:srcRect l="-45" r="-45"/>
          <a:stretch/>
        </p:blipFill>
        <p:spPr>
          <a:xfrm>
            <a:off x="812800" y="609600"/>
            <a:ext cx="952500" cy="920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019300" y="749300"/>
            <a:ext cx="12700" cy="635000"/>
          </a:xfrm>
          <a:prstGeom prst="rect">
            <a:avLst/>
          </a:prstGeom>
          <a:solidFill>
            <a:srgbClr val="D6D2C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7" name="Image 2" descr="Florida International University logo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73300" y="698500"/>
            <a:ext cx="996950" cy="7429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2800" y="2489200"/>
            <a:ext cx="732536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50" normalizeH="0" baseline="0" noProof="0" dirty="0">
                <a:ln>
                  <a:noFill/>
                </a:ln>
                <a:solidFill>
                  <a:srgbClr val="A87C2A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PART I · INTRODUCTION TO GEM5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>
            <a:spLocks noGrp="1"/>
          </p:cNvSpPr>
          <p:nvPr>
            <p:ph type="title"/>
          </p:nvPr>
        </p:nvSpPr>
        <p:spPr>
          <a:xfrm>
            <a:off x="774700" y="2794000"/>
            <a:ext cx="758698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000" b="1" i="0" dirty="0">
                <a:solidFill>
                  <a:srgbClr val="0B1F3F"/>
                </a:solidFill>
                <a:latin typeface="Times New Roman" panose="02020603050405020304" pitchFamily="18" charset="0"/>
                <a:ea typeface="EB Garamond" pitchFamily="18" charset="-122"/>
                <a:cs typeface="Times New Roman" panose="02020603050405020304" pitchFamily="18" charset="0"/>
              </a:rPr>
              <a:t>Thank you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812800" y="4063999"/>
            <a:ext cx="6772988" cy="45719"/>
          </a:xfrm>
          <a:prstGeom prst="rect">
            <a:avLst/>
          </a:prstGeom>
          <a:solidFill>
            <a:srgbClr val="C99A3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12800" y="4318000"/>
            <a:ext cx="71945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EB Garamond" pitchFamily="18" charset="0"/>
                <a:ea typeface="EB Garamond" pitchFamily="18" charset="-122"/>
                <a:cs typeface="Times New Roman" panose="02020603050405020304" pitchFamily="18" charset="0"/>
              </a:rPr>
              <a:t>Questions &amp; discussion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pic>
        <p:nvPicPr>
          <p:cNvPr id="13" name="Image 3" descr="SeRLoP Research logo"/>
          <p:cNvPicPr>
            <a:picLocks noChangeAspect="1"/>
          </p:cNvPicPr>
          <p:nvPr/>
        </p:nvPicPr>
        <p:blipFill>
          <a:blip r:embed="rId6"/>
          <a:srcRect l="-811" r="-811"/>
          <a:stretch/>
        </p:blipFill>
        <p:spPr>
          <a:xfrm>
            <a:off x="222250" y="6534150"/>
            <a:ext cx="1555750" cy="1651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363200" y="6238280"/>
            <a:ext cx="1016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9D4E5"/>
                </a:solidFill>
                <a:effectLst/>
                <a:uLnTx/>
                <a:uFillTx/>
                <a:latin typeface="Times New Roman" panose="02020603050405020304" pitchFamily="18" charset="0"/>
                <a:ea typeface="IBM Plex Sans" pitchFamily="34" charset="-122"/>
                <a:cs typeface="Times New Roman" panose="02020603050405020304" pitchFamily="18" charset="0"/>
              </a:rPr>
              <a:t>98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B1F3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CFFAF-E28D-C801-616F-70E2595F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race 15">
            <a:extLst>
              <a:ext uri="{FF2B5EF4-FFF2-40B4-BE49-F238E27FC236}">
                <a16:creationId xmlns:a16="http://schemas.microsoft.com/office/drawing/2014/main" id="{72CAD8C4-974D-D4B2-6CE6-C04B39F4AE74}"/>
              </a:ext>
            </a:extLst>
          </p:cNvPr>
          <p:cNvSpPr/>
          <p:nvPr/>
        </p:nvSpPr>
        <p:spPr>
          <a:xfrm>
            <a:off x="8153400" y="0"/>
            <a:ext cx="0" cy="3524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7" name="Trace 16">
            <a:extLst>
              <a:ext uri="{FF2B5EF4-FFF2-40B4-BE49-F238E27FC236}">
                <a16:creationId xmlns:a16="http://schemas.microsoft.com/office/drawing/2014/main" id="{23FF4798-801F-F1B0-CA83-B44B7D79DA3E}"/>
              </a:ext>
            </a:extLst>
          </p:cNvPr>
          <p:cNvSpPr/>
          <p:nvPr/>
        </p:nvSpPr>
        <p:spPr>
          <a:xfrm>
            <a:off x="86677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19" name="Trace 18">
            <a:extLst>
              <a:ext uri="{FF2B5EF4-FFF2-40B4-BE49-F238E27FC236}">
                <a16:creationId xmlns:a16="http://schemas.microsoft.com/office/drawing/2014/main" id="{D26C6EBC-31BE-8F57-1466-A34DA63C5EFD}"/>
              </a:ext>
            </a:extLst>
          </p:cNvPr>
          <p:cNvSpPr/>
          <p:nvPr/>
        </p:nvSpPr>
        <p:spPr>
          <a:xfrm>
            <a:off x="93535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0" name="Trace 19">
            <a:extLst>
              <a:ext uri="{FF2B5EF4-FFF2-40B4-BE49-F238E27FC236}">
                <a16:creationId xmlns:a16="http://schemas.microsoft.com/office/drawing/2014/main" id="{ACA7065D-8370-6CB4-1C3B-E7CFC0CB0BEA}"/>
              </a:ext>
            </a:extLst>
          </p:cNvPr>
          <p:cNvSpPr/>
          <p:nvPr/>
        </p:nvSpPr>
        <p:spPr>
          <a:xfrm>
            <a:off x="96964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2" name="Trace 21">
            <a:extLst>
              <a:ext uri="{FF2B5EF4-FFF2-40B4-BE49-F238E27FC236}">
                <a16:creationId xmlns:a16="http://schemas.microsoft.com/office/drawing/2014/main" id="{58EE185C-2E22-103D-399D-39B824E6AA96}"/>
              </a:ext>
            </a:extLst>
          </p:cNvPr>
          <p:cNvSpPr/>
          <p:nvPr/>
        </p:nvSpPr>
        <p:spPr>
          <a:xfrm>
            <a:off x="10382250" y="0"/>
            <a:ext cx="0" cy="6953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" name="Trace 24">
            <a:extLst>
              <a:ext uri="{FF2B5EF4-FFF2-40B4-BE49-F238E27FC236}">
                <a16:creationId xmlns:a16="http://schemas.microsoft.com/office/drawing/2014/main" id="{4EFCBD49-2FEE-B484-9A69-36AFC02093B7}"/>
              </a:ext>
            </a:extLst>
          </p:cNvPr>
          <p:cNvSpPr/>
          <p:nvPr/>
        </p:nvSpPr>
        <p:spPr>
          <a:xfrm>
            <a:off x="10896600" y="0"/>
            <a:ext cx="0" cy="352425"/>
          </a:xfrm>
          <a:prstGeom prst="line">
            <a:avLst/>
          </a:prstGeom>
          <a:noFill/>
          <a:ln w="17780">
            <a:solidFill>
              <a:schemeClr val="accent1">
                <a:alpha val="32000"/>
              </a:scheme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467F9C8A-6C46-5933-86A2-4A9EDDA6499E}"/>
              </a:ext>
            </a:extLst>
          </p:cNvPr>
          <p:cNvGrpSpPr/>
          <p:nvPr/>
        </p:nvGrpSpPr>
        <p:grpSpPr>
          <a:xfrm>
            <a:off x="7674610" y="1028700"/>
            <a:ext cx="4517390" cy="5689282"/>
            <a:chOff x="7223760" y="352425"/>
            <a:chExt cx="4968240" cy="4463415"/>
          </a:xfrm>
        </p:grpSpPr>
        <p:sp>
          <p:nvSpPr>
            <p:cNvPr id="2" name="Trace 1">
              <a:extLst>
                <a:ext uri="{FF2B5EF4-FFF2-40B4-BE49-F238E27FC236}">
                  <a16:creationId xmlns:a16="http://schemas.microsoft.com/office/drawing/2014/main" id="{A58E2AAB-D841-A8BF-698E-95A7ED4CC4F9}"/>
                </a:ext>
              </a:extLst>
            </p:cNvPr>
            <p:cNvSpPr/>
            <p:nvPr/>
          </p:nvSpPr>
          <p:spPr>
            <a:xfrm>
              <a:off x="11325225" y="1295400"/>
              <a:ext cx="2476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" name="Trace 2">
              <a:extLst>
                <a:ext uri="{FF2B5EF4-FFF2-40B4-BE49-F238E27FC236}">
                  <a16:creationId xmlns:a16="http://schemas.microsoft.com/office/drawing/2014/main" id="{44C8DD00-37B5-4618-8931-7726A7C7760D}"/>
                </a:ext>
              </a:extLst>
            </p:cNvPr>
            <p:cNvSpPr/>
            <p:nvPr/>
          </p:nvSpPr>
          <p:spPr>
            <a:xfrm flipV="1">
              <a:off x="11572875" y="1057275"/>
              <a:ext cx="238125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" name="Trace 3">
              <a:extLst>
                <a:ext uri="{FF2B5EF4-FFF2-40B4-BE49-F238E27FC236}">
                  <a16:creationId xmlns:a16="http://schemas.microsoft.com/office/drawing/2014/main" id="{DD202F12-ED05-4759-FAEE-E6BEA6B2470C}"/>
                </a:ext>
              </a:extLst>
            </p:cNvPr>
            <p:cNvSpPr/>
            <p:nvPr/>
          </p:nvSpPr>
          <p:spPr>
            <a:xfrm>
              <a:off x="11811000" y="1057275"/>
              <a:ext cx="3810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" name="Trace 4">
              <a:extLst>
                <a:ext uri="{FF2B5EF4-FFF2-40B4-BE49-F238E27FC236}">
                  <a16:creationId xmlns:a16="http://schemas.microsoft.com/office/drawing/2014/main" id="{BC022C53-DDC4-52A3-AB1C-4A42E76540DE}"/>
                </a:ext>
              </a:extLst>
            </p:cNvPr>
            <p:cNvSpPr/>
            <p:nvPr/>
          </p:nvSpPr>
          <p:spPr>
            <a:xfrm>
              <a:off x="11325225" y="16383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" name="Trace 5">
              <a:extLst>
                <a:ext uri="{FF2B5EF4-FFF2-40B4-BE49-F238E27FC236}">
                  <a16:creationId xmlns:a16="http://schemas.microsoft.com/office/drawing/2014/main" id="{6B46B39F-BC6B-B831-186A-B4F39689D6C9}"/>
                </a:ext>
              </a:extLst>
            </p:cNvPr>
            <p:cNvSpPr/>
            <p:nvPr/>
          </p:nvSpPr>
          <p:spPr>
            <a:xfrm>
              <a:off x="11325225" y="1981200"/>
              <a:ext cx="3524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" name="Trace 6">
              <a:extLst>
                <a:ext uri="{FF2B5EF4-FFF2-40B4-BE49-F238E27FC236}">
                  <a16:creationId xmlns:a16="http://schemas.microsoft.com/office/drawing/2014/main" id="{EDBB9CBF-08EC-6A3B-BFBB-7E214B8A37D2}"/>
                </a:ext>
              </a:extLst>
            </p:cNvPr>
            <p:cNvSpPr/>
            <p:nvPr/>
          </p:nvSpPr>
          <p:spPr>
            <a:xfrm>
              <a:off x="11325225" y="23241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" name="Trace 7">
              <a:extLst>
                <a:ext uri="{FF2B5EF4-FFF2-40B4-BE49-F238E27FC236}">
                  <a16:creationId xmlns:a16="http://schemas.microsoft.com/office/drawing/2014/main" id="{4308716A-8A4A-3AA3-E166-B8A9E6589201}"/>
                </a:ext>
              </a:extLst>
            </p:cNvPr>
            <p:cNvSpPr/>
            <p:nvPr/>
          </p:nvSpPr>
          <p:spPr>
            <a:xfrm>
              <a:off x="11325225" y="26670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" name="Trace 8">
              <a:extLst>
                <a:ext uri="{FF2B5EF4-FFF2-40B4-BE49-F238E27FC236}">
                  <a16:creationId xmlns:a16="http://schemas.microsoft.com/office/drawing/2014/main" id="{8F998C4E-6FE6-A53C-5B89-09146C6576DC}"/>
                </a:ext>
              </a:extLst>
            </p:cNvPr>
            <p:cNvSpPr/>
            <p:nvPr/>
          </p:nvSpPr>
          <p:spPr>
            <a:xfrm>
              <a:off x="11325225" y="3009900"/>
              <a:ext cx="3143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" name="Trace 9">
              <a:extLst>
                <a:ext uri="{FF2B5EF4-FFF2-40B4-BE49-F238E27FC236}">
                  <a16:creationId xmlns:a16="http://schemas.microsoft.com/office/drawing/2014/main" id="{04279C0B-CB76-BA8B-1EDF-D953B75E4A6C}"/>
                </a:ext>
              </a:extLst>
            </p:cNvPr>
            <p:cNvSpPr/>
            <p:nvPr/>
          </p:nvSpPr>
          <p:spPr>
            <a:xfrm>
              <a:off x="11325225" y="3352800"/>
              <a:ext cx="2476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" name="Trace 10">
              <a:extLst>
                <a:ext uri="{FF2B5EF4-FFF2-40B4-BE49-F238E27FC236}">
                  <a16:creationId xmlns:a16="http://schemas.microsoft.com/office/drawing/2014/main" id="{452B2ECF-412E-C5B5-323D-6178A8DF2760}"/>
                </a:ext>
              </a:extLst>
            </p:cNvPr>
            <p:cNvSpPr/>
            <p:nvPr/>
          </p:nvSpPr>
          <p:spPr>
            <a:xfrm>
              <a:off x="11572875" y="3352800"/>
              <a:ext cx="238125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" name="Trace 11">
              <a:extLst>
                <a:ext uri="{FF2B5EF4-FFF2-40B4-BE49-F238E27FC236}">
                  <a16:creationId xmlns:a16="http://schemas.microsoft.com/office/drawing/2014/main" id="{9D57DC76-445B-4E65-6DC0-BC6234C116F6}"/>
                </a:ext>
              </a:extLst>
            </p:cNvPr>
            <p:cNvSpPr/>
            <p:nvPr/>
          </p:nvSpPr>
          <p:spPr>
            <a:xfrm>
              <a:off x="11811000" y="3590925"/>
              <a:ext cx="3810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" name="Trace 12">
              <a:extLst>
                <a:ext uri="{FF2B5EF4-FFF2-40B4-BE49-F238E27FC236}">
                  <a16:creationId xmlns:a16="http://schemas.microsoft.com/office/drawing/2014/main" id="{D824B605-DBF6-F882-40FB-23613DE54C34}"/>
                </a:ext>
              </a:extLst>
            </p:cNvPr>
            <p:cNvSpPr/>
            <p:nvPr/>
          </p:nvSpPr>
          <p:spPr>
            <a:xfrm>
              <a:off x="11325225" y="3695700"/>
              <a:ext cx="8667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" name="Trace 13">
              <a:extLst>
                <a:ext uri="{FF2B5EF4-FFF2-40B4-BE49-F238E27FC236}">
                  <a16:creationId xmlns:a16="http://schemas.microsoft.com/office/drawing/2014/main" id="{B37FF687-5A17-40A8-87C9-2A4443A6785B}"/>
                </a:ext>
              </a:extLst>
            </p:cNvPr>
            <p:cNvSpPr/>
            <p:nvPr/>
          </p:nvSpPr>
          <p:spPr>
            <a:xfrm>
              <a:off x="8324850" y="523875"/>
              <a:ext cx="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" name="Trace 14">
              <a:extLst>
                <a:ext uri="{FF2B5EF4-FFF2-40B4-BE49-F238E27FC236}">
                  <a16:creationId xmlns:a16="http://schemas.microsoft.com/office/drawing/2014/main" id="{1584A627-0C84-D90E-0226-2574F916F740}"/>
                </a:ext>
              </a:extLst>
            </p:cNvPr>
            <p:cNvSpPr/>
            <p:nvPr/>
          </p:nvSpPr>
          <p:spPr>
            <a:xfrm>
              <a:off x="8153400" y="352425"/>
              <a:ext cx="17145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" name="Trace 17">
              <a:extLst>
                <a:ext uri="{FF2B5EF4-FFF2-40B4-BE49-F238E27FC236}">
                  <a16:creationId xmlns:a16="http://schemas.microsoft.com/office/drawing/2014/main" id="{1D9E1E7D-1E80-E357-3AF7-674A3541183A}"/>
                </a:ext>
              </a:extLst>
            </p:cNvPr>
            <p:cNvSpPr/>
            <p:nvPr/>
          </p:nvSpPr>
          <p:spPr>
            <a:xfrm>
              <a:off x="9010650" y="457200"/>
              <a:ext cx="0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" name="Trace 20">
              <a:extLst>
                <a:ext uri="{FF2B5EF4-FFF2-40B4-BE49-F238E27FC236}">
                  <a16:creationId xmlns:a16="http://schemas.microsoft.com/office/drawing/2014/main" id="{095CE96A-3610-0538-1E80-886F410AD8C5}"/>
                </a:ext>
              </a:extLst>
            </p:cNvPr>
            <p:cNvSpPr/>
            <p:nvPr/>
          </p:nvSpPr>
          <p:spPr>
            <a:xfrm>
              <a:off x="10039350" y="457200"/>
              <a:ext cx="0" cy="2381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3" name="Trace 22">
              <a:extLst>
                <a:ext uri="{FF2B5EF4-FFF2-40B4-BE49-F238E27FC236}">
                  <a16:creationId xmlns:a16="http://schemas.microsoft.com/office/drawing/2014/main" id="{056A536D-FF6A-C044-3EBA-8B3961C442F7}"/>
                </a:ext>
              </a:extLst>
            </p:cNvPr>
            <p:cNvSpPr/>
            <p:nvPr/>
          </p:nvSpPr>
          <p:spPr>
            <a:xfrm>
              <a:off x="10725150" y="523875"/>
              <a:ext cx="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4" name="Trace 23">
              <a:extLst>
                <a:ext uri="{FF2B5EF4-FFF2-40B4-BE49-F238E27FC236}">
                  <a16:creationId xmlns:a16="http://schemas.microsoft.com/office/drawing/2014/main" id="{1F9BD8C6-D510-A024-B396-11081341A296}"/>
                </a:ext>
              </a:extLst>
            </p:cNvPr>
            <p:cNvSpPr/>
            <p:nvPr/>
          </p:nvSpPr>
          <p:spPr>
            <a:xfrm flipV="1">
              <a:off x="10725150" y="352425"/>
              <a:ext cx="171450" cy="17145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6" name="Trace 25">
              <a:extLst>
                <a:ext uri="{FF2B5EF4-FFF2-40B4-BE49-F238E27FC236}">
                  <a16:creationId xmlns:a16="http://schemas.microsoft.com/office/drawing/2014/main" id="{D794DC2D-D722-A619-ABB9-393554162A3E}"/>
                </a:ext>
              </a:extLst>
            </p:cNvPr>
            <p:cNvSpPr/>
            <p:nvPr/>
          </p:nvSpPr>
          <p:spPr>
            <a:xfrm>
              <a:off x="8324850" y="4295775"/>
              <a:ext cx="0" cy="1809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7" name="Trace 26">
              <a:extLst>
                <a:ext uri="{FF2B5EF4-FFF2-40B4-BE49-F238E27FC236}">
                  <a16:creationId xmlns:a16="http://schemas.microsoft.com/office/drawing/2014/main" id="{2DFE0FC1-C256-33A3-80F3-F97CCB0E78AA}"/>
                </a:ext>
              </a:extLst>
            </p:cNvPr>
            <p:cNvSpPr/>
            <p:nvPr/>
          </p:nvSpPr>
          <p:spPr>
            <a:xfrm flipV="1">
              <a:off x="8096250" y="4476750"/>
              <a:ext cx="228600" cy="22860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8" name="Trace 27">
              <a:extLst>
                <a:ext uri="{FF2B5EF4-FFF2-40B4-BE49-F238E27FC236}">
                  <a16:creationId xmlns:a16="http://schemas.microsoft.com/office/drawing/2014/main" id="{8277D586-6AF6-DB04-5F21-B18EA316DA82}"/>
                </a:ext>
              </a:extLst>
            </p:cNvPr>
            <p:cNvSpPr/>
            <p:nvPr/>
          </p:nvSpPr>
          <p:spPr>
            <a:xfrm>
              <a:off x="7524750" y="4705350"/>
              <a:ext cx="57150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9" name="Trace 28">
              <a:extLst>
                <a:ext uri="{FF2B5EF4-FFF2-40B4-BE49-F238E27FC236}">
                  <a16:creationId xmlns:a16="http://schemas.microsoft.com/office/drawing/2014/main" id="{27266090-D34E-449F-E250-CB4F7696F792}"/>
                </a:ext>
              </a:extLst>
            </p:cNvPr>
            <p:cNvSpPr/>
            <p:nvPr/>
          </p:nvSpPr>
          <p:spPr>
            <a:xfrm>
              <a:off x="86677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0" name="Trace 29">
              <a:extLst>
                <a:ext uri="{FF2B5EF4-FFF2-40B4-BE49-F238E27FC236}">
                  <a16:creationId xmlns:a16="http://schemas.microsoft.com/office/drawing/2014/main" id="{A62B7940-103D-6D34-2A3E-C8A42015A67C}"/>
                </a:ext>
              </a:extLst>
            </p:cNvPr>
            <p:cNvSpPr/>
            <p:nvPr/>
          </p:nvSpPr>
          <p:spPr>
            <a:xfrm>
              <a:off x="90106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1" name="Trace 30">
              <a:extLst>
                <a:ext uri="{FF2B5EF4-FFF2-40B4-BE49-F238E27FC236}">
                  <a16:creationId xmlns:a16="http://schemas.microsoft.com/office/drawing/2014/main" id="{35CD9706-5F52-5160-9DBD-104569F1FEE4}"/>
                </a:ext>
              </a:extLst>
            </p:cNvPr>
            <p:cNvSpPr/>
            <p:nvPr/>
          </p:nvSpPr>
          <p:spPr>
            <a:xfrm>
              <a:off x="93535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2" name="Trace 31">
              <a:extLst>
                <a:ext uri="{FF2B5EF4-FFF2-40B4-BE49-F238E27FC236}">
                  <a16:creationId xmlns:a16="http://schemas.microsoft.com/office/drawing/2014/main" id="{C916F00C-BBEB-9E67-23C2-1EB1B118D0BD}"/>
                </a:ext>
              </a:extLst>
            </p:cNvPr>
            <p:cNvSpPr/>
            <p:nvPr/>
          </p:nvSpPr>
          <p:spPr>
            <a:xfrm>
              <a:off x="96964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3" name="Trace 32">
              <a:extLst>
                <a:ext uri="{FF2B5EF4-FFF2-40B4-BE49-F238E27FC236}">
                  <a16:creationId xmlns:a16="http://schemas.microsoft.com/office/drawing/2014/main" id="{14084946-0148-93F0-7AF9-CEE94A09A414}"/>
                </a:ext>
              </a:extLst>
            </p:cNvPr>
            <p:cNvSpPr/>
            <p:nvPr/>
          </p:nvSpPr>
          <p:spPr>
            <a:xfrm>
              <a:off x="10039350" y="4295775"/>
              <a:ext cx="0" cy="35242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4" name="Trace 33">
              <a:extLst>
                <a:ext uri="{FF2B5EF4-FFF2-40B4-BE49-F238E27FC236}">
                  <a16:creationId xmlns:a16="http://schemas.microsoft.com/office/drawing/2014/main" id="{89005D8A-114C-6C8F-E6CC-D1A6BD35768F}"/>
                </a:ext>
              </a:extLst>
            </p:cNvPr>
            <p:cNvSpPr/>
            <p:nvPr/>
          </p:nvSpPr>
          <p:spPr>
            <a:xfrm>
              <a:off x="10382250" y="4295775"/>
              <a:ext cx="0" cy="4857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5" name="Trace 34">
              <a:extLst>
                <a:ext uri="{FF2B5EF4-FFF2-40B4-BE49-F238E27FC236}">
                  <a16:creationId xmlns:a16="http://schemas.microsoft.com/office/drawing/2014/main" id="{17D7E9DF-621A-CF95-30A0-A8C78A808A2B}"/>
                </a:ext>
              </a:extLst>
            </p:cNvPr>
            <p:cNvSpPr/>
            <p:nvPr/>
          </p:nvSpPr>
          <p:spPr>
            <a:xfrm>
              <a:off x="10725150" y="4295775"/>
              <a:ext cx="0" cy="180975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6" name="Trace 35">
              <a:extLst>
                <a:ext uri="{FF2B5EF4-FFF2-40B4-BE49-F238E27FC236}">
                  <a16:creationId xmlns:a16="http://schemas.microsoft.com/office/drawing/2014/main" id="{E072C789-F462-BFB1-C1D6-E268E0740316}"/>
                </a:ext>
              </a:extLst>
            </p:cNvPr>
            <p:cNvSpPr/>
            <p:nvPr/>
          </p:nvSpPr>
          <p:spPr>
            <a:xfrm>
              <a:off x="10725150" y="4476750"/>
              <a:ext cx="228600" cy="22860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7" name="Trace 36">
              <a:extLst>
                <a:ext uri="{FF2B5EF4-FFF2-40B4-BE49-F238E27FC236}">
                  <a16:creationId xmlns:a16="http://schemas.microsoft.com/office/drawing/2014/main" id="{2AEE9576-43DD-6EE4-69FD-BA74EC50BDDF}"/>
                </a:ext>
              </a:extLst>
            </p:cNvPr>
            <p:cNvSpPr/>
            <p:nvPr/>
          </p:nvSpPr>
          <p:spPr>
            <a:xfrm>
              <a:off x="10953750" y="4705350"/>
              <a:ext cx="1238250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8" name="Trace 37">
              <a:extLst>
                <a:ext uri="{FF2B5EF4-FFF2-40B4-BE49-F238E27FC236}">
                  <a16:creationId xmlns:a16="http://schemas.microsoft.com/office/drawing/2014/main" id="{B5DFD00C-1CC6-E0F7-5DBF-E7A1C1877F55}"/>
                </a:ext>
              </a:extLst>
            </p:cNvPr>
            <p:cNvSpPr/>
            <p:nvPr/>
          </p:nvSpPr>
          <p:spPr>
            <a:xfrm>
              <a:off x="7258050" y="12954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39" name="Trace 38">
              <a:extLst>
                <a:ext uri="{FF2B5EF4-FFF2-40B4-BE49-F238E27FC236}">
                  <a16:creationId xmlns:a16="http://schemas.microsoft.com/office/drawing/2014/main" id="{DBE7DF21-67FB-D30A-8B84-6B578FECEAC2}"/>
                </a:ext>
              </a:extLst>
            </p:cNvPr>
            <p:cNvSpPr/>
            <p:nvPr/>
          </p:nvSpPr>
          <p:spPr>
            <a:xfrm>
              <a:off x="7467600" y="16383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0" name="Trace 39">
              <a:extLst>
                <a:ext uri="{FF2B5EF4-FFF2-40B4-BE49-F238E27FC236}">
                  <a16:creationId xmlns:a16="http://schemas.microsoft.com/office/drawing/2014/main" id="{E56C5E16-87FD-5EBE-74A2-EB2771060147}"/>
                </a:ext>
              </a:extLst>
            </p:cNvPr>
            <p:cNvSpPr/>
            <p:nvPr/>
          </p:nvSpPr>
          <p:spPr>
            <a:xfrm>
              <a:off x="7258050" y="19812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1" name="Trace 40">
              <a:extLst>
                <a:ext uri="{FF2B5EF4-FFF2-40B4-BE49-F238E27FC236}">
                  <a16:creationId xmlns:a16="http://schemas.microsoft.com/office/drawing/2014/main" id="{FDF2148C-D6E3-ABA0-BF7F-444CD96FF92E}"/>
                </a:ext>
              </a:extLst>
            </p:cNvPr>
            <p:cNvSpPr/>
            <p:nvPr/>
          </p:nvSpPr>
          <p:spPr>
            <a:xfrm>
              <a:off x="7467600" y="23241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2" name="Trace 41">
              <a:extLst>
                <a:ext uri="{FF2B5EF4-FFF2-40B4-BE49-F238E27FC236}">
                  <a16:creationId xmlns:a16="http://schemas.microsoft.com/office/drawing/2014/main" id="{CA11A1E0-0115-6DED-7C35-A30334A2A7A2}"/>
                </a:ext>
              </a:extLst>
            </p:cNvPr>
            <p:cNvSpPr/>
            <p:nvPr/>
          </p:nvSpPr>
          <p:spPr>
            <a:xfrm>
              <a:off x="7258050" y="26670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3" name="Trace 42">
              <a:extLst>
                <a:ext uri="{FF2B5EF4-FFF2-40B4-BE49-F238E27FC236}">
                  <a16:creationId xmlns:a16="http://schemas.microsoft.com/office/drawing/2014/main" id="{185F8CE3-5884-FA8E-E48F-B66BC37B1B01}"/>
                </a:ext>
              </a:extLst>
            </p:cNvPr>
            <p:cNvSpPr/>
            <p:nvPr/>
          </p:nvSpPr>
          <p:spPr>
            <a:xfrm>
              <a:off x="7467600" y="30099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4" name="Trace 43">
              <a:extLst>
                <a:ext uri="{FF2B5EF4-FFF2-40B4-BE49-F238E27FC236}">
                  <a16:creationId xmlns:a16="http://schemas.microsoft.com/office/drawing/2014/main" id="{69861078-7391-8C71-5D06-48D4734BBF82}"/>
                </a:ext>
              </a:extLst>
            </p:cNvPr>
            <p:cNvSpPr/>
            <p:nvPr/>
          </p:nvSpPr>
          <p:spPr>
            <a:xfrm>
              <a:off x="7258050" y="3352800"/>
              <a:ext cx="46672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5" name="Trace 44">
              <a:extLst>
                <a:ext uri="{FF2B5EF4-FFF2-40B4-BE49-F238E27FC236}">
                  <a16:creationId xmlns:a16="http://schemas.microsoft.com/office/drawing/2014/main" id="{45481620-F803-A016-A706-7ECF5E499DE4}"/>
                </a:ext>
              </a:extLst>
            </p:cNvPr>
            <p:cNvSpPr/>
            <p:nvPr/>
          </p:nvSpPr>
          <p:spPr>
            <a:xfrm>
              <a:off x="7467600" y="3695700"/>
              <a:ext cx="257175" cy="0"/>
            </a:xfrm>
            <a:prstGeom prst="line">
              <a:avLst/>
            </a:prstGeom>
            <a:noFill/>
            <a:ln w="17780">
              <a:solidFill>
                <a:schemeClr val="accent1">
                  <a:alpha val="32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6" name="Via 1">
              <a:extLst>
                <a:ext uri="{FF2B5EF4-FFF2-40B4-BE49-F238E27FC236}">
                  <a16:creationId xmlns:a16="http://schemas.microsoft.com/office/drawing/2014/main" id="{98D5A216-EBBD-2AC1-9E86-20BE6D77F51B}"/>
                </a:ext>
              </a:extLst>
            </p:cNvPr>
            <p:cNvSpPr/>
            <p:nvPr/>
          </p:nvSpPr>
          <p:spPr>
            <a:xfrm>
              <a:off x="11643360" y="1946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7" name="Via 2">
              <a:extLst>
                <a:ext uri="{FF2B5EF4-FFF2-40B4-BE49-F238E27FC236}">
                  <a16:creationId xmlns:a16="http://schemas.microsoft.com/office/drawing/2014/main" id="{6AB58478-E0F9-4D21-AED9-A01F8CE0AF7A}"/>
                </a:ext>
              </a:extLst>
            </p:cNvPr>
            <p:cNvSpPr/>
            <p:nvPr/>
          </p:nvSpPr>
          <p:spPr>
            <a:xfrm>
              <a:off x="11605260" y="29756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8" name="Via 3">
              <a:extLst>
                <a:ext uri="{FF2B5EF4-FFF2-40B4-BE49-F238E27FC236}">
                  <a16:creationId xmlns:a16="http://schemas.microsoft.com/office/drawing/2014/main" id="{A75BC5D3-3D6B-26EB-FEDB-77CC19D864F5}"/>
                </a:ext>
              </a:extLst>
            </p:cNvPr>
            <p:cNvSpPr/>
            <p:nvPr/>
          </p:nvSpPr>
          <p:spPr>
            <a:xfrm>
              <a:off x="8976360" y="422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49" name="Via 4">
              <a:extLst>
                <a:ext uri="{FF2B5EF4-FFF2-40B4-BE49-F238E27FC236}">
                  <a16:creationId xmlns:a16="http://schemas.microsoft.com/office/drawing/2014/main" id="{5C9B2708-8863-9AF4-FB8F-6EDC455732DF}"/>
                </a:ext>
              </a:extLst>
            </p:cNvPr>
            <p:cNvSpPr/>
            <p:nvPr/>
          </p:nvSpPr>
          <p:spPr>
            <a:xfrm>
              <a:off x="10005060" y="422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0" name="Via 5">
              <a:extLst>
                <a:ext uri="{FF2B5EF4-FFF2-40B4-BE49-F238E27FC236}">
                  <a16:creationId xmlns:a16="http://schemas.microsoft.com/office/drawing/2014/main" id="{477E9BDA-D44F-2C29-575D-A19A461A0F8B}"/>
                </a:ext>
              </a:extLst>
            </p:cNvPr>
            <p:cNvSpPr/>
            <p:nvPr/>
          </p:nvSpPr>
          <p:spPr>
            <a:xfrm>
              <a:off x="7490460" y="46710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1" name="Via 6">
              <a:extLst>
                <a:ext uri="{FF2B5EF4-FFF2-40B4-BE49-F238E27FC236}">
                  <a16:creationId xmlns:a16="http://schemas.microsoft.com/office/drawing/2014/main" id="{7EE4E392-2121-56EB-B85F-9AF051AA6ABF}"/>
                </a:ext>
              </a:extLst>
            </p:cNvPr>
            <p:cNvSpPr/>
            <p:nvPr/>
          </p:nvSpPr>
          <p:spPr>
            <a:xfrm>
              <a:off x="86334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2" name="Via 7">
              <a:extLst>
                <a:ext uri="{FF2B5EF4-FFF2-40B4-BE49-F238E27FC236}">
                  <a16:creationId xmlns:a16="http://schemas.microsoft.com/office/drawing/2014/main" id="{EC749A73-224C-1DB2-42FB-F9540462CFB8}"/>
                </a:ext>
              </a:extLst>
            </p:cNvPr>
            <p:cNvSpPr/>
            <p:nvPr/>
          </p:nvSpPr>
          <p:spPr>
            <a:xfrm>
              <a:off x="89763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3" name="Via 8">
              <a:extLst>
                <a:ext uri="{FF2B5EF4-FFF2-40B4-BE49-F238E27FC236}">
                  <a16:creationId xmlns:a16="http://schemas.microsoft.com/office/drawing/2014/main" id="{CB1DA168-87A1-D434-0073-A0D390BC7D20}"/>
                </a:ext>
              </a:extLst>
            </p:cNvPr>
            <p:cNvSpPr/>
            <p:nvPr/>
          </p:nvSpPr>
          <p:spPr>
            <a:xfrm>
              <a:off x="93192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4" name="Via 9">
              <a:extLst>
                <a:ext uri="{FF2B5EF4-FFF2-40B4-BE49-F238E27FC236}">
                  <a16:creationId xmlns:a16="http://schemas.microsoft.com/office/drawing/2014/main" id="{37952E88-EAF3-8097-8F18-7A5A970A99B5}"/>
                </a:ext>
              </a:extLst>
            </p:cNvPr>
            <p:cNvSpPr/>
            <p:nvPr/>
          </p:nvSpPr>
          <p:spPr>
            <a:xfrm>
              <a:off x="96621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5" name="Via 10">
              <a:extLst>
                <a:ext uri="{FF2B5EF4-FFF2-40B4-BE49-F238E27FC236}">
                  <a16:creationId xmlns:a16="http://schemas.microsoft.com/office/drawing/2014/main" id="{1E6FE87F-6147-B8B3-F045-2D6342F98788}"/>
                </a:ext>
              </a:extLst>
            </p:cNvPr>
            <p:cNvSpPr/>
            <p:nvPr/>
          </p:nvSpPr>
          <p:spPr>
            <a:xfrm>
              <a:off x="10005060" y="4613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6" name="Via 11">
              <a:extLst>
                <a:ext uri="{FF2B5EF4-FFF2-40B4-BE49-F238E27FC236}">
                  <a16:creationId xmlns:a16="http://schemas.microsoft.com/office/drawing/2014/main" id="{304DA60C-C69C-AF13-D9C8-5E68E9DEA6C1}"/>
                </a:ext>
              </a:extLst>
            </p:cNvPr>
            <p:cNvSpPr/>
            <p:nvPr/>
          </p:nvSpPr>
          <p:spPr>
            <a:xfrm>
              <a:off x="10347960" y="474726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7" name="Via 12">
              <a:extLst>
                <a:ext uri="{FF2B5EF4-FFF2-40B4-BE49-F238E27FC236}">
                  <a16:creationId xmlns:a16="http://schemas.microsoft.com/office/drawing/2014/main" id="{CDF70EEA-CEE0-16D7-DE43-5F038B829BCA}"/>
                </a:ext>
              </a:extLst>
            </p:cNvPr>
            <p:cNvSpPr/>
            <p:nvPr/>
          </p:nvSpPr>
          <p:spPr>
            <a:xfrm>
              <a:off x="7223760" y="12611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8" name="Via 13">
              <a:extLst>
                <a:ext uri="{FF2B5EF4-FFF2-40B4-BE49-F238E27FC236}">
                  <a16:creationId xmlns:a16="http://schemas.microsoft.com/office/drawing/2014/main" id="{C58DD621-805E-2C90-B28A-9690B927F246}"/>
                </a:ext>
              </a:extLst>
            </p:cNvPr>
            <p:cNvSpPr/>
            <p:nvPr/>
          </p:nvSpPr>
          <p:spPr>
            <a:xfrm>
              <a:off x="7433310" y="16040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59" name="Via 14">
              <a:extLst>
                <a:ext uri="{FF2B5EF4-FFF2-40B4-BE49-F238E27FC236}">
                  <a16:creationId xmlns:a16="http://schemas.microsoft.com/office/drawing/2014/main" id="{05068E21-707F-C6FF-38AC-C2EDA01C747C}"/>
                </a:ext>
              </a:extLst>
            </p:cNvPr>
            <p:cNvSpPr/>
            <p:nvPr/>
          </p:nvSpPr>
          <p:spPr>
            <a:xfrm>
              <a:off x="7223760" y="19469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0" name="Via 15">
              <a:extLst>
                <a:ext uri="{FF2B5EF4-FFF2-40B4-BE49-F238E27FC236}">
                  <a16:creationId xmlns:a16="http://schemas.microsoft.com/office/drawing/2014/main" id="{58801433-F967-4271-ECD1-F3AC21CFD6E7}"/>
                </a:ext>
              </a:extLst>
            </p:cNvPr>
            <p:cNvSpPr/>
            <p:nvPr/>
          </p:nvSpPr>
          <p:spPr>
            <a:xfrm>
              <a:off x="7433310" y="22898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1" name="Via 16">
              <a:extLst>
                <a:ext uri="{FF2B5EF4-FFF2-40B4-BE49-F238E27FC236}">
                  <a16:creationId xmlns:a16="http://schemas.microsoft.com/office/drawing/2014/main" id="{70C75B29-4C60-2C6D-659C-1C8F1B807CD7}"/>
                </a:ext>
              </a:extLst>
            </p:cNvPr>
            <p:cNvSpPr/>
            <p:nvPr/>
          </p:nvSpPr>
          <p:spPr>
            <a:xfrm>
              <a:off x="7223760" y="26327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2" name="Via 17">
              <a:extLst>
                <a:ext uri="{FF2B5EF4-FFF2-40B4-BE49-F238E27FC236}">
                  <a16:creationId xmlns:a16="http://schemas.microsoft.com/office/drawing/2014/main" id="{ABC3A4A5-B197-0F6A-252F-7B0CD55528D2}"/>
                </a:ext>
              </a:extLst>
            </p:cNvPr>
            <p:cNvSpPr/>
            <p:nvPr/>
          </p:nvSpPr>
          <p:spPr>
            <a:xfrm>
              <a:off x="7433310" y="29756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3" name="Via 18">
              <a:extLst>
                <a:ext uri="{FF2B5EF4-FFF2-40B4-BE49-F238E27FC236}">
                  <a16:creationId xmlns:a16="http://schemas.microsoft.com/office/drawing/2014/main" id="{FF325C56-6ADC-00D9-FC8D-EAE52B56BD67}"/>
                </a:ext>
              </a:extLst>
            </p:cNvPr>
            <p:cNvSpPr/>
            <p:nvPr/>
          </p:nvSpPr>
          <p:spPr>
            <a:xfrm>
              <a:off x="7223760" y="33185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4" name="Via 19">
              <a:extLst>
                <a:ext uri="{FF2B5EF4-FFF2-40B4-BE49-F238E27FC236}">
                  <a16:creationId xmlns:a16="http://schemas.microsoft.com/office/drawing/2014/main" id="{82D0721C-B9A2-3DFE-70CE-F04E99D5421E}"/>
                </a:ext>
              </a:extLst>
            </p:cNvPr>
            <p:cNvSpPr/>
            <p:nvPr/>
          </p:nvSpPr>
          <p:spPr>
            <a:xfrm>
              <a:off x="7433310" y="3661410"/>
              <a:ext cx="68580" cy="68580"/>
            </a:xfrm>
            <a:prstGeom prst="ellipse">
              <a:avLst/>
            </a:prstGeom>
            <a:solidFill>
              <a:schemeClr val="tx2"/>
            </a:solidFill>
            <a:ln w="17780">
              <a:solidFill>
                <a:schemeClr val="accent1">
                  <a:alpha val="6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5" name="Pin L1">
              <a:extLst>
                <a:ext uri="{FF2B5EF4-FFF2-40B4-BE49-F238E27FC236}">
                  <a16:creationId xmlns:a16="http://schemas.microsoft.com/office/drawing/2014/main" id="{25DD3877-DC71-7DAF-0B68-4A65E38EAB17}"/>
                </a:ext>
              </a:extLst>
            </p:cNvPr>
            <p:cNvSpPr/>
            <p:nvPr/>
          </p:nvSpPr>
          <p:spPr>
            <a:xfrm>
              <a:off x="7724775" y="12611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6" name="Pin R1">
              <a:extLst>
                <a:ext uri="{FF2B5EF4-FFF2-40B4-BE49-F238E27FC236}">
                  <a16:creationId xmlns:a16="http://schemas.microsoft.com/office/drawing/2014/main" id="{DDC0BBB6-8F10-8A02-BA7F-6F38B891C224}"/>
                </a:ext>
              </a:extLst>
            </p:cNvPr>
            <p:cNvSpPr/>
            <p:nvPr/>
          </p:nvSpPr>
          <p:spPr>
            <a:xfrm>
              <a:off x="11068050" y="12611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7" name="Pin T1">
              <a:extLst>
                <a:ext uri="{FF2B5EF4-FFF2-40B4-BE49-F238E27FC236}">
                  <a16:creationId xmlns:a16="http://schemas.microsoft.com/office/drawing/2014/main" id="{494B7DCF-09FA-1FCA-8244-62948F87920C}"/>
                </a:ext>
              </a:extLst>
            </p:cNvPr>
            <p:cNvSpPr/>
            <p:nvPr/>
          </p:nvSpPr>
          <p:spPr>
            <a:xfrm>
              <a:off x="82905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8" name="Pin B1">
              <a:extLst>
                <a:ext uri="{FF2B5EF4-FFF2-40B4-BE49-F238E27FC236}">
                  <a16:creationId xmlns:a16="http://schemas.microsoft.com/office/drawing/2014/main" id="{FD5C450F-F98B-C374-34A6-B9DDA3A7842F}"/>
                </a:ext>
              </a:extLst>
            </p:cNvPr>
            <p:cNvSpPr/>
            <p:nvPr/>
          </p:nvSpPr>
          <p:spPr>
            <a:xfrm>
              <a:off x="82905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69" name="Pin L2">
              <a:extLst>
                <a:ext uri="{FF2B5EF4-FFF2-40B4-BE49-F238E27FC236}">
                  <a16:creationId xmlns:a16="http://schemas.microsoft.com/office/drawing/2014/main" id="{23891E50-9BCC-4432-9278-964270CADD90}"/>
                </a:ext>
              </a:extLst>
            </p:cNvPr>
            <p:cNvSpPr/>
            <p:nvPr/>
          </p:nvSpPr>
          <p:spPr>
            <a:xfrm>
              <a:off x="7724775" y="16040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0" name="Pin R2">
              <a:extLst>
                <a:ext uri="{FF2B5EF4-FFF2-40B4-BE49-F238E27FC236}">
                  <a16:creationId xmlns:a16="http://schemas.microsoft.com/office/drawing/2014/main" id="{81F99827-130C-00A5-FA08-25408FAB77F8}"/>
                </a:ext>
              </a:extLst>
            </p:cNvPr>
            <p:cNvSpPr/>
            <p:nvPr/>
          </p:nvSpPr>
          <p:spPr>
            <a:xfrm>
              <a:off x="11068050" y="16040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1" name="Pin T2">
              <a:extLst>
                <a:ext uri="{FF2B5EF4-FFF2-40B4-BE49-F238E27FC236}">
                  <a16:creationId xmlns:a16="http://schemas.microsoft.com/office/drawing/2014/main" id="{889F4F5F-23F4-5C0C-E783-485F86C3BB42}"/>
                </a:ext>
              </a:extLst>
            </p:cNvPr>
            <p:cNvSpPr/>
            <p:nvPr/>
          </p:nvSpPr>
          <p:spPr>
            <a:xfrm>
              <a:off x="86334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2" name="Pin B2">
              <a:extLst>
                <a:ext uri="{FF2B5EF4-FFF2-40B4-BE49-F238E27FC236}">
                  <a16:creationId xmlns:a16="http://schemas.microsoft.com/office/drawing/2014/main" id="{B6D6131A-C512-AA28-D355-4B97F9A84623}"/>
                </a:ext>
              </a:extLst>
            </p:cNvPr>
            <p:cNvSpPr/>
            <p:nvPr/>
          </p:nvSpPr>
          <p:spPr>
            <a:xfrm>
              <a:off x="86334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3" name="Pin L3">
              <a:extLst>
                <a:ext uri="{FF2B5EF4-FFF2-40B4-BE49-F238E27FC236}">
                  <a16:creationId xmlns:a16="http://schemas.microsoft.com/office/drawing/2014/main" id="{55EA1ADA-FECA-7962-9E86-C5CCF3561264}"/>
                </a:ext>
              </a:extLst>
            </p:cNvPr>
            <p:cNvSpPr/>
            <p:nvPr/>
          </p:nvSpPr>
          <p:spPr>
            <a:xfrm>
              <a:off x="7724775" y="19469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4" name="Pin R3">
              <a:extLst>
                <a:ext uri="{FF2B5EF4-FFF2-40B4-BE49-F238E27FC236}">
                  <a16:creationId xmlns:a16="http://schemas.microsoft.com/office/drawing/2014/main" id="{EB37063A-4CF5-3680-F514-8747C6C00A3C}"/>
                </a:ext>
              </a:extLst>
            </p:cNvPr>
            <p:cNvSpPr/>
            <p:nvPr/>
          </p:nvSpPr>
          <p:spPr>
            <a:xfrm>
              <a:off x="11068050" y="19469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5" name="Pin T3">
              <a:extLst>
                <a:ext uri="{FF2B5EF4-FFF2-40B4-BE49-F238E27FC236}">
                  <a16:creationId xmlns:a16="http://schemas.microsoft.com/office/drawing/2014/main" id="{AD5D5119-A53E-C907-77C4-0C57D0F9B432}"/>
                </a:ext>
              </a:extLst>
            </p:cNvPr>
            <p:cNvSpPr/>
            <p:nvPr/>
          </p:nvSpPr>
          <p:spPr>
            <a:xfrm>
              <a:off x="89763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6" name="Pin B3">
              <a:extLst>
                <a:ext uri="{FF2B5EF4-FFF2-40B4-BE49-F238E27FC236}">
                  <a16:creationId xmlns:a16="http://schemas.microsoft.com/office/drawing/2014/main" id="{3984E4E5-03A5-F690-395A-BE5E9DC947DF}"/>
                </a:ext>
              </a:extLst>
            </p:cNvPr>
            <p:cNvSpPr/>
            <p:nvPr/>
          </p:nvSpPr>
          <p:spPr>
            <a:xfrm>
              <a:off x="89763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7" name="Pin L4">
              <a:extLst>
                <a:ext uri="{FF2B5EF4-FFF2-40B4-BE49-F238E27FC236}">
                  <a16:creationId xmlns:a16="http://schemas.microsoft.com/office/drawing/2014/main" id="{72794959-9001-E5BD-A533-BD1DB82DF9D3}"/>
                </a:ext>
              </a:extLst>
            </p:cNvPr>
            <p:cNvSpPr/>
            <p:nvPr/>
          </p:nvSpPr>
          <p:spPr>
            <a:xfrm>
              <a:off x="7724775" y="22898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8" name="Pin R4">
              <a:extLst>
                <a:ext uri="{FF2B5EF4-FFF2-40B4-BE49-F238E27FC236}">
                  <a16:creationId xmlns:a16="http://schemas.microsoft.com/office/drawing/2014/main" id="{3828E4AB-77F1-89D8-D0C7-DBAA9F209ED9}"/>
                </a:ext>
              </a:extLst>
            </p:cNvPr>
            <p:cNvSpPr/>
            <p:nvPr/>
          </p:nvSpPr>
          <p:spPr>
            <a:xfrm>
              <a:off x="11068050" y="22898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79" name="Pin T4">
              <a:extLst>
                <a:ext uri="{FF2B5EF4-FFF2-40B4-BE49-F238E27FC236}">
                  <a16:creationId xmlns:a16="http://schemas.microsoft.com/office/drawing/2014/main" id="{DD058ADC-5C0D-A32B-347E-91CA719F18AC}"/>
                </a:ext>
              </a:extLst>
            </p:cNvPr>
            <p:cNvSpPr/>
            <p:nvPr/>
          </p:nvSpPr>
          <p:spPr>
            <a:xfrm>
              <a:off x="93192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0" name="Pin B4">
              <a:extLst>
                <a:ext uri="{FF2B5EF4-FFF2-40B4-BE49-F238E27FC236}">
                  <a16:creationId xmlns:a16="http://schemas.microsoft.com/office/drawing/2014/main" id="{1B3D121F-C90B-373C-073A-8735208DFD8B}"/>
                </a:ext>
              </a:extLst>
            </p:cNvPr>
            <p:cNvSpPr/>
            <p:nvPr/>
          </p:nvSpPr>
          <p:spPr>
            <a:xfrm>
              <a:off x="93192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1" name="Pin L5">
              <a:extLst>
                <a:ext uri="{FF2B5EF4-FFF2-40B4-BE49-F238E27FC236}">
                  <a16:creationId xmlns:a16="http://schemas.microsoft.com/office/drawing/2014/main" id="{97354A9F-DA0B-AB33-BCBF-DBAF4C2D628B}"/>
                </a:ext>
              </a:extLst>
            </p:cNvPr>
            <p:cNvSpPr/>
            <p:nvPr/>
          </p:nvSpPr>
          <p:spPr>
            <a:xfrm>
              <a:off x="7724775" y="26327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2" name="Pin R5">
              <a:extLst>
                <a:ext uri="{FF2B5EF4-FFF2-40B4-BE49-F238E27FC236}">
                  <a16:creationId xmlns:a16="http://schemas.microsoft.com/office/drawing/2014/main" id="{A8174F7A-A72B-A9FF-9DCA-0CAD914061F4}"/>
                </a:ext>
              </a:extLst>
            </p:cNvPr>
            <p:cNvSpPr/>
            <p:nvPr/>
          </p:nvSpPr>
          <p:spPr>
            <a:xfrm>
              <a:off x="11068050" y="26327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3" name="Pin T5">
              <a:extLst>
                <a:ext uri="{FF2B5EF4-FFF2-40B4-BE49-F238E27FC236}">
                  <a16:creationId xmlns:a16="http://schemas.microsoft.com/office/drawing/2014/main" id="{6CF1E3B1-1FC8-604D-5910-2B6FA66E7E23}"/>
                </a:ext>
              </a:extLst>
            </p:cNvPr>
            <p:cNvSpPr/>
            <p:nvPr/>
          </p:nvSpPr>
          <p:spPr>
            <a:xfrm>
              <a:off x="96621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4" name="Pin B5">
              <a:extLst>
                <a:ext uri="{FF2B5EF4-FFF2-40B4-BE49-F238E27FC236}">
                  <a16:creationId xmlns:a16="http://schemas.microsoft.com/office/drawing/2014/main" id="{FA5CF55B-E609-1C24-312B-52753041C3A2}"/>
                </a:ext>
              </a:extLst>
            </p:cNvPr>
            <p:cNvSpPr/>
            <p:nvPr/>
          </p:nvSpPr>
          <p:spPr>
            <a:xfrm>
              <a:off x="96621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5" name="Pin L6">
              <a:extLst>
                <a:ext uri="{FF2B5EF4-FFF2-40B4-BE49-F238E27FC236}">
                  <a16:creationId xmlns:a16="http://schemas.microsoft.com/office/drawing/2014/main" id="{5EFFA8CB-41D5-2C1C-5C29-4A02A30D384F}"/>
                </a:ext>
              </a:extLst>
            </p:cNvPr>
            <p:cNvSpPr/>
            <p:nvPr/>
          </p:nvSpPr>
          <p:spPr>
            <a:xfrm>
              <a:off x="7724775" y="29756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6" name="Pin R6">
              <a:extLst>
                <a:ext uri="{FF2B5EF4-FFF2-40B4-BE49-F238E27FC236}">
                  <a16:creationId xmlns:a16="http://schemas.microsoft.com/office/drawing/2014/main" id="{9C1039F5-D6BF-4E3C-06A3-029181A63F50}"/>
                </a:ext>
              </a:extLst>
            </p:cNvPr>
            <p:cNvSpPr/>
            <p:nvPr/>
          </p:nvSpPr>
          <p:spPr>
            <a:xfrm>
              <a:off x="11068050" y="29756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7" name="Pin T6">
              <a:extLst>
                <a:ext uri="{FF2B5EF4-FFF2-40B4-BE49-F238E27FC236}">
                  <a16:creationId xmlns:a16="http://schemas.microsoft.com/office/drawing/2014/main" id="{A667F802-9DB1-2F39-0A6E-1788E84704A3}"/>
                </a:ext>
              </a:extLst>
            </p:cNvPr>
            <p:cNvSpPr/>
            <p:nvPr/>
          </p:nvSpPr>
          <p:spPr>
            <a:xfrm>
              <a:off x="100050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8" name="Pin B6">
              <a:extLst>
                <a:ext uri="{FF2B5EF4-FFF2-40B4-BE49-F238E27FC236}">
                  <a16:creationId xmlns:a16="http://schemas.microsoft.com/office/drawing/2014/main" id="{18F8F14A-5F93-8D6D-2F6D-653BC4B50AA3}"/>
                </a:ext>
              </a:extLst>
            </p:cNvPr>
            <p:cNvSpPr/>
            <p:nvPr/>
          </p:nvSpPr>
          <p:spPr>
            <a:xfrm>
              <a:off x="100050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89" name="Pin L7">
              <a:extLst>
                <a:ext uri="{FF2B5EF4-FFF2-40B4-BE49-F238E27FC236}">
                  <a16:creationId xmlns:a16="http://schemas.microsoft.com/office/drawing/2014/main" id="{340A928D-3F91-BD50-67A5-4D6F7F2888A2}"/>
                </a:ext>
              </a:extLst>
            </p:cNvPr>
            <p:cNvSpPr/>
            <p:nvPr/>
          </p:nvSpPr>
          <p:spPr>
            <a:xfrm>
              <a:off x="7724775" y="33185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0" name="Pin R7">
              <a:extLst>
                <a:ext uri="{FF2B5EF4-FFF2-40B4-BE49-F238E27FC236}">
                  <a16:creationId xmlns:a16="http://schemas.microsoft.com/office/drawing/2014/main" id="{752D6610-C3DD-0150-702D-79FDA31D9F2C}"/>
                </a:ext>
              </a:extLst>
            </p:cNvPr>
            <p:cNvSpPr/>
            <p:nvPr/>
          </p:nvSpPr>
          <p:spPr>
            <a:xfrm>
              <a:off x="11068050" y="33185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1" name="Pin T7">
              <a:extLst>
                <a:ext uri="{FF2B5EF4-FFF2-40B4-BE49-F238E27FC236}">
                  <a16:creationId xmlns:a16="http://schemas.microsoft.com/office/drawing/2014/main" id="{C3B785A5-4746-E80B-AD34-02A6CB9ED984}"/>
                </a:ext>
              </a:extLst>
            </p:cNvPr>
            <p:cNvSpPr/>
            <p:nvPr/>
          </p:nvSpPr>
          <p:spPr>
            <a:xfrm>
              <a:off x="103479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2" name="Pin B7">
              <a:extLst>
                <a:ext uri="{FF2B5EF4-FFF2-40B4-BE49-F238E27FC236}">
                  <a16:creationId xmlns:a16="http://schemas.microsoft.com/office/drawing/2014/main" id="{3397ACF0-5081-5CBC-D8B2-42E666BCC30E}"/>
                </a:ext>
              </a:extLst>
            </p:cNvPr>
            <p:cNvSpPr/>
            <p:nvPr/>
          </p:nvSpPr>
          <p:spPr>
            <a:xfrm>
              <a:off x="103479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3" name="Pin L8">
              <a:extLst>
                <a:ext uri="{FF2B5EF4-FFF2-40B4-BE49-F238E27FC236}">
                  <a16:creationId xmlns:a16="http://schemas.microsoft.com/office/drawing/2014/main" id="{03BAAD55-B277-132F-7B6D-0B52A05EF7AA}"/>
                </a:ext>
              </a:extLst>
            </p:cNvPr>
            <p:cNvSpPr/>
            <p:nvPr/>
          </p:nvSpPr>
          <p:spPr>
            <a:xfrm>
              <a:off x="7724775" y="36614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4" name="Pin R8">
              <a:extLst>
                <a:ext uri="{FF2B5EF4-FFF2-40B4-BE49-F238E27FC236}">
                  <a16:creationId xmlns:a16="http://schemas.microsoft.com/office/drawing/2014/main" id="{020C5FEB-BF9B-4EA3-9586-B464BC7356EA}"/>
                </a:ext>
              </a:extLst>
            </p:cNvPr>
            <p:cNvSpPr/>
            <p:nvPr/>
          </p:nvSpPr>
          <p:spPr>
            <a:xfrm>
              <a:off x="11068050" y="3661410"/>
              <a:ext cx="257175" cy="6858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5" name="Pin T8">
              <a:extLst>
                <a:ext uri="{FF2B5EF4-FFF2-40B4-BE49-F238E27FC236}">
                  <a16:creationId xmlns:a16="http://schemas.microsoft.com/office/drawing/2014/main" id="{2D53B973-2FF1-950A-8120-A4F737A9CDFF}"/>
                </a:ext>
              </a:extLst>
            </p:cNvPr>
            <p:cNvSpPr/>
            <p:nvPr/>
          </p:nvSpPr>
          <p:spPr>
            <a:xfrm>
              <a:off x="10690860" y="695325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6" name="Pin B8">
              <a:extLst>
                <a:ext uri="{FF2B5EF4-FFF2-40B4-BE49-F238E27FC236}">
                  <a16:creationId xmlns:a16="http://schemas.microsoft.com/office/drawing/2014/main" id="{F07424EA-B44E-A22C-7520-76D0ED655CFB}"/>
                </a:ext>
              </a:extLst>
            </p:cNvPr>
            <p:cNvSpPr/>
            <p:nvPr/>
          </p:nvSpPr>
          <p:spPr>
            <a:xfrm>
              <a:off x="10690860" y="4038600"/>
              <a:ext cx="68580" cy="257175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7" name="Chip package">
              <a:extLst>
                <a:ext uri="{FF2B5EF4-FFF2-40B4-BE49-F238E27FC236}">
                  <a16:creationId xmlns:a16="http://schemas.microsoft.com/office/drawing/2014/main" id="{A8B33469-F301-9DC1-7091-65BC9CABA759}"/>
                </a:ext>
              </a:extLst>
            </p:cNvPr>
            <p:cNvSpPr/>
            <p:nvPr/>
          </p:nvSpPr>
          <p:spPr>
            <a:xfrm>
              <a:off x="7981950" y="952500"/>
              <a:ext cx="3086100" cy="30861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4000"/>
              </a:schemeClr>
            </a:solidFill>
            <a:ln w="19050">
              <a:solidFill>
                <a:schemeClr val="accent1">
                  <a:alpha val="7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8" name="Pin-1 marker">
              <a:extLst>
                <a:ext uri="{FF2B5EF4-FFF2-40B4-BE49-F238E27FC236}">
                  <a16:creationId xmlns:a16="http://schemas.microsoft.com/office/drawing/2014/main" id="{BD50CED2-7B05-5906-1D88-828B3CD37EB2}"/>
                </a:ext>
              </a:extLst>
            </p:cNvPr>
            <p:cNvSpPr/>
            <p:nvPr/>
          </p:nvSpPr>
          <p:spPr>
            <a:xfrm>
              <a:off x="8144828" y="1115378"/>
              <a:ext cx="85725" cy="85725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99" name="Chip die">
              <a:extLst>
                <a:ext uri="{FF2B5EF4-FFF2-40B4-BE49-F238E27FC236}">
                  <a16:creationId xmlns:a16="http://schemas.microsoft.com/office/drawing/2014/main" id="{6E08AF71-CC92-C8D4-7371-C8B13C4618C1}"/>
                </a:ext>
              </a:extLst>
            </p:cNvPr>
            <p:cNvSpPr/>
            <p:nvPr/>
          </p:nvSpPr>
          <p:spPr>
            <a:xfrm>
              <a:off x="8410575" y="1381125"/>
              <a:ext cx="2228850" cy="2228850"/>
            </a:xfrm>
            <a:prstGeom prst="roundRect">
              <a:avLst>
                <a:gd name="adj" fmla="val 3077"/>
              </a:avLst>
            </a:prstGeom>
            <a:solidFill>
              <a:schemeClr val="accent1">
                <a:alpha val="7000"/>
              </a:schemeClr>
            </a:solidFill>
            <a:ln w="13970">
              <a:solidFill>
                <a:schemeClr val="accent1">
                  <a:alpha val="9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0" name="Core 0">
              <a:extLst>
                <a:ext uri="{FF2B5EF4-FFF2-40B4-BE49-F238E27FC236}">
                  <a16:creationId xmlns:a16="http://schemas.microsoft.com/office/drawing/2014/main" id="{91D150B9-B730-BF5C-C86E-C9FBECEABD4B}"/>
                </a:ext>
              </a:extLst>
            </p:cNvPr>
            <p:cNvSpPr/>
            <p:nvPr/>
          </p:nvSpPr>
          <p:spPr>
            <a:xfrm>
              <a:off x="8530590" y="150114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1" name="Core 0 label">
              <a:extLst>
                <a:ext uri="{FF2B5EF4-FFF2-40B4-BE49-F238E27FC236}">
                  <a16:creationId xmlns:a16="http://schemas.microsoft.com/office/drawing/2014/main" id="{9972865A-B64C-5006-8204-9B5C844A5DF0}"/>
                </a:ext>
              </a:extLst>
            </p:cNvPr>
            <p:cNvSpPr txBox="1"/>
            <p:nvPr/>
          </p:nvSpPr>
          <p:spPr>
            <a:xfrm>
              <a:off x="8616315" y="155257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0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2" name="Core 0 L1">
              <a:extLst>
                <a:ext uri="{FF2B5EF4-FFF2-40B4-BE49-F238E27FC236}">
                  <a16:creationId xmlns:a16="http://schemas.microsoft.com/office/drawing/2014/main" id="{8AD8E7DE-7DA7-616C-A7DA-5E093CA596A5}"/>
                </a:ext>
              </a:extLst>
            </p:cNvPr>
            <p:cNvSpPr/>
            <p:nvPr/>
          </p:nvSpPr>
          <p:spPr>
            <a:xfrm>
              <a:off x="8616315" y="175831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3" name="Core 0 L1 label">
              <a:extLst>
                <a:ext uri="{FF2B5EF4-FFF2-40B4-BE49-F238E27FC236}">
                  <a16:creationId xmlns:a16="http://schemas.microsoft.com/office/drawing/2014/main" id="{01E30E64-93E2-6FC6-D623-65B899303D84}"/>
                </a:ext>
              </a:extLst>
            </p:cNvPr>
            <p:cNvSpPr txBox="1"/>
            <p:nvPr/>
          </p:nvSpPr>
          <p:spPr>
            <a:xfrm>
              <a:off x="8616315" y="175831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4" name="Core 0 stage 1">
              <a:extLst>
                <a:ext uri="{FF2B5EF4-FFF2-40B4-BE49-F238E27FC236}">
                  <a16:creationId xmlns:a16="http://schemas.microsoft.com/office/drawing/2014/main" id="{9935AD72-A27F-5992-661C-66C1EAAE0BBD}"/>
                </a:ext>
              </a:extLst>
            </p:cNvPr>
            <p:cNvSpPr/>
            <p:nvPr/>
          </p:nvSpPr>
          <p:spPr>
            <a:xfrm>
              <a:off x="8993505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5" name="Core 0 stage 2">
              <a:extLst>
                <a:ext uri="{FF2B5EF4-FFF2-40B4-BE49-F238E27FC236}">
                  <a16:creationId xmlns:a16="http://schemas.microsoft.com/office/drawing/2014/main" id="{889203E4-304C-ED6E-EAF2-73664A88897B}"/>
                </a:ext>
              </a:extLst>
            </p:cNvPr>
            <p:cNvSpPr/>
            <p:nvPr/>
          </p:nvSpPr>
          <p:spPr>
            <a:xfrm>
              <a:off x="9104948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6" name="Core 0 stage 3">
              <a:extLst>
                <a:ext uri="{FF2B5EF4-FFF2-40B4-BE49-F238E27FC236}">
                  <a16:creationId xmlns:a16="http://schemas.microsoft.com/office/drawing/2014/main" id="{12933CED-90EA-D71B-9609-22F8DF0E3703}"/>
                </a:ext>
              </a:extLst>
            </p:cNvPr>
            <p:cNvSpPr/>
            <p:nvPr/>
          </p:nvSpPr>
          <p:spPr>
            <a:xfrm>
              <a:off x="9216390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7" name="Core 0 stage 4">
              <a:extLst>
                <a:ext uri="{FF2B5EF4-FFF2-40B4-BE49-F238E27FC236}">
                  <a16:creationId xmlns:a16="http://schemas.microsoft.com/office/drawing/2014/main" id="{9E4D37F7-12CE-0E35-D5A0-57CB6490CCD1}"/>
                </a:ext>
              </a:extLst>
            </p:cNvPr>
            <p:cNvSpPr/>
            <p:nvPr/>
          </p:nvSpPr>
          <p:spPr>
            <a:xfrm>
              <a:off x="9327833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8" name="Core 1">
              <a:extLst>
                <a:ext uri="{FF2B5EF4-FFF2-40B4-BE49-F238E27FC236}">
                  <a16:creationId xmlns:a16="http://schemas.microsoft.com/office/drawing/2014/main" id="{45A7E3A3-22CD-CE89-B228-DC1BCD0EE841}"/>
                </a:ext>
              </a:extLst>
            </p:cNvPr>
            <p:cNvSpPr/>
            <p:nvPr/>
          </p:nvSpPr>
          <p:spPr>
            <a:xfrm>
              <a:off x="9576435" y="150114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09" name="Core 1 label">
              <a:extLst>
                <a:ext uri="{FF2B5EF4-FFF2-40B4-BE49-F238E27FC236}">
                  <a16:creationId xmlns:a16="http://schemas.microsoft.com/office/drawing/2014/main" id="{0E20E6B4-5649-64E6-4A63-842778F31794}"/>
                </a:ext>
              </a:extLst>
            </p:cNvPr>
            <p:cNvSpPr txBox="1"/>
            <p:nvPr/>
          </p:nvSpPr>
          <p:spPr>
            <a:xfrm>
              <a:off x="9662160" y="155257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0" name="Core 1 L1">
              <a:extLst>
                <a:ext uri="{FF2B5EF4-FFF2-40B4-BE49-F238E27FC236}">
                  <a16:creationId xmlns:a16="http://schemas.microsoft.com/office/drawing/2014/main" id="{ED9D482D-A8C1-D4BB-2F7F-C8FF3C5453B3}"/>
                </a:ext>
              </a:extLst>
            </p:cNvPr>
            <p:cNvSpPr/>
            <p:nvPr/>
          </p:nvSpPr>
          <p:spPr>
            <a:xfrm>
              <a:off x="9662160" y="175831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1" name="Core 1 L1 label">
              <a:extLst>
                <a:ext uri="{FF2B5EF4-FFF2-40B4-BE49-F238E27FC236}">
                  <a16:creationId xmlns:a16="http://schemas.microsoft.com/office/drawing/2014/main" id="{6B28BD3B-C8E1-6C58-5CBE-6AB506F4A6EC}"/>
                </a:ext>
              </a:extLst>
            </p:cNvPr>
            <p:cNvSpPr txBox="1"/>
            <p:nvPr/>
          </p:nvSpPr>
          <p:spPr>
            <a:xfrm>
              <a:off x="9662160" y="175831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2" name="Core 1 stage 1">
              <a:extLst>
                <a:ext uri="{FF2B5EF4-FFF2-40B4-BE49-F238E27FC236}">
                  <a16:creationId xmlns:a16="http://schemas.microsoft.com/office/drawing/2014/main" id="{EEC44917-C1A7-C46C-5081-3F463C988B6C}"/>
                </a:ext>
              </a:extLst>
            </p:cNvPr>
            <p:cNvSpPr/>
            <p:nvPr/>
          </p:nvSpPr>
          <p:spPr>
            <a:xfrm>
              <a:off x="10039350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3" name="Core 1 stage 2">
              <a:extLst>
                <a:ext uri="{FF2B5EF4-FFF2-40B4-BE49-F238E27FC236}">
                  <a16:creationId xmlns:a16="http://schemas.microsoft.com/office/drawing/2014/main" id="{186AA48E-DE66-3064-2F36-2415F5210185}"/>
                </a:ext>
              </a:extLst>
            </p:cNvPr>
            <p:cNvSpPr/>
            <p:nvPr/>
          </p:nvSpPr>
          <p:spPr>
            <a:xfrm>
              <a:off x="10150793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4" name="Core 1 stage 3">
              <a:extLst>
                <a:ext uri="{FF2B5EF4-FFF2-40B4-BE49-F238E27FC236}">
                  <a16:creationId xmlns:a16="http://schemas.microsoft.com/office/drawing/2014/main" id="{2BEFF5DD-3233-8BEA-06AD-07C5FA7E5444}"/>
                </a:ext>
              </a:extLst>
            </p:cNvPr>
            <p:cNvSpPr/>
            <p:nvPr/>
          </p:nvSpPr>
          <p:spPr>
            <a:xfrm>
              <a:off x="10262235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5" name="Core 1 stage 4">
              <a:extLst>
                <a:ext uri="{FF2B5EF4-FFF2-40B4-BE49-F238E27FC236}">
                  <a16:creationId xmlns:a16="http://schemas.microsoft.com/office/drawing/2014/main" id="{F421F784-38B6-F82D-63C3-ECBB7722FF6B}"/>
                </a:ext>
              </a:extLst>
            </p:cNvPr>
            <p:cNvSpPr/>
            <p:nvPr/>
          </p:nvSpPr>
          <p:spPr>
            <a:xfrm>
              <a:off x="10373678" y="175831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6" name="Core 2">
              <a:extLst>
                <a:ext uri="{FF2B5EF4-FFF2-40B4-BE49-F238E27FC236}">
                  <a16:creationId xmlns:a16="http://schemas.microsoft.com/office/drawing/2014/main" id="{573102F9-4383-F82E-E652-377B8C318077}"/>
                </a:ext>
              </a:extLst>
            </p:cNvPr>
            <p:cNvSpPr/>
            <p:nvPr/>
          </p:nvSpPr>
          <p:spPr>
            <a:xfrm>
              <a:off x="8530590" y="280416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7" name="Core 2 label">
              <a:extLst>
                <a:ext uri="{FF2B5EF4-FFF2-40B4-BE49-F238E27FC236}">
                  <a16:creationId xmlns:a16="http://schemas.microsoft.com/office/drawing/2014/main" id="{58DD90E9-9187-029D-CE2F-93DAC836BC56}"/>
                </a:ext>
              </a:extLst>
            </p:cNvPr>
            <p:cNvSpPr txBox="1"/>
            <p:nvPr/>
          </p:nvSpPr>
          <p:spPr>
            <a:xfrm>
              <a:off x="8616315" y="285559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2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8" name="Core 2 L1">
              <a:extLst>
                <a:ext uri="{FF2B5EF4-FFF2-40B4-BE49-F238E27FC236}">
                  <a16:creationId xmlns:a16="http://schemas.microsoft.com/office/drawing/2014/main" id="{D0DDE0A7-0DBB-5A2D-87DC-DE39012CD987}"/>
                </a:ext>
              </a:extLst>
            </p:cNvPr>
            <p:cNvSpPr/>
            <p:nvPr/>
          </p:nvSpPr>
          <p:spPr>
            <a:xfrm>
              <a:off x="8616315" y="306133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19" name="Core 2 L1 label">
              <a:extLst>
                <a:ext uri="{FF2B5EF4-FFF2-40B4-BE49-F238E27FC236}">
                  <a16:creationId xmlns:a16="http://schemas.microsoft.com/office/drawing/2014/main" id="{0E4BB93A-8152-E860-003D-933CC5EDC96E}"/>
                </a:ext>
              </a:extLst>
            </p:cNvPr>
            <p:cNvSpPr txBox="1"/>
            <p:nvPr/>
          </p:nvSpPr>
          <p:spPr>
            <a:xfrm>
              <a:off x="8616315" y="306133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0" name="Core 2 stage 1">
              <a:extLst>
                <a:ext uri="{FF2B5EF4-FFF2-40B4-BE49-F238E27FC236}">
                  <a16:creationId xmlns:a16="http://schemas.microsoft.com/office/drawing/2014/main" id="{DF4955FF-9D32-0F4F-DE79-F560E5EE6F7D}"/>
                </a:ext>
              </a:extLst>
            </p:cNvPr>
            <p:cNvSpPr/>
            <p:nvPr/>
          </p:nvSpPr>
          <p:spPr>
            <a:xfrm>
              <a:off x="8993505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1" name="Core 2 stage 2">
              <a:extLst>
                <a:ext uri="{FF2B5EF4-FFF2-40B4-BE49-F238E27FC236}">
                  <a16:creationId xmlns:a16="http://schemas.microsoft.com/office/drawing/2014/main" id="{6EDD0987-8DA6-FA96-644A-4A2D26D6DEFB}"/>
                </a:ext>
              </a:extLst>
            </p:cNvPr>
            <p:cNvSpPr/>
            <p:nvPr/>
          </p:nvSpPr>
          <p:spPr>
            <a:xfrm>
              <a:off x="9104948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2" name="Core 2 stage 3">
              <a:extLst>
                <a:ext uri="{FF2B5EF4-FFF2-40B4-BE49-F238E27FC236}">
                  <a16:creationId xmlns:a16="http://schemas.microsoft.com/office/drawing/2014/main" id="{3AA1E144-A729-32AB-3172-DB4191F92301}"/>
                </a:ext>
              </a:extLst>
            </p:cNvPr>
            <p:cNvSpPr/>
            <p:nvPr/>
          </p:nvSpPr>
          <p:spPr>
            <a:xfrm>
              <a:off x="9216390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3" name="Core 2 stage 4">
              <a:extLst>
                <a:ext uri="{FF2B5EF4-FFF2-40B4-BE49-F238E27FC236}">
                  <a16:creationId xmlns:a16="http://schemas.microsoft.com/office/drawing/2014/main" id="{D0351707-88CD-01E1-FD9C-52268DB00F09}"/>
                </a:ext>
              </a:extLst>
            </p:cNvPr>
            <p:cNvSpPr/>
            <p:nvPr/>
          </p:nvSpPr>
          <p:spPr>
            <a:xfrm>
              <a:off x="9327833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4" name="Core 3">
              <a:extLst>
                <a:ext uri="{FF2B5EF4-FFF2-40B4-BE49-F238E27FC236}">
                  <a16:creationId xmlns:a16="http://schemas.microsoft.com/office/drawing/2014/main" id="{CEFB2373-0AAF-D97E-4955-D33C485D34BF}"/>
                </a:ext>
              </a:extLst>
            </p:cNvPr>
            <p:cNvSpPr/>
            <p:nvPr/>
          </p:nvSpPr>
          <p:spPr>
            <a:xfrm>
              <a:off x="9576435" y="2804160"/>
              <a:ext cx="942975" cy="685800"/>
            </a:xfrm>
            <a:prstGeom prst="roundRect">
              <a:avLst>
                <a:gd name="adj" fmla="val 5000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5" name="Core 3 label">
              <a:extLst>
                <a:ext uri="{FF2B5EF4-FFF2-40B4-BE49-F238E27FC236}">
                  <a16:creationId xmlns:a16="http://schemas.microsoft.com/office/drawing/2014/main" id="{84FFFA91-B3F1-50B8-BBF4-C4FD2085575F}"/>
                </a:ext>
              </a:extLst>
            </p:cNvPr>
            <p:cNvSpPr txBox="1"/>
            <p:nvPr/>
          </p:nvSpPr>
          <p:spPr>
            <a:xfrm>
              <a:off x="9662160" y="2855595"/>
              <a:ext cx="82296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CORE 3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6" name="Core 3 L1">
              <a:extLst>
                <a:ext uri="{FF2B5EF4-FFF2-40B4-BE49-F238E27FC236}">
                  <a16:creationId xmlns:a16="http://schemas.microsoft.com/office/drawing/2014/main" id="{64702D81-A7D9-25ED-3AD5-4A58F8C573A0}"/>
                </a:ext>
              </a:extLst>
            </p:cNvPr>
            <p:cNvSpPr/>
            <p:nvPr/>
          </p:nvSpPr>
          <p:spPr>
            <a:xfrm>
              <a:off x="9662160" y="3061335"/>
              <a:ext cx="291465" cy="325755"/>
            </a:xfrm>
            <a:prstGeom prst="roundRect">
              <a:avLst>
                <a:gd name="adj" fmla="val 11765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7" name="Core 3 L1 label">
              <a:extLst>
                <a:ext uri="{FF2B5EF4-FFF2-40B4-BE49-F238E27FC236}">
                  <a16:creationId xmlns:a16="http://schemas.microsoft.com/office/drawing/2014/main" id="{83D89DFE-D47E-6FBF-7244-693ACC4326F4}"/>
                </a:ext>
              </a:extLst>
            </p:cNvPr>
            <p:cNvSpPr txBox="1"/>
            <p:nvPr/>
          </p:nvSpPr>
          <p:spPr>
            <a:xfrm>
              <a:off x="9662160" y="3061335"/>
              <a:ext cx="291465" cy="32575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D3DBE8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L1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8" name="Core 3 stage 1">
              <a:extLst>
                <a:ext uri="{FF2B5EF4-FFF2-40B4-BE49-F238E27FC236}">
                  <a16:creationId xmlns:a16="http://schemas.microsoft.com/office/drawing/2014/main" id="{9FF14AE2-FBEA-9682-5D27-A4317BE29838}"/>
                </a:ext>
              </a:extLst>
            </p:cNvPr>
            <p:cNvSpPr/>
            <p:nvPr/>
          </p:nvSpPr>
          <p:spPr>
            <a:xfrm>
              <a:off x="10039350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29" name="Core 3 stage 2">
              <a:extLst>
                <a:ext uri="{FF2B5EF4-FFF2-40B4-BE49-F238E27FC236}">
                  <a16:creationId xmlns:a16="http://schemas.microsoft.com/office/drawing/2014/main" id="{57C6D827-E849-BA78-B00A-069E84CB9BFF}"/>
                </a:ext>
              </a:extLst>
            </p:cNvPr>
            <p:cNvSpPr/>
            <p:nvPr/>
          </p:nvSpPr>
          <p:spPr>
            <a:xfrm>
              <a:off x="10150793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0" name="Core 3 stage 3">
              <a:extLst>
                <a:ext uri="{FF2B5EF4-FFF2-40B4-BE49-F238E27FC236}">
                  <a16:creationId xmlns:a16="http://schemas.microsoft.com/office/drawing/2014/main" id="{C16F39E9-C34C-72C5-B8EB-610792407687}"/>
                </a:ext>
              </a:extLst>
            </p:cNvPr>
            <p:cNvSpPr/>
            <p:nvPr/>
          </p:nvSpPr>
          <p:spPr>
            <a:xfrm>
              <a:off x="10262235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1" name="Core 3 stage 4">
              <a:extLst>
                <a:ext uri="{FF2B5EF4-FFF2-40B4-BE49-F238E27FC236}">
                  <a16:creationId xmlns:a16="http://schemas.microsoft.com/office/drawing/2014/main" id="{FAF797ED-69CD-37D7-79E9-A29D435E593E}"/>
                </a:ext>
              </a:extLst>
            </p:cNvPr>
            <p:cNvSpPr/>
            <p:nvPr/>
          </p:nvSpPr>
          <p:spPr>
            <a:xfrm>
              <a:off x="10373678" y="3061335"/>
              <a:ext cx="68580" cy="325755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2" name="Shared L3">
              <a:extLst>
                <a:ext uri="{FF2B5EF4-FFF2-40B4-BE49-F238E27FC236}">
                  <a16:creationId xmlns:a16="http://schemas.microsoft.com/office/drawing/2014/main" id="{074EE977-594B-A14C-309F-A8D77E3C88FD}"/>
                </a:ext>
              </a:extLst>
            </p:cNvPr>
            <p:cNvSpPr/>
            <p:nvPr/>
          </p:nvSpPr>
          <p:spPr>
            <a:xfrm>
              <a:off x="8530590" y="2289810"/>
              <a:ext cx="1988820" cy="411480"/>
            </a:xfrm>
            <a:prstGeom prst="roundRect">
              <a:avLst>
                <a:gd name="adj" fmla="val 8333"/>
              </a:avLst>
            </a:prstGeom>
            <a:solidFill>
              <a:schemeClr val="bg1">
                <a:alpha val="5000"/>
              </a:schemeClr>
            </a:solidFill>
            <a:ln w="9525">
              <a:solidFill>
                <a:schemeClr val="accent1">
                  <a:alpha val="55000"/>
                </a:scheme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3" name="L3 cell 0-0">
              <a:extLst>
                <a:ext uri="{FF2B5EF4-FFF2-40B4-BE49-F238E27FC236}">
                  <a16:creationId xmlns:a16="http://schemas.microsoft.com/office/drawing/2014/main" id="{1E65070E-40AA-375E-BAB1-613B5B53DA7F}"/>
                </a:ext>
              </a:extLst>
            </p:cNvPr>
            <p:cNvSpPr/>
            <p:nvPr/>
          </p:nvSpPr>
          <p:spPr>
            <a:xfrm>
              <a:off x="85948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4" name="L3 cell 0-1">
              <a:extLst>
                <a:ext uri="{FF2B5EF4-FFF2-40B4-BE49-F238E27FC236}">
                  <a16:creationId xmlns:a16="http://schemas.microsoft.com/office/drawing/2014/main" id="{E3E7CCC4-056E-C3DD-F12F-381ECF0CDCE4}"/>
                </a:ext>
              </a:extLst>
            </p:cNvPr>
            <p:cNvSpPr/>
            <p:nvPr/>
          </p:nvSpPr>
          <p:spPr>
            <a:xfrm>
              <a:off x="86806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5" name="L3 cell 0-2">
              <a:extLst>
                <a:ext uri="{FF2B5EF4-FFF2-40B4-BE49-F238E27FC236}">
                  <a16:creationId xmlns:a16="http://schemas.microsoft.com/office/drawing/2014/main" id="{75AA78FE-B0C1-BE4F-8DB1-BD13B86A6770}"/>
                </a:ext>
              </a:extLst>
            </p:cNvPr>
            <p:cNvSpPr/>
            <p:nvPr/>
          </p:nvSpPr>
          <p:spPr>
            <a:xfrm>
              <a:off x="87663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6" name="L3 cell 0-3">
              <a:extLst>
                <a:ext uri="{FF2B5EF4-FFF2-40B4-BE49-F238E27FC236}">
                  <a16:creationId xmlns:a16="http://schemas.microsoft.com/office/drawing/2014/main" id="{8C9BB798-E828-50CB-BCAE-934974C23678}"/>
                </a:ext>
              </a:extLst>
            </p:cNvPr>
            <p:cNvSpPr/>
            <p:nvPr/>
          </p:nvSpPr>
          <p:spPr>
            <a:xfrm>
              <a:off x="88520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7" name="L3 cell 0-4">
              <a:extLst>
                <a:ext uri="{FF2B5EF4-FFF2-40B4-BE49-F238E27FC236}">
                  <a16:creationId xmlns:a16="http://schemas.microsoft.com/office/drawing/2014/main" id="{3960AD40-D5FF-1282-B5C3-122DFD49624B}"/>
                </a:ext>
              </a:extLst>
            </p:cNvPr>
            <p:cNvSpPr/>
            <p:nvPr/>
          </p:nvSpPr>
          <p:spPr>
            <a:xfrm>
              <a:off x="89377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8" name="L3 cell 0-5">
              <a:extLst>
                <a:ext uri="{FF2B5EF4-FFF2-40B4-BE49-F238E27FC236}">
                  <a16:creationId xmlns:a16="http://schemas.microsoft.com/office/drawing/2014/main" id="{DB3C2C43-D7B6-3CB9-35C7-2FD8EB5666A5}"/>
                </a:ext>
              </a:extLst>
            </p:cNvPr>
            <p:cNvSpPr/>
            <p:nvPr/>
          </p:nvSpPr>
          <p:spPr>
            <a:xfrm>
              <a:off x="90235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39" name="L3 cell 0-6">
              <a:extLst>
                <a:ext uri="{FF2B5EF4-FFF2-40B4-BE49-F238E27FC236}">
                  <a16:creationId xmlns:a16="http://schemas.microsoft.com/office/drawing/2014/main" id="{7CD2FECE-C0A7-601F-DBC0-F0C23A15C90F}"/>
                </a:ext>
              </a:extLst>
            </p:cNvPr>
            <p:cNvSpPr/>
            <p:nvPr/>
          </p:nvSpPr>
          <p:spPr>
            <a:xfrm>
              <a:off x="91092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0" name="L3 cell 0-7">
              <a:extLst>
                <a:ext uri="{FF2B5EF4-FFF2-40B4-BE49-F238E27FC236}">
                  <a16:creationId xmlns:a16="http://schemas.microsoft.com/office/drawing/2014/main" id="{2F0452FC-C54D-C705-EA9B-51C7A54F3846}"/>
                </a:ext>
              </a:extLst>
            </p:cNvPr>
            <p:cNvSpPr/>
            <p:nvPr/>
          </p:nvSpPr>
          <p:spPr>
            <a:xfrm>
              <a:off x="91949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1" name="L3 cell 0-8">
              <a:extLst>
                <a:ext uri="{FF2B5EF4-FFF2-40B4-BE49-F238E27FC236}">
                  <a16:creationId xmlns:a16="http://schemas.microsoft.com/office/drawing/2014/main" id="{0B74C274-3F0B-EF05-FEC0-A68AADBDB408}"/>
                </a:ext>
              </a:extLst>
            </p:cNvPr>
            <p:cNvSpPr/>
            <p:nvPr/>
          </p:nvSpPr>
          <p:spPr>
            <a:xfrm>
              <a:off x="92806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2" name="L3 cell 0-9">
              <a:extLst>
                <a:ext uri="{FF2B5EF4-FFF2-40B4-BE49-F238E27FC236}">
                  <a16:creationId xmlns:a16="http://schemas.microsoft.com/office/drawing/2014/main" id="{AD6BF041-9604-B438-D241-C5A824B9E2DC}"/>
                </a:ext>
              </a:extLst>
            </p:cNvPr>
            <p:cNvSpPr/>
            <p:nvPr/>
          </p:nvSpPr>
          <p:spPr>
            <a:xfrm>
              <a:off x="93664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3" name="L3 cell 0-10">
              <a:extLst>
                <a:ext uri="{FF2B5EF4-FFF2-40B4-BE49-F238E27FC236}">
                  <a16:creationId xmlns:a16="http://schemas.microsoft.com/office/drawing/2014/main" id="{02153905-DBF9-B542-A094-89E0F4E7D94D}"/>
                </a:ext>
              </a:extLst>
            </p:cNvPr>
            <p:cNvSpPr/>
            <p:nvPr/>
          </p:nvSpPr>
          <p:spPr>
            <a:xfrm>
              <a:off x="94521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4" name="L3 cell 0-11">
              <a:extLst>
                <a:ext uri="{FF2B5EF4-FFF2-40B4-BE49-F238E27FC236}">
                  <a16:creationId xmlns:a16="http://schemas.microsoft.com/office/drawing/2014/main" id="{6CF5EA70-CDCD-6B66-0C91-231980C681D4}"/>
                </a:ext>
              </a:extLst>
            </p:cNvPr>
            <p:cNvSpPr/>
            <p:nvPr/>
          </p:nvSpPr>
          <p:spPr>
            <a:xfrm>
              <a:off x="95378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5" name="L3 cell 0-12">
              <a:extLst>
                <a:ext uri="{FF2B5EF4-FFF2-40B4-BE49-F238E27FC236}">
                  <a16:creationId xmlns:a16="http://schemas.microsoft.com/office/drawing/2014/main" id="{CD1C5D08-49EC-38C5-FB62-3B2B305A3B76}"/>
                </a:ext>
              </a:extLst>
            </p:cNvPr>
            <p:cNvSpPr/>
            <p:nvPr/>
          </p:nvSpPr>
          <p:spPr>
            <a:xfrm>
              <a:off x="96235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6" name="L3 cell 0-13">
              <a:extLst>
                <a:ext uri="{FF2B5EF4-FFF2-40B4-BE49-F238E27FC236}">
                  <a16:creationId xmlns:a16="http://schemas.microsoft.com/office/drawing/2014/main" id="{3705EB88-2A90-4EC0-D34B-C65F87B18DD9}"/>
                </a:ext>
              </a:extLst>
            </p:cNvPr>
            <p:cNvSpPr/>
            <p:nvPr/>
          </p:nvSpPr>
          <p:spPr>
            <a:xfrm>
              <a:off x="97093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7" name="L3 cell 0-14">
              <a:extLst>
                <a:ext uri="{FF2B5EF4-FFF2-40B4-BE49-F238E27FC236}">
                  <a16:creationId xmlns:a16="http://schemas.microsoft.com/office/drawing/2014/main" id="{60E163A7-C6F3-DF74-0525-7E41504D3864}"/>
                </a:ext>
              </a:extLst>
            </p:cNvPr>
            <p:cNvSpPr/>
            <p:nvPr/>
          </p:nvSpPr>
          <p:spPr>
            <a:xfrm>
              <a:off x="97950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8" name="L3 cell 0-15">
              <a:extLst>
                <a:ext uri="{FF2B5EF4-FFF2-40B4-BE49-F238E27FC236}">
                  <a16:creationId xmlns:a16="http://schemas.microsoft.com/office/drawing/2014/main" id="{D844A6CC-71A0-1FAD-CC7A-420F4571D491}"/>
                </a:ext>
              </a:extLst>
            </p:cNvPr>
            <p:cNvSpPr/>
            <p:nvPr/>
          </p:nvSpPr>
          <p:spPr>
            <a:xfrm>
              <a:off x="98807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49" name="L3 cell 0-16">
              <a:extLst>
                <a:ext uri="{FF2B5EF4-FFF2-40B4-BE49-F238E27FC236}">
                  <a16:creationId xmlns:a16="http://schemas.microsoft.com/office/drawing/2014/main" id="{5996515F-0C2D-938F-0FD4-A2AD882FFFD7}"/>
                </a:ext>
              </a:extLst>
            </p:cNvPr>
            <p:cNvSpPr/>
            <p:nvPr/>
          </p:nvSpPr>
          <p:spPr>
            <a:xfrm>
              <a:off x="99664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0" name="L3 cell 0-17">
              <a:extLst>
                <a:ext uri="{FF2B5EF4-FFF2-40B4-BE49-F238E27FC236}">
                  <a16:creationId xmlns:a16="http://schemas.microsoft.com/office/drawing/2014/main" id="{A8EF4E7E-3086-9B08-62CE-A3D26CCA504F}"/>
                </a:ext>
              </a:extLst>
            </p:cNvPr>
            <p:cNvSpPr/>
            <p:nvPr/>
          </p:nvSpPr>
          <p:spPr>
            <a:xfrm>
              <a:off x="100522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1" name="L3 cell 0-18">
              <a:extLst>
                <a:ext uri="{FF2B5EF4-FFF2-40B4-BE49-F238E27FC236}">
                  <a16:creationId xmlns:a16="http://schemas.microsoft.com/office/drawing/2014/main" id="{AD16A6EE-2C30-8A69-AB8C-8991C59CB473}"/>
                </a:ext>
              </a:extLst>
            </p:cNvPr>
            <p:cNvSpPr/>
            <p:nvPr/>
          </p:nvSpPr>
          <p:spPr>
            <a:xfrm>
              <a:off x="1013793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2" name="L3 cell 0-19">
              <a:extLst>
                <a:ext uri="{FF2B5EF4-FFF2-40B4-BE49-F238E27FC236}">
                  <a16:creationId xmlns:a16="http://schemas.microsoft.com/office/drawing/2014/main" id="{5B2CC219-6D71-34E2-BC07-D566C7B386EA}"/>
                </a:ext>
              </a:extLst>
            </p:cNvPr>
            <p:cNvSpPr/>
            <p:nvPr/>
          </p:nvSpPr>
          <p:spPr>
            <a:xfrm>
              <a:off x="1022365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3" name="L3 cell 0-20">
              <a:extLst>
                <a:ext uri="{FF2B5EF4-FFF2-40B4-BE49-F238E27FC236}">
                  <a16:creationId xmlns:a16="http://schemas.microsoft.com/office/drawing/2014/main" id="{88061C88-69C8-838D-3BEB-15A4ACAEA2E2}"/>
                </a:ext>
              </a:extLst>
            </p:cNvPr>
            <p:cNvSpPr/>
            <p:nvPr/>
          </p:nvSpPr>
          <p:spPr>
            <a:xfrm>
              <a:off x="10309384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4" name="L3 cell 0-21">
              <a:extLst>
                <a:ext uri="{FF2B5EF4-FFF2-40B4-BE49-F238E27FC236}">
                  <a16:creationId xmlns:a16="http://schemas.microsoft.com/office/drawing/2014/main" id="{9E78D5D1-2398-927C-95ED-1629CAC2D468}"/>
                </a:ext>
              </a:extLst>
            </p:cNvPr>
            <p:cNvSpPr/>
            <p:nvPr/>
          </p:nvSpPr>
          <p:spPr>
            <a:xfrm>
              <a:off x="10395109" y="233695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5" name="L3 cell 1-0">
              <a:extLst>
                <a:ext uri="{FF2B5EF4-FFF2-40B4-BE49-F238E27FC236}">
                  <a16:creationId xmlns:a16="http://schemas.microsoft.com/office/drawing/2014/main" id="{33DC86FE-284D-E60C-024B-4FFF8F04648B}"/>
                </a:ext>
              </a:extLst>
            </p:cNvPr>
            <p:cNvSpPr/>
            <p:nvPr/>
          </p:nvSpPr>
          <p:spPr>
            <a:xfrm>
              <a:off x="85948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6" name="L3 cell 1-1">
              <a:extLst>
                <a:ext uri="{FF2B5EF4-FFF2-40B4-BE49-F238E27FC236}">
                  <a16:creationId xmlns:a16="http://schemas.microsoft.com/office/drawing/2014/main" id="{FAD893EA-4C85-FC2E-FCED-FBCF748FE508}"/>
                </a:ext>
              </a:extLst>
            </p:cNvPr>
            <p:cNvSpPr/>
            <p:nvPr/>
          </p:nvSpPr>
          <p:spPr>
            <a:xfrm>
              <a:off x="86806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7" name="L3 cell 1-2">
              <a:extLst>
                <a:ext uri="{FF2B5EF4-FFF2-40B4-BE49-F238E27FC236}">
                  <a16:creationId xmlns:a16="http://schemas.microsoft.com/office/drawing/2014/main" id="{0B6A1DBF-5E4F-1006-B6E3-36FD615AD17B}"/>
                </a:ext>
              </a:extLst>
            </p:cNvPr>
            <p:cNvSpPr/>
            <p:nvPr/>
          </p:nvSpPr>
          <p:spPr>
            <a:xfrm>
              <a:off x="87663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8" name="L3 cell 1-3">
              <a:extLst>
                <a:ext uri="{FF2B5EF4-FFF2-40B4-BE49-F238E27FC236}">
                  <a16:creationId xmlns:a16="http://schemas.microsoft.com/office/drawing/2014/main" id="{CC1D1286-3109-FEE2-55AA-F8E39F091A87}"/>
                </a:ext>
              </a:extLst>
            </p:cNvPr>
            <p:cNvSpPr/>
            <p:nvPr/>
          </p:nvSpPr>
          <p:spPr>
            <a:xfrm>
              <a:off x="88520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59" name="L3 cell 1-4">
              <a:extLst>
                <a:ext uri="{FF2B5EF4-FFF2-40B4-BE49-F238E27FC236}">
                  <a16:creationId xmlns:a16="http://schemas.microsoft.com/office/drawing/2014/main" id="{8EE9EEA5-87A3-46E1-4CA7-4D6265C3E9FD}"/>
                </a:ext>
              </a:extLst>
            </p:cNvPr>
            <p:cNvSpPr/>
            <p:nvPr/>
          </p:nvSpPr>
          <p:spPr>
            <a:xfrm>
              <a:off x="89377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0" name="L3 cell 1-5">
              <a:extLst>
                <a:ext uri="{FF2B5EF4-FFF2-40B4-BE49-F238E27FC236}">
                  <a16:creationId xmlns:a16="http://schemas.microsoft.com/office/drawing/2014/main" id="{FA9EE45D-76AC-80FF-9E97-337F64C9074C}"/>
                </a:ext>
              </a:extLst>
            </p:cNvPr>
            <p:cNvSpPr/>
            <p:nvPr/>
          </p:nvSpPr>
          <p:spPr>
            <a:xfrm>
              <a:off x="90235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1" name="L3 cell 1-6">
              <a:extLst>
                <a:ext uri="{FF2B5EF4-FFF2-40B4-BE49-F238E27FC236}">
                  <a16:creationId xmlns:a16="http://schemas.microsoft.com/office/drawing/2014/main" id="{FC5C57E3-C6EE-22D8-2B3C-2D37B7BDDBBA}"/>
                </a:ext>
              </a:extLst>
            </p:cNvPr>
            <p:cNvSpPr/>
            <p:nvPr/>
          </p:nvSpPr>
          <p:spPr>
            <a:xfrm>
              <a:off x="91092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2" name="L3 cell 1-7">
              <a:extLst>
                <a:ext uri="{FF2B5EF4-FFF2-40B4-BE49-F238E27FC236}">
                  <a16:creationId xmlns:a16="http://schemas.microsoft.com/office/drawing/2014/main" id="{2E27E821-BC3B-5783-A5CE-B3E8CBE17C7D}"/>
                </a:ext>
              </a:extLst>
            </p:cNvPr>
            <p:cNvSpPr/>
            <p:nvPr/>
          </p:nvSpPr>
          <p:spPr>
            <a:xfrm>
              <a:off x="91949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3" name="L3 cell 1-8">
              <a:extLst>
                <a:ext uri="{FF2B5EF4-FFF2-40B4-BE49-F238E27FC236}">
                  <a16:creationId xmlns:a16="http://schemas.microsoft.com/office/drawing/2014/main" id="{3369B147-A061-C96E-5760-353AA6AD9772}"/>
                </a:ext>
              </a:extLst>
            </p:cNvPr>
            <p:cNvSpPr/>
            <p:nvPr/>
          </p:nvSpPr>
          <p:spPr>
            <a:xfrm>
              <a:off x="92806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4" name="L3 cell 1-9">
              <a:extLst>
                <a:ext uri="{FF2B5EF4-FFF2-40B4-BE49-F238E27FC236}">
                  <a16:creationId xmlns:a16="http://schemas.microsoft.com/office/drawing/2014/main" id="{6DBE2025-1922-DB79-5DD0-B18371E6EF47}"/>
                </a:ext>
              </a:extLst>
            </p:cNvPr>
            <p:cNvSpPr/>
            <p:nvPr/>
          </p:nvSpPr>
          <p:spPr>
            <a:xfrm>
              <a:off x="93664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5" name="L3 cell 1-10">
              <a:extLst>
                <a:ext uri="{FF2B5EF4-FFF2-40B4-BE49-F238E27FC236}">
                  <a16:creationId xmlns:a16="http://schemas.microsoft.com/office/drawing/2014/main" id="{937A0B9B-DA78-B06C-126F-EC4ED816187A}"/>
                </a:ext>
              </a:extLst>
            </p:cNvPr>
            <p:cNvSpPr/>
            <p:nvPr/>
          </p:nvSpPr>
          <p:spPr>
            <a:xfrm>
              <a:off x="94521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6" name="L3 cell 1-11">
              <a:extLst>
                <a:ext uri="{FF2B5EF4-FFF2-40B4-BE49-F238E27FC236}">
                  <a16:creationId xmlns:a16="http://schemas.microsoft.com/office/drawing/2014/main" id="{F1C43A00-60E1-F154-C29D-75EFA60BCCC1}"/>
                </a:ext>
              </a:extLst>
            </p:cNvPr>
            <p:cNvSpPr/>
            <p:nvPr/>
          </p:nvSpPr>
          <p:spPr>
            <a:xfrm>
              <a:off x="95378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7" name="L3 cell 1-12">
              <a:extLst>
                <a:ext uri="{FF2B5EF4-FFF2-40B4-BE49-F238E27FC236}">
                  <a16:creationId xmlns:a16="http://schemas.microsoft.com/office/drawing/2014/main" id="{186FFD8C-075B-3480-CC78-E24D2F27E5E2}"/>
                </a:ext>
              </a:extLst>
            </p:cNvPr>
            <p:cNvSpPr/>
            <p:nvPr/>
          </p:nvSpPr>
          <p:spPr>
            <a:xfrm>
              <a:off x="96235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8" name="L3 cell 1-13">
              <a:extLst>
                <a:ext uri="{FF2B5EF4-FFF2-40B4-BE49-F238E27FC236}">
                  <a16:creationId xmlns:a16="http://schemas.microsoft.com/office/drawing/2014/main" id="{27ED1BE0-725F-D50D-B139-E19098AF66DC}"/>
                </a:ext>
              </a:extLst>
            </p:cNvPr>
            <p:cNvSpPr/>
            <p:nvPr/>
          </p:nvSpPr>
          <p:spPr>
            <a:xfrm>
              <a:off x="97093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69" name="L3 cell 1-14">
              <a:extLst>
                <a:ext uri="{FF2B5EF4-FFF2-40B4-BE49-F238E27FC236}">
                  <a16:creationId xmlns:a16="http://schemas.microsoft.com/office/drawing/2014/main" id="{BF0CF617-03DC-188A-1CF8-59C12A2227FF}"/>
                </a:ext>
              </a:extLst>
            </p:cNvPr>
            <p:cNvSpPr/>
            <p:nvPr/>
          </p:nvSpPr>
          <p:spPr>
            <a:xfrm>
              <a:off x="97950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0" name="L3 cell 1-15">
              <a:extLst>
                <a:ext uri="{FF2B5EF4-FFF2-40B4-BE49-F238E27FC236}">
                  <a16:creationId xmlns:a16="http://schemas.microsoft.com/office/drawing/2014/main" id="{C7C40387-DE29-6E54-0A03-5BD3CAD30BA8}"/>
                </a:ext>
              </a:extLst>
            </p:cNvPr>
            <p:cNvSpPr/>
            <p:nvPr/>
          </p:nvSpPr>
          <p:spPr>
            <a:xfrm>
              <a:off x="98807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1" name="L3 cell 1-16">
              <a:extLst>
                <a:ext uri="{FF2B5EF4-FFF2-40B4-BE49-F238E27FC236}">
                  <a16:creationId xmlns:a16="http://schemas.microsoft.com/office/drawing/2014/main" id="{012FB67F-12F2-4C91-2709-C8B80442B8F1}"/>
                </a:ext>
              </a:extLst>
            </p:cNvPr>
            <p:cNvSpPr/>
            <p:nvPr/>
          </p:nvSpPr>
          <p:spPr>
            <a:xfrm>
              <a:off x="99664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2" name="L3 cell 1-17">
              <a:extLst>
                <a:ext uri="{FF2B5EF4-FFF2-40B4-BE49-F238E27FC236}">
                  <a16:creationId xmlns:a16="http://schemas.microsoft.com/office/drawing/2014/main" id="{95F35DAD-0A2E-D37B-466D-31673A2AB5CD}"/>
                </a:ext>
              </a:extLst>
            </p:cNvPr>
            <p:cNvSpPr/>
            <p:nvPr/>
          </p:nvSpPr>
          <p:spPr>
            <a:xfrm>
              <a:off x="100522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3" name="L3 cell 1-18">
              <a:extLst>
                <a:ext uri="{FF2B5EF4-FFF2-40B4-BE49-F238E27FC236}">
                  <a16:creationId xmlns:a16="http://schemas.microsoft.com/office/drawing/2014/main" id="{C2617914-7B37-596D-BD15-9257B8CE94D5}"/>
                </a:ext>
              </a:extLst>
            </p:cNvPr>
            <p:cNvSpPr/>
            <p:nvPr/>
          </p:nvSpPr>
          <p:spPr>
            <a:xfrm>
              <a:off x="1013793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4" name="L3 cell 1-19">
              <a:extLst>
                <a:ext uri="{FF2B5EF4-FFF2-40B4-BE49-F238E27FC236}">
                  <a16:creationId xmlns:a16="http://schemas.microsoft.com/office/drawing/2014/main" id="{1E0DDB35-0216-C9D4-5F5A-1A721A2504F4}"/>
                </a:ext>
              </a:extLst>
            </p:cNvPr>
            <p:cNvSpPr/>
            <p:nvPr/>
          </p:nvSpPr>
          <p:spPr>
            <a:xfrm>
              <a:off x="1022365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5" name="L3 cell 1-20">
              <a:extLst>
                <a:ext uri="{FF2B5EF4-FFF2-40B4-BE49-F238E27FC236}">
                  <a16:creationId xmlns:a16="http://schemas.microsoft.com/office/drawing/2014/main" id="{211FDC8F-6100-1CAA-8CD6-3B94FE94E585}"/>
                </a:ext>
              </a:extLst>
            </p:cNvPr>
            <p:cNvSpPr/>
            <p:nvPr/>
          </p:nvSpPr>
          <p:spPr>
            <a:xfrm>
              <a:off x="10309384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6" name="L3 cell 1-21">
              <a:extLst>
                <a:ext uri="{FF2B5EF4-FFF2-40B4-BE49-F238E27FC236}">
                  <a16:creationId xmlns:a16="http://schemas.microsoft.com/office/drawing/2014/main" id="{AEDB00A2-14C6-E363-40AD-AC9403C109AD}"/>
                </a:ext>
              </a:extLst>
            </p:cNvPr>
            <p:cNvSpPr/>
            <p:nvPr/>
          </p:nvSpPr>
          <p:spPr>
            <a:xfrm>
              <a:off x="10395109" y="242268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7" name="L3 cell 2-0">
              <a:extLst>
                <a:ext uri="{FF2B5EF4-FFF2-40B4-BE49-F238E27FC236}">
                  <a16:creationId xmlns:a16="http://schemas.microsoft.com/office/drawing/2014/main" id="{94F9C1A3-9B98-BA4F-9302-E2FE3DA394EC}"/>
                </a:ext>
              </a:extLst>
            </p:cNvPr>
            <p:cNvSpPr/>
            <p:nvPr/>
          </p:nvSpPr>
          <p:spPr>
            <a:xfrm>
              <a:off x="85948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8" name="L3 cell 2-1">
              <a:extLst>
                <a:ext uri="{FF2B5EF4-FFF2-40B4-BE49-F238E27FC236}">
                  <a16:creationId xmlns:a16="http://schemas.microsoft.com/office/drawing/2014/main" id="{2786BFB6-1495-168C-C1EF-A3D859366685}"/>
                </a:ext>
              </a:extLst>
            </p:cNvPr>
            <p:cNvSpPr/>
            <p:nvPr/>
          </p:nvSpPr>
          <p:spPr>
            <a:xfrm>
              <a:off x="86806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79" name="L3 cell 2-2">
              <a:extLst>
                <a:ext uri="{FF2B5EF4-FFF2-40B4-BE49-F238E27FC236}">
                  <a16:creationId xmlns:a16="http://schemas.microsoft.com/office/drawing/2014/main" id="{8F547073-C26C-B3DD-63CF-471CEBF05753}"/>
                </a:ext>
              </a:extLst>
            </p:cNvPr>
            <p:cNvSpPr/>
            <p:nvPr/>
          </p:nvSpPr>
          <p:spPr>
            <a:xfrm>
              <a:off x="87663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0" name="L3 cell 2-3">
              <a:extLst>
                <a:ext uri="{FF2B5EF4-FFF2-40B4-BE49-F238E27FC236}">
                  <a16:creationId xmlns:a16="http://schemas.microsoft.com/office/drawing/2014/main" id="{C69A47D6-54FE-5605-D2DB-69450D4CE43C}"/>
                </a:ext>
              </a:extLst>
            </p:cNvPr>
            <p:cNvSpPr/>
            <p:nvPr/>
          </p:nvSpPr>
          <p:spPr>
            <a:xfrm>
              <a:off x="88520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1" name="L3 cell 2-4">
              <a:extLst>
                <a:ext uri="{FF2B5EF4-FFF2-40B4-BE49-F238E27FC236}">
                  <a16:creationId xmlns:a16="http://schemas.microsoft.com/office/drawing/2014/main" id="{FAE94B1F-4FF7-259A-D2AB-CE8828CF932D}"/>
                </a:ext>
              </a:extLst>
            </p:cNvPr>
            <p:cNvSpPr/>
            <p:nvPr/>
          </p:nvSpPr>
          <p:spPr>
            <a:xfrm>
              <a:off x="89377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2" name="L3 cell 2-5">
              <a:extLst>
                <a:ext uri="{FF2B5EF4-FFF2-40B4-BE49-F238E27FC236}">
                  <a16:creationId xmlns:a16="http://schemas.microsoft.com/office/drawing/2014/main" id="{B4C37694-98E6-B971-FA83-4637B0E0DE81}"/>
                </a:ext>
              </a:extLst>
            </p:cNvPr>
            <p:cNvSpPr/>
            <p:nvPr/>
          </p:nvSpPr>
          <p:spPr>
            <a:xfrm>
              <a:off x="90235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3" name="L3 cell 2-6">
              <a:extLst>
                <a:ext uri="{FF2B5EF4-FFF2-40B4-BE49-F238E27FC236}">
                  <a16:creationId xmlns:a16="http://schemas.microsoft.com/office/drawing/2014/main" id="{100FAC9D-3C05-3376-ED97-5A90D7F3775B}"/>
                </a:ext>
              </a:extLst>
            </p:cNvPr>
            <p:cNvSpPr/>
            <p:nvPr/>
          </p:nvSpPr>
          <p:spPr>
            <a:xfrm>
              <a:off x="91092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4" name="L3 cell 2-7">
              <a:extLst>
                <a:ext uri="{FF2B5EF4-FFF2-40B4-BE49-F238E27FC236}">
                  <a16:creationId xmlns:a16="http://schemas.microsoft.com/office/drawing/2014/main" id="{5FF34933-1A53-0E4C-5507-511B341E5980}"/>
                </a:ext>
              </a:extLst>
            </p:cNvPr>
            <p:cNvSpPr/>
            <p:nvPr/>
          </p:nvSpPr>
          <p:spPr>
            <a:xfrm>
              <a:off x="91949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5" name="L3 cell 2-8">
              <a:extLst>
                <a:ext uri="{FF2B5EF4-FFF2-40B4-BE49-F238E27FC236}">
                  <a16:creationId xmlns:a16="http://schemas.microsoft.com/office/drawing/2014/main" id="{4CA3DC95-7DFE-32E6-E6D6-053D602DF510}"/>
                </a:ext>
              </a:extLst>
            </p:cNvPr>
            <p:cNvSpPr/>
            <p:nvPr/>
          </p:nvSpPr>
          <p:spPr>
            <a:xfrm>
              <a:off x="92806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6" name="L3 cell 2-9">
              <a:extLst>
                <a:ext uri="{FF2B5EF4-FFF2-40B4-BE49-F238E27FC236}">
                  <a16:creationId xmlns:a16="http://schemas.microsoft.com/office/drawing/2014/main" id="{8F92C7F5-6B4E-6416-3C2B-60428F41850E}"/>
                </a:ext>
              </a:extLst>
            </p:cNvPr>
            <p:cNvSpPr/>
            <p:nvPr/>
          </p:nvSpPr>
          <p:spPr>
            <a:xfrm>
              <a:off x="93664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7" name="L3 cell 2-10">
              <a:extLst>
                <a:ext uri="{FF2B5EF4-FFF2-40B4-BE49-F238E27FC236}">
                  <a16:creationId xmlns:a16="http://schemas.microsoft.com/office/drawing/2014/main" id="{EE6696B7-54EF-DDF6-A783-E1769B745F8D}"/>
                </a:ext>
              </a:extLst>
            </p:cNvPr>
            <p:cNvSpPr/>
            <p:nvPr/>
          </p:nvSpPr>
          <p:spPr>
            <a:xfrm>
              <a:off x="94521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8" name="L3 cell 2-11">
              <a:extLst>
                <a:ext uri="{FF2B5EF4-FFF2-40B4-BE49-F238E27FC236}">
                  <a16:creationId xmlns:a16="http://schemas.microsoft.com/office/drawing/2014/main" id="{C909524D-7B90-EE7F-90C1-A3D446188A3B}"/>
                </a:ext>
              </a:extLst>
            </p:cNvPr>
            <p:cNvSpPr/>
            <p:nvPr/>
          </p:nvSpPr>
          <p:spPr>
            <a:xfrm>
              <a:off x="95378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89" name="L3 cell 2-12">
              <a:extLst>
                <a:ext uri="{FF2B5EF4-FFF2-40B4-BE49-F238E27FC236}">
                  <a16:creationId xmlns:a16="http://schemas.microsoft.com/office/drawing/2014/main" id="{C847239D-D53E-4AFC-ED82-B84B2BA8C47C}"/>
                </a:ext>
              </a:extLst>
            </p:cNvPr>
            <p:cNvSpPr/>
            <p:nvPr/>
          </p:nvSpPr>
          <p:spPr>
            <a:xfrm>
              <a:off x="96235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0" name="L3 cell 2-13">
              <a:extLst>
                <a:ext uri="{FF2B5EF4-FFF2-40B4-BE49-F238E27FC236}">
                  <a16:creationId xmlns:a16="http://schemas.microsoft.com/office/drawing/2014/main" id="{0D00C210-D120-6377-02E9-6E5C0AB667F6}"/>
                </a:ext>
              </a:extLst>
            </p:cNvPr>
            <p:cNvSpPr/>
            <p:nvPr/>
          </p:nvSpPr>
          <p:spPr>
            <a:xfrm>
              <a:off x="97093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1" name="L3 cell 2-14">
              <a:extLst>
                <a:ext uri="{FF2B5EF4-FFF2-40B4-BE49-F238E27FC236}">
                  <a16:creationId xmlns:a16="http://schemas.microsoft.com/office/drawing/2014/main" id="{CCCE6C97-ECEE-DCFE-A84F-110FA611F38C}"/>
                </a:ext>
              </a:extLst>
            </p:cNvPr>
            <p:cNvSpPr/>
            <p:nvPr/>
          </p:nvSpPr>
          <p:spPr>
            <a:xfrm>
              <a:off x="97950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2" name="L3 cell 2-15">
              <a:extLst>
                <a:ext uri="{FF2B5EF4-FFF2-40B4-BE49-F238E27FC236}">
                  <a16:creationId xmlns:a16="http://schemas.microsoft.com/office/drawing/2014/main" id="{0BFE572B-0712-8E13-6322-5FB5A932F1FA}"/>
                </a:ext>
              </a:extLst>
            </p:cNvPr>
            <p:cNvSpPr/>
            <p:nvPr/>
          </p:nvSpPr>
          <p:spPr>
            <a:xfrm>
              <a:off x="98807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3" name="L3 cell 2-16">
              <a:extLst>
                <a:ext uri="{FF2B5EF4-FFF2-40B4-BE49-F238E27FC236}">
                  <a16:creationId xmlns:a16="http://schemas.microsoft.com/office/drawing/2014/main" id="{F2574495-D5B9-0A76-7CF4-529CEE28417B}"/>
                </a:ext>
              </a:extLst>
            </p:cNvPr>
            <p:cNvSpPr/>
            <p:nvPr/>
          </p:nvSpPr>
          <p:spPr>
            <a:xfrm>
              <a:off x="99664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4" name="L3 cell 2-17">
              <a:extLst>
                <a:ext uri="{FF2B5EF4-FFF2-40B4-BE49-F238E27FC236}">
                  <a16:creationId xmlns:a16="http://schemas.microsoft.com/office/drawing/2014/main" id="{46274318-BA7C-12D3-AD74-FE6642728A3C}"/>
                </a:ext>
              </a:extLst>
            </p:cNvPr>
            <p:cNvSpPr/>
            <p:nvPr/>
          </p:nvSpPr>
          <p:spPr>
            <a:xfrm>
              <a:off x="100522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5" name="L3 cell 2-18">
              <a:extLst>
                <a:ext uri="{FF2B5EF4-FFF2-40B4-BE49-F238E27FC236}">
                  <a16:creationId xmlns:a16="http://schemas.microsoft.com/office/drawing/2014/main" id="{70707432-AE99-E6C0-1109-CE24A9CB00F3}"/>
                </a:ext>
              </a:extLst>
            </p:cNvPr>
            <p:cNvSpPr/>
            <p:nvPr/>
          </p:nvSpPr>
          <p:spPr>
            <a:xfrm>
              <a:off x="1013793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6" name="L3 cell 2-19">
              <a:extLst>
                <a:ext uri="{FF2B5EF4-FFF2-40B4-BE49-F238E27FC236}">
                  <a16:creationId xmlns:a16="http://schemas.microsoft.com/office/drawing/2014/main" id="{A1538D00-B4FA-A3E5-4BBE-A03DACF2FCD1}"/>
                </a:ext>
              </a:extLst>
            </p:cNvPr>
            <p:cNvSpPr/>
            <p:nvPr/>
          </p:nvSpPr>
          <p:spPr>
            <a:xfrm>
              <a:off x="1022365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7" name="L3 cell 2-20">
              <a:extLst>
                <a:ext uri="{FF2B5EF4-FFF2-40B4-BE49-F238E27FC236}">
                  <a16:creationId xmlns:a16="http://schemas.microsoft.com/office/drawing/2014/main" id="{C76A11ED-F177-1D1B-C387-C93153D60D4F}"/>
                </a:ext>
              </a:extLst>
            </p:cNvPr>
            <p:cNvSpPr/>
            <p:nvPr/>
          </p:nvSpPr>
          <p:spPr>
            <a:xfrm>
              <a:off x="10309384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8" name="L3 cell 2-21">
              <a:extLst>
                <a:ext uri="{FF2B5EF4-FFF2-40B4-BE49-F238E27FC236}">
                  <a16:creationId xmlns:a16="http://schemas.microsoft.com/office/drawing/2014/main" id="{EF591B7B-EE19-32F0-3E06-9FBC53E111DC}"/>
                </a:ext>
              </a:extLst>
            </p:cNvPr>
            <p:cNvSpPr/>
            <p:nvPr/>
          </p:nvSpPr>
          <p:spPr>
            <a:xfrm>
              <a:off x="10395109" y="2508409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199" name="L3 cell 3-0">
              <a:extLst>
                <a:ext uri="{FF2B5EF4-FFF2-40B4-BE49-F238E27FC236}">
                  <a16:creationId xmlns:a16="http://schemas.microsoft.com/office/drawing/2014/main" id="{744C07E1-070A-7B3C-1748-0038871B8816}"/>
                </a:ext>
              </a:extLst>
            </p:cNvPr>
            <p:cNvSpPr/>
            <p:nvPr/>
          </p:nvSpPr>
          <p:spPr>
            <a:xfrm>
              <a:off x="85948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0" name="L3 cell 3-1">
              <a:extLst>
                <a:ext uri="{FF2B5EF4-FFF2-40B4-BE49-F238E27FC236}">
                  <a16:creationId xmlns:a16="http://schemas.microsoft.com/office/drawing/2014/main" id="{0FE4121E-B097-01A5-E620-D18963C9E0D7}"/>
                </a:ext>
              </a:extLst>
            </p:cNvPr>
            <p:cNvSpPr/>
            <p:nvPr/>
          </p:nvSpPr>
          <p:spPr>
            <a:xfrm>
              <a:off x="86806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1" name="L3 cell 3-2">
              <a:extLst>
                <a:ext uri="{FF2B5EF4-FFF2-40B4-BE49-F238E27FC236}">
                  <a16:creationId xmlns:a16="http://schemas.microsoft.com/office/drawing/2014/main" id="{B4C95A69-6D84-6576-75D7-C52B1EC3DB7A}"/>
                </a:ext>
              </a:extLst>
            </p:cNvPr>
            <p:cNvSpPr/>
            <p:nvPr/>
          </p:nvSpPr>
          <p:spPr>
            <a:xfrm>
              <a:off x="87663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2" name="L3 cell 3-3">
              <a:extLst>
                <a:ext uri="{FF2B5EF4-FFF2-40B4-BE49-F238E27FC236}">
                  <a16:creationId xmlns:a16="http://schemas.microsoft.com/office/drawing/2014/main" id="{E4D5EBCA-033E-D6CB-5F1B-B15E2585F0ED}"/>
                </a:ext>
              </a:extLst>
            </p:cNvPr>
            <p:cNvSpPr/>
            <p:nvPr/>
          </p:nvSpPr>
          <p:spPr>
            <a:xfrm>
              <a:off x="88520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3" name="L3 cell 3-4">
              <a:extLst>
                <a:ext uri="{FF2B5EF4-FFF2-40B4-BE49-F238E27FC236}">
                  <a16:creationId xmlns:a16="http://schemas.microsoft.com/office/drawing/2014/main" id="{543F4184-6944-90F2-1CC0-2DE7A934DCFE}"/>
                </a:ext>
              </a:extLst>
            </p:cNvPr>
            <p:cNvSpPr/>
            <p:nvPr/>
          </p:nvSpPr>
          <p:spPr>
            <a:xfrm>
              <a:off x="89377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4" name="L3 cell 3-5">
              <a:extLst>
                <a:ext uri="{FF2B5EF4-FFF2-40B4-BE49-F238E27FC236}">
                  <a16:creationId xmlns:a16="http://schemas.microsoft.com/office/drawing/2014/main" id="{55D5E4CF-6349-3B13-F23E-7E61E1BD2A16}"/>
                </a:ext>
              </a:extLst>
            </p:cNvPr>
            <p:cNvSpPr/>
            <p:nvPr/>
          </p:nvSpPr>
          <p:spPr>
            <a:xfrm>
              <a:off x="90235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5" name="L3 cell 3-6">
              <a:extLst>
                <a:ext uri="{FF2B5EF4-FFF2-40B4-BE49-F238E27FC236}">
                  <a16:creationId xmlns:a16="http://schemas.microsoft.com/office/drawing/2014/main" id="{820E3857-7191-19A9-DB74-28BABB59BFCE}"/>
                </a:ext>
              </a:extLst>
            </p:cNvPr>
            <p:cNvSpPr/>
            <p:nvPr/>
          </p:nvSpPr>
          <p:spPr>
            <a:xfrm>
              <a:off x="91092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6" name="L3 cell 3-7">
              <a:extLst>
                <a:ext uri="{FF2B5EF4-FFF2-40B4-BE49-F238E27FC236}">
                  <a16:creationId xmlns:a16="http://schemas.microsoft.com/office/drawing/2014/main" id="{2528F73C-B2A2-1586-76D4-98924C29D911}"/>
                </a:ext>
              </a:extLst>
            </p:cNvPr>
            <p:cNvSpPr/>
            <p:nvPr/>
          </p:nvSpPr>
          <p:spPr>
            <a:xfrm>
              <a:off x="91949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7" name="L3 cell 3-8">
              <a:extLst>
                <a:ext uri="{FF2B5EF4-FFF2-40B4-BE49-F238E27FC236}">
                  <a16:creationId xmlns:a16="http://schemas.microsoft.com/office/drawing/2014/main" id="{89BDC737-C393-A1B9-5857-886F6F0D44D8}"/>
                </a:ext>
              </a:extLst>
            </p:cNvPr>
            <p:cNvSpPr/>
            <p:nvPr/>
          </p:nvSpPr>
          <p:spPr>
            <a:xfrm>
              <a:off x="92806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8" name="L3 cell 3-9">
              <a:extLst>
                <a:ext uri="{FF2B5EF4-FFF2-40B4-BE49-F238E27FC236}">
                  <a16:creationId xmlns:a16="http://schemas.microsoft.com/office/drawing/2014/main" id="{EB019A3F-E893-2AB7-67C1-31E494D0F991}"/>
                </a:ext>
              </a:extLst>
            </p:cNvPr>
            <p:cNvSpPr/>
            <p:nvPr/>
          </p:nvSpPr>
          <p:spPr>
            <a:xfrm>
              <a:off x="93664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09" name="L3 cell 3-10">
              <a:extLst>
                <a:ext uri="{FF2B5EF4-FFF2-40B4-BE49-F238E27FC236}">
                  <a16:creationId xmlns:a16="http://schemas.microsoft.com/office/drawing/2014/main" id="{996413E3-B555-8ED9-774C-798D43D3EF9B}"/>
                </a:ext>
              </a:extLst>
            </p:cNvPr>
            <p:cNvSpPr/>
            <p:nvPr/>
          </p:nvSpPr>
          <p:spPr>
            <a:xfrm>
              <a:off x="94521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0" name="L3 cell 3-11">
              <a:extLst>
                <a:ext uri="{FF2B5EF4-FFF2-40B4-BE49-F238E27FC236}">
                  <a16:creationId xmlns:a16="http://schemas.microsoft.com/office/drawing/2014/main" id="{A0BE72B9-6A35-C793-4163-39B5C1AFE9AB}"/>
                </a:ext>
              </a:extLst>
            </p:cNvPr>
            <p:cNvSpPr/>
            <p:nvPr/>
          </p:nvSpPr>
          <p:spPr>
            <a:xfrm>
              <a:off x="95378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1" name="L3 cell 3-12">
              <a:extLst>
                <a:ext uri="{FF2B5EF4-FFF2-40B4-BE49-F238E27FC236}">
                  <a16:creationId xmlns:a16="http://schemas.microsoft.com/office/drawing/2014/main" id="{AA4F6492-2941-F29F-C37F-1DD748476F02}"/>
                </a:ext>
              </a:extLst>
            </p:cNvPr>
            <p:cNvSpPr/>
            <p:nvPr/>
          </p:nvSpPr>
          <p:spPr>
            <a:xfrm>
              <a:off x="96235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2" name="L3 cell 3-13">
              <a:extLst>
                <a:ext uri="{FF2B5EF4-FFF2-40B4-BE49-F238E27FC236}">
                  <a16:creationId xmlns:a16="http://schemas.microsoft.com/office/drawing/2014/main" id="{53C5A46F-3772-B0A8-0C14-7A05AA8E2A58}"/>
                </a:ext>
              </a:extLst>
            </p:cNvPr>
            <p:cNvSpPr/>
            <p:nvPr/>
          </p:nvSpPr>
          <p:spPr>
            <a:xfrm>
              <a:off x="97093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3" name="L3 cell 3-14">
              <a:extLst>
                <a:ext uri="{FF2B5EF4-FFF2-40B4-BE49-F238E27FC236}">
                  <a16:creationId xmlns:a16="http://schemas.microsoft.com/office/drawing/2014/main" id="{75C8BE7A-63F9-19FD-FA77-876EA714A3CE}"/>
                </a:ext>
              </a:extLst>
            </p:cNvPr>
            <p:cNvSpPr/>
            <p:nvPr/>
          </p:nvSpPr>
          <p:spPr>
            <a:xfrm>
              <a:off x="97950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4" name="L3 cell 3-15">
              <a:extLst>
                <a:ext uri="{FF2B5EF4-FFF2-40B4-BE49-F238E27FC236}">
                  <a16:creationId xmlns:a16="http://schemas.microsoft.com/office/drawing/2014/main" id="{96BC8418-6314-9884-5E8B-E6DC16E80BCB}"/>
                </a:ext>
              </a:extLst>
            </p:cNvPr>
            <p:cNvSpPr/>
            <p:nvPr/>
          </p:nvSpPr>
          <p:spPr>
            <a:xfrm>
              <a:off x="98807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5" name="L3 cell 3-16">
              <a:extLst>
                <a:ext uri="{FF2B5EF4-FFF2-40B4-BE49-F238E27FC236}">
                  <a16:creationId xmlns:a16="http://schemas.microsoft.com/office/drawing/2014/main" id="{D9973704-AACE-B58D-BD95-D23A6759DA53}"/>
                </a:ext>
              </a:extLst>
            </p:cNvPr>
            <p:cNvSpPr/>
            <p:nvPr/>
          </p:nvSpPr>
          <p:spPr>
            <a:xfrm>
              <a:off x="99664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6" name="L3 cell 3-17">
              <a:extLst>
                <a:ext uri="{FF2B5EF4-FFF2-40B4-BE49-F238E27FC236}">
                  <a16:creationId xmlns:a16="http://schemas.microsoft.com/office/drawing/2014/main" id="{AE76BF77-FFB9-BF5E-7CFA-4AF7DE9FB1E4}"/>
                </a:ext>
              </a:extLst>
            </p:cNvPr>
            <p:cNvSpPr/>
            <p:nvPr/>
          </p:nvSpPr>
          <p:spPr>
            <a:xfrm>
              <a:off x="100522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7" name="L3 cell 3-18">
              <a:extLst>
                <a:ext uri="{FF2B5EF4-FFF2-40B4-BE49-F238E27FC236}">
                  <a16:creationId xmlns:a16="http://schemas.microsoft.com/office/drawing/2014/main" id="{7D758792-EBEC-C82E-8C6C-2ADFDDFF08D6}"/>
                </a:ext>
              </a:extLst>
            </p:cNvPr>
            <p:cNvSpPr/>
            <p:nvPr/>
          </p:nvSpPr>
          <p:spPr>
            <a:xfrm>
              <a:off x="1013793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8" name="L3 cell 3-19">
              <a:extLst>
                <a:ext uri="{FF2B5EF4-FFF2-40B4-BE49-F238E27FC236}">
                  <a16:creationId xmlns:a16="http://schemas.microsoft.com/office/drawing/2014/main" id="{30714198-7EA3-11B9-9AD9-66A1335EFE23}"/>
                </a:ext>
              </a:extLst>
            </p:cNvPr>
            <p:cNvSpPr/>
            <p:nvPr/>
          </p:nvSpPr>
          <p:spPr>
            <a:xfrm>
              <a:off x="1022365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19" name="L3 cell 3-20">
              <a:extLst>
                <a:ext uri="{FF2B5EF4-FFF2-40B4-BE49-F238E27FC236}">
                  <a16:creationId xmlns:a16="http://schemas.microsoft.com/office/drawing/2014/main" id="{DAD8C1B8-F95E-078C-31D5-B7FA3FFA9857}"/>
                </a:ext>
              </a:extLst>
            </p:cNvPr>
            <p:cNvSpPr/>
            <p:nvPr/>
          </p:nvSpPr>
          <p:spPr>
            <a:xfrm>
              <a:off x="10309384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0" name="L3 cell 3-21">
              <a:extLst>
                <a:ext uri="{FF2B5EF4-FFF2-40B4-BE49-F238E27FC236}">
                  <a16:creationId xmlns:a16="http://schemas.microsoft.com/office/drawing/2014/main" id="{CF80C1C6-2BFF-6C3C-7C97-3ED2C6C05E8E}"/>
                </a:ext>
              </a:extLst>
            </p:cNvPr>
            <p:cNvSpPr/>
            <p:nvPr/>
          </p:nvSpPr>
          <p:spPr>
            <a:xfrm>
              <a:off x="10395109" y="2594134"/>
              <a:ext cx="60008" cy="6000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  <p:sp>
          <p:nvSpPr>
            <p:cNvPr id="221" name="L3 label">
              <a:extLst>
                <a:ext uri="{FF2B5EF4-FFF2-40B4-BE49-F238E27FC236}">
                  <a16:creationId xmlns:a16="http://schemas.microsoft.com/office/drawing/2014/main" id="{11F6F6C9-3CB8-1491-C535-A2626FE66FDF}"/>
                </a:ext>
              </a:extLst>
            </p:cNvPr>
            <p:cNvSpPr/>
            <p:nvPr/>
          </p:nvSpPr>
          <p:spPr>
            <a:xfrm>
              <a:off x="9027795" y="2418398"/>
              <a:ext cx="994410" cy="154305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9525">
              <a:solidFill>
                <a:schemeClr val="accent1">
                  <a:alpha val="55000"/>
                </a:schemeClr>
              </a:solidFill>
            </a:ln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0" cap="none" spc="5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sym typeface="Helvetica"/>
                </a:rPr>
                <a:t>SHARED L3</a:t>
              </a:r>
              <a:endPara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F1B2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endParaRPr>
            </a:p>
          </p:txBody>
        </p:sp>
      </p:grpSp>
      <p:sp>
        <p:nvSpPr>
          <p:cNvPr id="248" name="Logo strip">
            <a:extLst>
              <a:ext uri="{FF2B5EF4-FFF2-40B4-BE49-F238E27FC236}">
                <a16:creationId xmlns:a16="http://schemas.microsoft.com/office/drawing/2014/main" id="{89F51AAD-006A-ABD9-725B-63AFC2F64FF4}"/>
              </a:ext>
            </a:extLst>
          </p:cNvPr>
          <p:cNvSpPr/>
          <p:nvPr/>
        </p:nvSpPr>
        <p:spPr>
          <a:xfrm>
            <a:off x="609600" y="533400"/>
            <a:ext cx="4343400" cy="685800"/>
          </a:xfrm>
          <a:prstGeom prst="roundRect">
            <a:avLst>
              <a:gd name="adj" fmla="val 19444"/>
            </a:avLst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49" name="MEST logo" descr="MEST — National Microelectronics Security Training Center">
            <a:extLst>
              <a:ext uri="{FF2B5EF4-FFF2-40B4-BE49-F238E27FC236}">
                <a16:creationId xmlns:a16="http://schemas.microsoft.com/office/drawing/2014/main" id="{5567CB81-DF61-469B-B492-EB339339C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647700"/>
            <a:ext cx="457200" cy="457200"/>
          </a:xfrm>
          <a:prstGeom prst="rect">
            <a:avLst/>
          </a:prstGeom>
        </p:spPr>
      </p:pic>
      <p:sp>
        <p:nvSpPr>
          <p:cNvPr id="250" name="Logo divider 1">
            <a:extLst>
              <a:ext uri="{FF2B5EF4-FFF2-40B4-BE49-F238E27FC236}">
                <a16:creationId xmlns:a16="http://schemas.microsoft.com/office/drawing/2014/main" id="{A35DC295-1179-5E63-6084-E139DF7213C4}"/>
              </a:ext>
            </a:extLst>
          </p:cNvPr>
          <p:cNvSpPr/>
          <p:nvPr/>
        </p:nvSpPr>
        <p:spPr>
          <a:xfrm>
            <a:off x="1390650" y="723900"/>
            <a:ext cx="0" cy="30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1" name="FIU logo" descr="Florida International University">
            <a:extLst>
              <a:ext uri="{FF2B5EF4-FFF2-40B4-BE49-F238E27FC236}">
                <a16:creationId xmlns:a16="http://schemas.microsoft.com/office/drawing/2014/main" id="{68859C57-A197-9347-7875-1972FFB60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2575" y="723900"/>
            <a:ext cx="1604211" cy="304800"/>
          </a:xfrm>
          <a:prstGeom prst="rect">
            <a:avLst/>
          </a:prstGeom>
        </p:spPr>
      </p:pic>
      <p:sp>
        <p:nvSpPr>
          <p:cNvPr id="252" name="Logo divider 2">
            <a:extLst>
              <a:ext uri="{FF2B5EF4-FFF2-40B4-BE49-F238E27FC236}">
                <a16:creationId xmlns:a16="http://schemas.microsoft.com/office/drawing/2014/main" id="{B0F331E4-23C0-9226-3E36-4366C1BEF82F}"/>
              </a:ext>
            </a:extLst>
          </p:cNvPr>
          <p:cNvSpPr/>
          <p:nvPr/>
        </p:nvSpPr>
        <p:spPr>
          <a:xfrm>
            <a:off x="3305175" y="723900"/>
            <a:ext cx="0" cy="30480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pic>
        <p:nvPicPr>
          <p:cNvPr id="253" name="SeRLoP logo" descr="SeRLoP Research">
            <a:extLst>
              <a:ext uri="{FF2B5EF4-FFF2-40B4-BE49-F238E27FC236}">
                <a16:creationId xmlns:a16="http://schemas.microsoft.com/office/drawing/2014/main" id="{EB26EA22-B67F-4B49-B4AC-0007C883F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795338"/>
            <a:ext cx="1295400" cy="161925"/>
          </a:xfrm>
          <a:prstGeom prst="rect">
            <a:avLst/>
          </a:prstGeom>
        </p:spPr>
      </p:pic>
      <p:sp>
        <p:nvSpPr>
          <p:cNvPr id="254" name="Kicker">
            <a:extLst>
              <a:ext uri="{FF2B5EF4-FFF2-40B4-BE49-F238E27FC236}">
                <a16:creationId xmlns:a16="http://schemas.microsoft.com/office/drawing/2014/main" id="{A50D81DA-2E2A-4C93-D195-5B6CCB4BBDD5}"/>
              </a:ext>
            </a:extLst>
          </p:cNvPr>
          <p:cNvSpPr txBox="1"/>
          <p:nvPr/>
        </p:nvSpPr>
        <p:spPr>
          <a:xfrm>
            <a:off x="609600" y="1638300"/>
            <a:ext cx="628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E2B04A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NEXT-GEN COMPUTING &amp; HARDWARE SECURITY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55" name="Text 0">
            <a:extLst>
              <a:ext uri="{FF2B5EF4-FFF2-40B4-BE49-F238E27FC236}">
                <a16:creationId xmlns:a16="http://schemas.microsoft.com/office/drawing/2014/main" id="{D0C554D3-6ABD-6469-D240-8ED59F37D3EF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609600" y="1962150"/>
            <a:ext cx="6572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4800"/>
              </a:lnSpc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gem5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Subtitle">
            <a:extLst>
              <a:ext uri="{FF2B5EF4-FFF2-40B4-BE49-F238E27FC236}">
                <a16:creationId xmlns:a16="http://schemas.microsoft.com/office/drawing/2014/main" id="{1F27BCC6-5C5B-FCFC-E6D6-F5E021602271}"/>
              </a:ext>
            </a:extLst>
          </p:cNvPr>
          <p:cNvSpPr txBox="1"/>
          <p:nvPr/>
        </p:nvSpPr>
        <p:spPr>
          <a:xfrm>
            <a:off x="609600" y="339090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D3DBE8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Helvetica"/>
              </a:rPr>
              <a:t>Hands-on gem5 simulation with AI-guided learning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srgbClr val="0F1B2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268" name="Kicker">
            <a:extLst>
              <a:ext uri="{FF2B5EF4-FFF2-40B4-BE49-F238E27FC236}">
                <a16:creationId xmlns:a16="http://schemas.microsoft.com/office/drawing/2014/main" id="{06E825ED-D78B-4E4D-050C-9F22964434F9}"/>
              </a:ext>
            </a:extLst>
          </p:cNvPr>
          <p:cNvSpPr txBox="1"/>
          <p:nvPr/>
        </p:nvSpPr>
        <p:spPr>
          <a:xfrm>
            <a:off x="574416" y="4340582"/>
            <a:ext cx="6286500" cy="126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0" cap="none" spc="20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Blackadder ITC" panose="04020505051007020D02" pitchFamily="82" charset="0"/>
                <a:ea typeface="+mn-ea"/>
                <a:cs typeface="Times New Roman" panose="02020603050405020304" pitchFamily="18" charset="0"/>
                <a:sym typeface="Helvetica"/>
              </a:rPr>
              <a:t>End of the Event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Blackadder ITC" panose="04020505051007020D02" pitchFamily="82" charset="0"/>
              <a:ea typeface="+mn-ea"/>
              <a:cs typeface="Times New Roman" panose="02020603050405020304" pitchFamily="18" charset="0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243320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gem5 Workshop">
  <a:themeElements>
    <a:clrScheme name="gem5 Workshop">
      <a:dk1>
        <a:srgbClr val="0F172A"/>
      </a:dk1>
      <a:lt1>
        <a:srgbClr val="FFFFFF"/>
      </a:lt1>
      <a:dk2>
        <a:srgbClr val="475569"/>
      </a:dk2>
      <a:lt2>
        <a:srgbClr val="F8FAFC"/>
      </a:lt2>
      <a:accent1>
        <a:srgbClr val="0284C7"/>
      </a:accent1>
      <a:accent2>
        <a:srgbClr val="38BDF8"/>
      </a:accent2>
      <a:accent3>
        <a:srgbClr val="E0F2FE"/>
      </a:accent3>
      <a:accent4>
        <a:srgbClr val="E2E8F0"/>
      </a:accent4>
      <a:accent5>
        <a:srgbClr val="1E293B"/>
      </a:accent5>
      <a:accent6>
        <a:srgbClr val="334155"/>
      </a:accent6>
      <a:hlink>
        <a:srgbClr val="4F46E5"/>
      </a:hlink>
      <a:folHlink>
        <a:srgbClr val="4F46E5"/>
      </a:folHlink>
    </a:clrScheme>
    <a:fontScheme name="gem5 Worksho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em5 Workshop Promo">
  <a:themeElements>
    <a:clrScheme name="gem5 Workshop Promo">
      <a:dk1>
        <a:srgbClr val="051129"/>
      </a:dk1>
      <a:lt1>
        <a:srgbClr val="FFFFFF"/>
      </a:lt1>
      <a:dk2>
        <a:srgbClr val="0B1E46"/>
      </a:dk2>
      <a:lt2>
        <a:srgbClr val="E6EEFA"/>
      </a:lt2>
      <a:accent1>
        <a:srgbClr val="32CEF5"/>
      </a:accent1>
      <a:accent2>
        <a:srgbClr val="1E78FD"/>
      </a:accent2>
      <a:accent3>
        <a:srgbClr val="0A224F"/>
      </a:accent3>
      <a:accent4>
        <a:srgbClr val="AEC1E0"/>
      </a:accent4>
      <a:accent5>
        <a:srgbClr val="7658E4"/>
      </a:accent5>
      <a:accent6>
        <a:srgbClr val="27BD74"/>
      </a:accent6>
      <a:hlink>
        <a:srgbClr val="1D78FE"/>
      </a:hlink>
      <a:folHlink>
        <a:srgbClr val="7658E4"/>
      </a:folHlink>
    </a:clrScheme>
    <a:fontScheme name="gem5 Workshop Promo">
      <a:majorFont>
        <a:latin typeface="Segoe UI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gem5 Workshop — Title Slide">
  <a:themeElements>
    <a:clrScheme name="gem5 Workshop — Title Slide">
      <a:dk1>
        <a:srgbClr val="0B1F3F"/>
      </a:dk1>
      <a:lt1>
        <a:srgbClr val="FAF9F6"/>
      </a:lt1>
      <a:dk2>
        <a:srgbClr val="47566D"/>
      </a:dk2>
      <a:lt2>
        <a:srgbClr val="E2E3E4"/>
      </a:lt2>
      <a:accent1>
        <a:srgbClr val="C99A3E"/>
      </a:accent1>
      <a:accent2>
        <a:srgbClr val="A87C2A"/>
      </a:accent2>
      <a:accent3>
        <a:srgbClr val="D6D2C7"/>
      </a:accent3>
      <a:accent4>
        <a:srgbClr val="6B7280"/>
      </a:accent4>
      <a:accent5>
        <a:srgbClr val="4A5568"/>
      </a:accent5>
      <a:accent6>
        <a:srgbClr val="9AA0A6"/>
      </a:accent6>
      <a:hlink>
        <a:srgbClr val="0563C1"/>
      </a:hlink>
      <a:folHlink>
        <a:srgbClr val="954F72"/>
      </a:folHlink>
    </a:clrScheme>
    <a:fontScheme name="gem5 Workshop — Title Slide">
      <a:majorFont>
        <a:latin typeface="EB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gem5 Workshop — Title &amp; Closing Slides">
  <a:themeElements>
    <a:clrScheme name="gem5 Workshop — Title &amp; Closing Slides">
      <a:dk1>
        <a:srgbClr val="0B1F3F"/>
      </a:dk1>
      <a:lt1>
        <a:srgbClr val="FAF9F6"/>
      </a:lt1>
      <a:dk2>
        <a:srgbClr val="47566D"/>
      </a:dk2>
      <a:lt2>
        <a:srgbClr val="E2E3E4"/>
      </a:lt2>
      <a:accent1>
        <a:srgbClr val="C99A3E"/>
      </a:accent1>
      <a:accent2>
        <a:srgbClr val="A87C2A"/>
      </a:accent2>
      <a:accent3>
        <a:srgbClr val="4A5568"/>
      </a:accent3>
      <a:accent4>
        <a:srgbClr val="D6D2C7"/>
      </a:accent4>
      <a:accent5>
        <a:srgbClr val="6B7280"/>
      </a:accent5>
      <a:accent6>
        <a:srgbClr val="C9D4E5"/>
      </a:accent6>
      <a:hlink>
        <a:srgbClr val="0563C1"/>
      </a:hlink>
      <a:folHlink>
        <a:srgbClr val="954F72"/>
      </a:folHlink>
    </a:clrScheme>
    <a:fontScheme name="gem5 Workshop — Title &amp; Closing Slides">
      <a:majorFont>
        <a:latin typeface="EB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gem5 Workshop">
  <a:themeElements>
    <a:clrScheme name="gem5 Workshop">
      <a:dk1>
        <a:srgbClr val="0F1B2D"/>
      </a:dk1>
      <a:lt1>
        <a:srgbClr val="FFFFFF"/>
      </a:lt1>
      <a:dk2>
        <a:srgbClr val="081E3F"/>
      </a:dk2>
      <a:lt2>
        <a:srgbClr val="F1F3F7"/>
      </a:lt2>
      <a:accent1>
        <a:srgbClr val="E2B04A"/>
      </a:accent1>
      <a:accent2>
        <a:srgbClr val="8A6316"/>
      </a:accent2>
      <a:accent3>
        <a:srgbClr val="3B4759"/>
      </a:accent3>
      <a:accent4>
        <a:srgbClr val="D3DBE8"/>
      </a:accent4>
      <a:accent5>
        <a:srgbClr val="D3D9E3"/>
      </a:accent5>
      <a:accent6>
        <a:srgbClr val="1B2A4A"/>
      </a:accent6>
      <a:hlink>
        <a:srgbClr val="081E3F"/>
      </a:hlink>
      <a:folHlink>
        <a:srgbClr val="8A6316"/>
      </a:folHlink>
    </a:clrScheme>
    <a:fontScheme name="gem5 Worksho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aa44bfa-cc3f-4ead-ab58-bd6c957f3ce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F17BD7D3C3F94694CA1E7F235C8CB9" ma:contentTypeVersion="15" ma:contentTypeDescription="Create a new document." ma:contentTypeScope="" ma:versionID="da61b88a4d21d78483eea65f97d70e33">
  <xsd:schema xmlns:xsd="http://www.w3.org/2001/XMLSchema" xmlns:xs="http://www.w3.org/2001/XMLSchema" xmlns:p="http://schemas.microsoft.com/office/2006/metadata/properties" xmlns:ns3="6aa44bfa-cc3f-4ead-ab58-bd6c957f3cee" xmlns:ns4="8bb25632-bfc0-4a05-bf32-73f15ee0f8a8" targetNamespace="http://schemas.microsoft.com/office/2006/metadata/properties" ma:root="true" ma:fieldsID="59a85d6d6e6699a369f6f45e446915a0" ns3:_="" ns4:_="">
    <xsd:import namespace="6aa44bfa-cc3f-4ead-ab58-bd6c957f3cee"/>
    <xsd:import namespace="8bb25632-bfc0-4a05-bf32-73f15ee0f8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a44bfa-cc3f-4ead-ab58-bd6c957f3c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b25632-bfc0-4a05-bf32-73f15ee0f8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98E760-8DD3-4C3E-B844-DE097EB0D606}">
  <ds:schemaRefs>
    <ds:schemaRef ds:uri="6aa44bfa-cc3f-4ead-ab58-bd6c957f3cee"/>
    <ds:schemaRef ds:uri="8bb25632-bfc0-4a05-bf32-73f15ee0f8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0B0BD9D-8BAA-458D-B176-9BDF30F13B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1EE33F-1146-42A1-A1D3-2DA7F385F995}">
  <ds:schemaRefs>
    <ds:schemaRef ds:uri="6aa44bfa-cc3f-4ead-ab58-bd6c957f3cee"/>
    <ds:schemaRef ds:uri="8bb25632-bfc0-4a05-bf32-73f15ee0f8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3746</TotalTime>
  <Words>11497</Words>
  <Application>Microsoft Office PowerPoint</Application>
  <PresentationFormat>Widescreen</PresentationFormat>
  <Paragraphs>1889</Paragraphs>
  <Slides>125</Slides>
  <Notes>117</Notes>
  <HiddenSlides>0</HiddenSlides>
  <MMClips>1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125</vt:i4>
      </vt:variant>
    </vt:vector>
  </HeadingPairs>
  <TitlesOfParts>
    <vt:vector size="145" baseType="lpstr">
      <vt:lpstr>Aptos</vt:lpstr>
      <vt:lpstr>Arial</vt:lpstr>
      <vt:lpstr>Blackadder ITC</vt:lpstr>
      <vt:lpstr>Calibri</vt:lpstr>
      <vt:lpstr>Cambria Math</vt:lpstr>
      <vt:lpstr>Courier New</vt:lpstr>
      <vt:lpstr>EB Garamond</vt:lpstr>
      <vt:lpstr>Gill Sans</vt:lpstr>
      <vt:lpstr>Gill Sans Light</vt:lpstr>
      <vt:lpstr>Helvetica</vt:lpstr>
      <vt:lpstr>IBM Plex Sans</vt:lpstr>
      <vt:lpstr>Lucida Grande</vt:lpstr>
      <vt:lpstr>Times New Roman</vt:lpstr>
      <vt:lpstr>Wingdings</vt:lpstr>
      <vt:lpstr>White</vt:lpstr>
      <vt:lpstr>gem5 Workshop</vt:lpstr>
      <vt:lpstr>gem5 Workshop Promo</vt:lpstr>
      <vt:lpstr>gem5 Workshop — Title Slide</vt:lpstr>
      <vt:lpstr>gem5 Workshop — Title &amp; Closing Slides</vt:lpstr>
      <vt:lpstr>2_gem5 Workshop</vt:lpstr>
      <vt:lpstr>Computer Architecture with gem5</vt:lpstr>
      <vt:lpstr>PowerPoint Presentation</vt:lpstr>
      <vt:lpstr>PowerPoint Presentation</vt:lpstr>
      <vt:lpstr>PowerPoint Presentation</vt:lpstr>
      <vt:lpstr>Introduction to gem5 Simulation Environment</vt:lpstr>
      <vt:lpstr>PowerPoint Presentation</vt:lpstr>
      <vt:lpstr>PowerPoint Presentation</vt:lpstr>
      <vt:lpstr>Accessing the Online Tool</vt:lpstr>
      <vt:lpstr>Accessing the Online Tool</vt:lpstr>
      <vt:lpstr>Accessing the Online Tool</vt:lpstr>
      <vt:lpstr>Accessing the Online Tool</vt:lpstr>
      <vt:lpstr>What is Gem5 simulator?</vt:lpstr>
      <vt:lpstr>Why we need gem5 simulator over a real computer system?</vt:lpstr>
      <vt:lpstr>Gem5 installation steps</vt:lpstr>
      <vt:lpstr>Gem5 installation steps</vt:lpstr>
      <vt:lpstr>Gem5 installation steps</vt:lpstr>
      <vt:lpstr>Gem5 installation steps</vt:lpstr>
      <vt:lpstr>Gem5 installation steps</vt:lpstr>
      <vt:lpstr>Gem5 installation steps</vt:lpstr>
      <vt:lpstr>Gem5 installation steps</vt:lpstr>
      <vt:lpstr>Simulation modes and configuration workflow</vt:lpstr>
      <vt:lpstr>Code execution in Gem5</vt:lpstr>
      <vt:lpstr>Code execution in Gem5</vt:lpstr>
      <vt:lpstr>Code execution in Gem5</vt:lpstr>
      <vt:lpstr>Code execution in Gem5</vt:lpstr>
      <vt:lpstr>Running benchmarks and collecting statistics</vt:lpstr>
      <vt:lpstr>Running benchmarks and collecting statistics</vt:lpstr>
      <vt:lpstr>Understanding simulation outputs (CPI, cache stats, execution time) </vt:lpstr>
      <vt:lpstr>Gem5 installation: in Windows-11using  windows subsystem for Linux 2 (WSL 2)</vt:lpstr>
      <vt:lpstr>Gem5 installation: In Windows11using  Windows Subsystem for Linux 2 (WSL 2)</vt:lpstr>
      <vt:lpstr>Installation and code execution in WSL2</vt:lpstr>
      <vt:lpstr>Installation and code execution in WSL2</vt:lpstr>
      <vt:lpstr>Installation and code execution in WSL2</vt:lpstr>
      <vt:lpstr>Gem5 installation: in macOS</vt:lpstr>
      <vt:lpstr>Gem5 installation: in macOS (Route A: native)</vt:lpstr>
      <vt:lpstr>Gem5 installation: in macOS (Route A: native)</vt:lpstr>
      <vt:lpstr>Gem5 installation: in macOS (Route A: native)</vt:lpstr>
      <vt:lpstr>Gem5 installation: in macOS (Route A: native)</vt:lpstr>
      <vt:lpstr>Gem5 installation: in macOS (Route B: Docker)</vt:lpstr>
      <vt:lpstr>Gem5 installation: in macOS (Route B: Docker)</vt:lpstr>
      <vt:lpstr>Gem5 installation: in macOS (Route B: Docker)</vt:lpstr>
      <vt:lpstr>Gem5 installation in macOS: troubleshooting</vt:lpstr>
      <vt:lpstr>Thank you</vt:lpstr>
      <vt:lpstr>Computer Architecture with gem5</vt:lpstr>
      <vt:lpstr>Memory Hierarchy Design and Performance Analysis</vt:lpstr>
      <vt:lpstr>PowerPoint Presentation</vt:lpstr>
      <vt:lpstr>Basic Memory Hierarchy </vt:lpstr>
      <vt:lpstr>Cache Memory Fundamentals</vt:lpstr>
      <vt:lpstr>Types of Cache Memory</vt:lpstr>
      <vt:lpstr>Cache Memory: Principle of Locality</vt:lpstr>
      <vt:lpstr>Cache Parameters: Size, Associativity, Block Size</vt:lpstr>
      <vt:lpstr>Cache Parameters: Size, Associativity, Block Size</vt:lpstr>
      <vt:lpstr>Cache Parameters: Size, Associativity, Block Size</vt:lpstr>
      <vt:lpstr>Replacement Policies</vt:lpstr>
      <vt:lpstr>Replacement Policies</vt:lpstr>
      <vt:lpstr>Write Policies</vt:lpstr>
      <vt:lpstr>Performance Metrics</vt:lpstr>
      <vt:lpstr>Performance Metrics</vt:lpstr>
      <vt:lpstr>Performance Metrics</vt:lpstr>
      <vt:lpstr>Memory Bottlenecks in Modern Systems</vt:lpstr>
      <vt:lpstr>Memory Conflict Code Execution in gem5</vt:lpstr>
      <vt:lpstr>Memory Conflict Code Execution in gem5</vt:lpstr>
      <vt:lpstr>Memory Conflict Code Execution in gem5</vt:lpstr>
      <vt:lpstr>Memory Conflict Code Execution in gem5</vt:lpstr>
      <vt:lpstr>Memory Conflict Code Execution in gem5</vt:lpstr>
      <vt:lpstr>Memory Conflict Code Execution in gem5</vt:lpstr>
      <vt:lpstr>Memory Conflict Code Execution in gem5</vt:lpstr>
      <vt:lpstr>Thank you</vt:lpstr>
      <vt:lpstr>Computer Architecture with gem5</vt:lpstr>
      <vt:lpstr>Pipeline Design and Hazard Analysis</vt:lpstr>
      <vt:lpstr>PowerPoint Presentation</vt:lpstr>
      <vt:lpstr>What Is Pipelining?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Thank you</vt:lpstr>
      <vt:lpstr>Computer Architecture with gem5</vt:lpstr>
      <vt:lpstr>Microarchitectural Security</vt:lpstr>
      <vt:lpstr>PowerPoint Presentation</vt:lpstr>
      <vt:lpstr>What is Side-Channel Attacks?</vt:lpstr>
      <vt:lpstr>Why Microarchitecture Leaks?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Computer Architecture with gem5</vt:lpstr>
      <vt:lpstr>AI Scaffolding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Computer Architecture with gem5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Florida Insitute for Cyber Security (FICS)</dc:title>
  <dc:creator>forte</dc:creator>
  <cp:lastModifiedBy>Sagor Chandro Bakchy</cp:lastModifiedBy>
  <cp:revision>4</cp:revision>
  <cp:lastPrinted>2017-03-12T19:56:24Z</cp:lastPrinted>
  <dcterms:modified xsi:type="dcterms:W3CDTF">2026-10-28T02:17:39Z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0x0101008FF17BD7D3C3F94694CA1E7F235C8CB9</vt:lpwstr>
  </property>
</Properties>
</file>